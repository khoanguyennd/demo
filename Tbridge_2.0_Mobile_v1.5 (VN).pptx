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tiff" ContentType="image/tif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48" r:id="rId1"/>
  </p:sldMasterIdLst>
  <p:notesMasterIdLst>
    <p:notesMasterId r:id="rId19"/>
  </p:notesMasterIdLst>
  <p:sldIdLst>
    <p:sldId id="256" r:id="rId2"/>
    <p:sldId id="273" r:id="rId3"/>
    <p:sldId id="274" r:id="rId4"/>
    <p:sldId id="275" r:id="rId5"/>
    <p:sldId id="260" r:id="rId6"/>
    <p:sldId id="276" r:id="rId7"/>
    <p:sldId id="277" r:id="rId8"/>
    <p:sldId id="278" r:id="rId9"/>
    <p:sldId id="279" r:id="rId10"/>
    <p:sldId id="280" r:id="rId11"/>
    <p:sldId id="266" r:id="rId12"/>
    <p:sldId id="281" r:id="rId13"/>
    <p:sldId id="282" r:id="rId14"/>
    <p:sldId id="283" r:id="rId15"/>
    <p:sldId id="284" r:id="rId16"/>
    <p:sldId id="285" r:id="rId17"/>
    <p:sldId id="286" r:id="rId18"/>
  </p:sldIdLst>
  <p:sldSz cx="9906000" cy="6858000" type="A4"/>
  <p:notesSz cx="6797675" cy="9928225"/>
  <p:embeddedFontLst>
    <p:embeddedFont>
      <p:font typeface="Nanum Gothic" charset="-127"/>
      <p:regular r:id="rId20"/>
      <p:bold r:id="rId21"/>
    </p:embeddedFont>
    <p:embeddedFont>
      <p:font typeface="Malgun Gothic" pitchFamily="34" charset="-127"/>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572">
          <p15:clr>
            <a:srgbClr val="A4A3A4"/>
          </p15:clr>
        </p15:guide>
        <p15:guide id="2" pos="2122">
          <p15:clr>
            <a:srgbClr val="A4A3A4"/>
          </p15:clr>
        </p15:guide>
        <p15:guide id="3" pos="217">
          <p15:clr>
            <a:srgbClr val="A4A3A4"/>
          </p15:clr>
        </p15:guide>
        <p15:guide id="4" pos="3438">
          <p15:clr>
            <a:srgbClr val="A4A3A4"/>
          </p15:clr>
        </p15:guide>
        <p15:guide id="5" orient="horz">
          <p15:clr>
            <a:srgbClr val="A4A3A4"/>
          </p15:clr>
        </p15:guide>
      </p15:sldGuideLst>
    </p:ext>
    <p:ext uri="{2D200454-40CA-4A62-9FC3-DE9A4176ACB9}">
      <p15:notesGuideLst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3128">
          <p15:clr>
            <a:srgbClr val="A4A3A4"/>
          </p15:clr>
        </p15:guide>
        <p15:guide id="2" pos="2141">
          <p15:clr>
            <a:srgbClr val="A4A3A4"/>
          </p15:clr>
        </p15:guide>
      </p15:notes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jU/borck5LB1RXKMmTXE90ER1Gxg=="/>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D4F16338-1F0B-4C2B-9235-5E1EE65F6DD2}">
  <a:tblStyle styleId="{D4F16338-1F0B-4C2B-9235-5E1EE65F6DD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1E05C96-9ABF-4BAB-91A4-73DFB1C397C5}" styleName="Table_1">
    <a:wholeTbl>
      <a:tcTxStyle b="off" i="off">
        <a:font>
          <a:latin typeface="맑은 고딕"/>
          <a:ea typeface="맑은 고딕"/>
          <a:cs typeface="맑은 고딕"/>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EAF679E-1E91-46C2-B242-E8312CE22F9F}" styleName="Table_2">
    <a:wholeTbl>
      <a:tcTxStyle b="off" i="off">
        <a:font>
          <a:latin typeface="맑은 고딕"/>
          <a:ea typeface="맑은 고딕"/>
          <a:cs typeface="맑은 고딕"/>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맑은 고딕"/>
          <a:ea typeface="맑은 고딕"/>
          <a:cs typeface="맑은 고딕"/>
        </a:font>
        <a:schemeClr val="lt1"/>
      </a:tcTxStyle>
      <a:tcStyle>
        <a:tcBdr/>
        <a:fill>
          <a:solidFill>
            <a:schemeClr val="accent1"/>
          </a:solidFill>
        </a:fill>
      </a:tcStyle>
    </a:lastCol>
    <a:firstCol>
      <a:tcTxStyle b="on" i="off">
        <a:font>
          <a:latin typeface="맑은 고딕"/>
          <a:ea typeface="맑은 고딕"/>
          <a:cs typeface="맑은 고딕"/>
        </a:font>
        <a:schemeClr val="lt1"/>
      </a:tcTxStyle>
      <a:tcStyle>
        <a:tcBdr/>
        <a:fill>
          <a:solidFill>
            <a:schemeClr val="accent1"/>
          </a:solidFill>
        </a:fill>
      </a:tcStyle>
    </a:firstCol>
    <a:lastRow>
      <a:tcTxStyle b="on" i="off">
        <a:font>
          <a:latin typeface="맑은 고딕"/>
          <a:ea typeface="맑은 고딕"/>
          <a:cs typeface="맑은 고딕"/>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맑은 고딕"/>
          <a:ea typeface="맑은 고딕"/>
          <a:cs typeface="맑은 고딕"/>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1296" y="-78"/>
      </p:cViewPr>
      <p:guideLst>
        <p:guide orient="horz" pos="572"/>
        <p:guide orient="horz"/>
        <p:guide pos="2122"/>
        <p:guide pos="217"/>
        <p:guide pos="3438"/>
      </p:guideLst>
    </p:cSldViewPr>
  </p:slideViewPr>
  <p:notesTextViewPr>
    <p:cViewPr>
      <p:scale>
        <a:sx n="100" d="100"/>
        <a:sy n="100" d="100"/>
      </p:scale>
      <p:origin x="0" y="0"/>
    </p:cViewPr>
  </p:notesTextViewPr>
  <p:notesViewPr>
    <p:cSldViewPr snapToGrid="0">
      <p:cViewPr varScale="1">
        <p:scale>
          <a:sx n="100" d="100"/>
          <a:sy n="100" d="100"/>
        </p:scale>
        <p:origin x="0" y="0"/>
      </p:cViewPr>
      <p:guideLst>
        <p:guide orient="horz" pos="3128"/>
        <p:guide pos="2141"/>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3"/>
            <a:ext cx="2945660" cy="496411"/>
          </a:xfrm>
          <a:prstGeom prst="rect">
            <a:avLst/>
          </a:prstGeom>
          <a:noFill/>
          <a:ln>
            <a:noFill/>
          </a:ln>
        </p:spPr>
        <p:txBody>
          <a:bodyPr spcFirstLastPara="1" wrap="square" lIns="92100" tIns="46050" rIns="92100" bIns="46050" anchor="t"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4" name="Google Shape;4;n"/>
          <p:cNvSpPr txBox="1">
            <a:spLocks noGrp="1"/>
          </p:cNvSpPr>
          <p:nvPr>
            <p:ph type="dt" idx="10"/>
          </p:nvPr>
        </p:nvSpPr>
        <p:spPr>
          <a:xfrm>
            <a:off x="3850442" y="3"/>
            <a:ext cx="2945660" cy="496411"/>
          </a:xfrm>
          <a:prstGeom prst="rect">
            <a:avLst/>
          </a:prstGeom>
          <a:noFill/>
          <a:ln>
            <a:noFill/>
          </a:ln>
        </p:spPr>
        <p:txBody>
          <a:bodyPr spcFirstLastPara="1" wrap="square" lIns="92100" tIns="46050" rIns="92100" bIns="46050" anchor="t" anchorCtr="0">
            <a:noAutofit/>
          </a:bodyPr>
          <a:lstStyle>
            <a:lvl1pPr marR="0" lvl="0" algn="r"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a:spLocks noGrp="1" noRot="1" noChangeAspect="1"/>
          </p:cNvSpPr>
          <p:nvPr>
            <p:ph type="sldImg" idx="3"/>
          </p:nvPr>
        </p:nvSpPr>
        <p:spPr>
          <a:xfrm>
            <a:off x="709613" y="742950"/>
            <a:ext cx="5378450" cy="3724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768" y="4715908"/>
            <a:ext cx="5438140" cy="4467701"/>
          </a:xfrm>
          <a:prstGeom prst="rect">
            <a:avLst/>
          </a:prstGeom>
          <a:noFill/>
          <a:ln>
            <a:noFill/>
          </a:ln>
        </p:spPr>
        <p:txBody>
          <a:bodyPr spcFirstLastPara="1" wrap="square" lIns="92100" tIns="46050" rIns="92100" bIns="46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7" name="Google Shape;7;n"/>
          <p:cNvSpPr txBox="1">
            <a:spLocks noGrp="1"/>
          </p:cNvSpPr>
          <p:nvPr>
            <p:ph type="ftr" idx="11"/>
          </p:nvPr>
        </p:nvSpPr>
        <p:spPr>
          <a:xfrm>
            <a:off x="0" y="9430093"/>
            <a:ext cx="2945660" cy="496411"/>
          </a:xfrm>
          <a:prstGeom prst="rect">
            <a:avLst/>
          </a:prstGeom>
          <a:noFill/>
          <a:ln>
            <a:noFill/>
          </a:ln>
        </p:spPr>
        <p:txBody>
          <a:bodyPr spcFirstLastPara="1" wrap="square" lIns="92100" tIns="46050" rIns="92100" bIns="46050" anchor="b" anchorCtr="0">
            <a:noAutofit/>
          </a:bodyPr>
          <a:lstStyle>
            <a:lvl1pPr marR="0" lvl="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8" name="Google Shape;8;n"/>
          <p:cNvSpPr txBox="1">
            <a:spLocks noGrp="1"/>
          </p:cNvSpPr>
          <p:nvPr>
            <p:ph type="sldNum" idx="12"/>
          </p:nvPr>
        </p:nvSpPr>
        <p:spPr>
          <a:xfrm>
            <a:off x="3850442" y="9430093"/>
            <a:ext cx="2945660" cy="496411"/>
          </a:xfrm>
          <a:prstGeom prst="rect">
            <a:avLst/>
          </a:prstGeom>
          <a:noFill/>
          <a:ln>
            <a:noFill/>
          </a:ln>
        </p:spPr>
        <p:txBody>
          <a:bodyPr spcFirstLastPara="1" wrap="square" lIns="92100" tIns="46050" rIns="92100" bIns="46050" anchor="b" anchorCtr="0">
            <a:noAutofit/>
          </a:bodyPr>
          <a:lstStyle/>
          <a:p>
            <a:pPr marL="0" marR="0" lvl="0" indent="0" algn="r" rtl="0">
              <a:spcBef>
                <a:spcPts val="0"/>
              </a:spcBef>
              <a:spcAft>
                <a:spcPts val="0"/>
              </a:spcAft>
              <a:buNone/>
            </a:pPr>
            <a:fld id="{00000000-1234-1234-1234-123412341234}" type="slidenum">
              <a:rPr lang="ko-KR" sz="1200" b="0" i="0" u="none" strike="noStrike" cap="none">
                <a:solidFill>
                  <a:schemeClr val="dk1"/>
                </a:solidFill>
                <a:latin typeface="Malgun Gothic"/>
                <a:ea typeface="Malgun Gothic"/>
                <a:cs typeface="Malgun Gothic"/>
                <a:sym typeface="Malgun Gothic"/>
              </a:rPr>
              <a:pPr marL="0" marR="0" lvl="0" indent="0" algn="r" rtl="0">
                <a:spcBef>
                  <a:spcPts val="0"/>
                </a:spcBef>
                <a:spcAft>
                  <a:spcPts val="0"/>
                </a:spcAft>
                <a:buNone/>
              </a:pPr>
              <a:t>‹#›</a:t>
            </a:fld>
            <a:endParaRPr sz="12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1:notes"/>
          <p:cNvSpPr txBox="1">
            <a:spLocks noGrp="1"/>
          </p:cNvSpPr>
          <p:nvPr>
            <p:ph type="body" idx="1"/>
          </p:nvPr>
        </p:nvSpPr>
        <p:spPr>
          <a:xfrm>
            <a:off x="679768" y="4715908"/>
            <a:ext cx="5438140" cy="4467701"/>
          </a:xfrm>
          <a:prstGeom prst="rect">
            <a:avLst/>
          </a:prstGeom>
        </p:spPr>
        <p:txBody>
          <a:bodyPr spcFirstLastPara="1" wrap="square" lIns="92100" tIns="46050" rIns="92100" bIns="46050" anchor="t" anchorCtr="0">
            <a:noAutofit/>
          </a:bodyPr>
          <a:lstStyle/>
          <a:p>
            <a:pPr marL="0" lvl="0" indent="0" algn="l" rtl="0">
              <a:spcBef>
                <a:spcPts val="0"/>
              </a:spcBef>
              <a:spcAft>
                <a:spcPts val="0"/>
              </a:spcAft>
              <a:buNone/>
            </a:pPr>
            <a:endParaRPr/>
          </a:p>
        </p:txBody>
      </p:sp>
      <p:sp>
        <p:nvSpPr>
          <p:cNvPr id="39" name="Google Shape;39;p1:notes"/>
          <p:cNvSpPr>
            <a:spLocks noGrp="1" noRot="1" noChangeAspect="1"/>
          </p:cNvSpPr>
          <p:nvPr>
            <p:ph type="sldImg" idx="2"/>
          </p:nvPr>
        </p:nvSpPr>
        <p:spPr>
          <a:xfrm>
            <a:off x="709613" y="742950"/>
            <a:ext cx="537845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pPr/>
              <a:t>1</a:t>
            </a:fld>
            <a:endParaRPr lang="ko-KR" altLang="en-US" dirty="0"/>
          </a:p>
        </p:txBody>
      </p:sp>
    </p:spTree>
    <p:extLst>
      <p:ext uri="{BB962C8B-B14F-4D97-AF65-F5344CB8AC3E}">
        <p14:creationId xmlns="" xmlns:p14="http://schemas.microsoft.com/office/powerpoint/2010/main" val="3053239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779A4389-525C-4071-91C5-6AA3A3943E35}" type="slidenum">
              <a:rPr lang="ko-KR" altLang="en-US" smtClean="0"/>
              <a:pPr/>
              <a:t>2</a:t>
            </a:fld>
            <a:endParaRPr lang="ko-KR" altLang="en-US" dirty="0"/>
          </a:p>
        </p:txBody>
      </p:sp>
    </p:spTree>
    <p:extLst>
      <p:ext uri="{BB962C8B-B14F-4D97-AF65-F5344CB8AC3E}">
        <p14:creationId xmlns="" xmlns:p14="http://schemas.microsoft.com/office/powerpoint/2010/main" val="1506000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5:notes"/>
          <p:cNvSpPr txBox="1">
            <a:spLocks noGrp="1"/>
          </p:cNvSpPr>
          <p:nvPr>
            <p:ph type="body" idx="1"/>
          </p:nvPr>
        </p:nvSpPr>
        <p:spPr>
          <a:xfrm>
            <a:off x="679768" y="4715908"/>
            <a:ext cx="5438140" cy="4467701"/>
          </a:xfrm>
          <a:prstGeom prst="rect">
            <a:avLst/>
          </a:prstGeom>
        </p:spPr>
        <p:txBody>
          <a:bodyPr spcFirstLastPara="1" wrap="square" lIns="92100" tIns="46050" rIns="92100" bIns="46050" anchor="t" anchorCtr="0">
            <a:noAutofit/>
          </a:bodyPr>
          <a:lstStyle/>
          <a:p>
            <a:pPr marL="0" lvl="0" indent="0" algn="l" rtl="0">
              <a:spcBef>
                <a:spcPts val="0"/>
              </a:spcBef>
              <a:spcAft>
                <a:spcPts val="0"/>
              </a:spcAft>
              <a:buNone/>
            </a:pPr>
            <a:endParaRPr/>
          </a:p>
        </p:txBody>
      </p:sp>
      <p:sp>
        <p:nvSpPr>
          <p:cNvPr id="225" name="Google Shape;225;p5:notes"/>
          <p:cNvSpPr>
            <a:spLocks noGrp="1" noRot="1" noChangeAspect="1"/>
          </p:cNvSpPr>
          <p:nvPr>
            <p:ph type="sldImg" idx="2"/>
          </p:nvPr>
        </p:nvSpPr>
        <p:spPr>
          <a:xfrm>
            <a:off x="709613" y="742950"/>
            <a:ext cx="537845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11:notes"/>
          <p:cNvSpPr txBox="1">
            <a:spLocks noGrp="1"/>
          </p:cNvSpPr>
          <p:nvPr>
            <p:ph type="body" idx="1"/>
          </p:nvPr>
        </p:nvSpPr>
        <p:spPr>
          <a:xfrm>
            <a:off x="679768" y="4715908"/>
            <a:ext cx="5438140" cy="4467701"/>
          </a:xfrm>
          <a:prstGeom prst="rect">
            <a:avLst/>
          </a:prstGeom>
        </p:spPr>
        <p:txBody>
          <a:bodyPr spcFirstLastPara="1" wrap="square" lIns="92100" tIns="46050" rIns="92100" bIns="46050" anchor="t" anchorCtr="0">
            <a:noAutofit/>
          </a:bodyPr>
          <a:lstStyle/>
          <a:p>
            <a:pPr marL="0" lvl="0" indent="0" algn="l" rtl="0">
              <a:spcBef>
                <a:spcPts val="0"/>
              </a:spcBef>
              <a:spcAft>
                <a:spcPts val="0"/>
              </a:spcAft>
              <a:buNone/>
            </a:pPr>
            <a:endParaRPr/>
          </a:p>
        </p:txBody>
      </p:sp>
      <p:sp>
        <p:nvSpPr>
          <p:cNvPr id="597" name="Google Shape;597;p11:notes"/>
          <p:cNvSpPr>
            <a:spLocks noGrp="1" noRot="1" noChangeAspect="1"/>
          </p:cNvSpPr>
          <p:nvPr>
            <p:ph type="sldImg" idx="2"/>
          </p:nvPr>
        </p:nvSpPr>
        <p:spPr>
          <a:xfrm>
            <a:off x="709613" y="742950"/>
            <a:ext cx="5378450"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j. 표지"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272480" y="1412777"/>
            <a:ext cx="8931992" cy="1188132"/>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95959"/>
              </a:buClr>
              <a:buSzPts val="3200"/>
              <a:buFont typeface="Arial"/>
              <a:buNone/>
              <a:defRPr sz="3200" b="1">
                <a:solidFill>
                  <a:srgbClr val="59595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272480" y="3429000"/>
            <a:ext cx="6084676" cy="1440160"/>
          </a:xfrm>
          <a:prstGeom prst="rect">
            <a:avLst/>
          </a:prstGeom>
          <a:noFill/>
          <a:ln>
            <a:noFill/>
          </a:ln>
        </p:spPr>
        <p:txBody>
          <a:bodyPr spcFirstLastPara="1" wrap="square" lIns="91425" tIns="45700" rIns="91425" bIns="45700" anchor="t" anchorCtr="0">
            <a:normAutofit/>
          </a:bodyPr>
          <a:lstStyle>
            <a:lvl1pPr lvl="0" algn="l">
              <a:spcBef>
                <a:spcPts val="240"/>
              </a:spcBef>
              <a:spcAft>
                <a:spcPts val="0"/>
              </a:spcAft>
              <a:buClr>
                <a:srgbClr val="595959"/>
              </a:buClr>
              <a:buSzPts val="1200"/>
              <a:buNone/>
              <a:defRPr sz="1200" b="1">
                <a:solidFill>
                  <a:srgbClr val="595959"/>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cxnSp>
        <p:nvCxnSpPr>
          <p:cNvPr id="18" name="Google Shape;18;p19"/>
          <p:cNvCxnSpPr/>
          <p:nvPr/>
        </p:nvCxnSpPr>
        <p:spPr>
          <a:xfrm>
            <a:off x="200472" y="2608337"/>
            <a:ext cx="2653048" cy="0"/>
          </a:xfrm>
          <a:prstGeom prst="straightConnector1">
            <a:avLst/>
          </a:prstGeom>
          <a:noFill/>
          <a:ln w="38100" cap="flat" cmpd="sng">
            <a:solidFill>
              <a:srgbClr val="538CD5"/>
            </a:solidFill>
            <a:prstDash val="solid"/>
            <a:round/>
            <a:headEnd type="none" w="sm" len="sm"/>
            <a:tailEnd type="none" w="sm" len="sm"/>
          </a:ln>
        </p:spPr>
      </p:cxnSp>
      <p:cxnSp>
        <p:nvCxnSpPr>
          <p:cNvPr id="19" name="Google Shape;19;p19"/>
          <p:cNvCxnSpPr/>
          <p:nvPr/>
        </p:nvCxnSpPr>
        <p:spPr>
          <a:xfrm>
            <a:off x="2792760" y="2608337"/>
            <a:ext cx="6913215" cy="0"/>
          </a:xfrm>
          <a:prstGeom prst="straightConnector1">
            <a:avLst/>
          </a:prstGeom>
          <a:noFill/>
          <a:ln w="38100" cap="flat" cmpd="sng">
            <a:solidFill>
              <a:srgbClr val="3E484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sj.텍스트_정책">
  <p:cSld name="3_sj.텍스트_정책">
    <p:spTree>
      <p:nvGrpSpPr>
        <p:cNvPr id="1" name="Shape 20"/>
        <p:cNvGrpSpPr/>
        <p:nvPr/>
      </p:nvGrpSpPr>
      <p:grpSpPr>
        <a:xfrm>
          <a:off x="0" y="0"/>
          <a:ext cx="0" cy="0"/>
          <a:chOff x="0" y="0"/>
          <a:chExt cx="0" cy="0"/>
        </a:xfrm>
      </p:grpSpPr>
      <p:sp>
        <p:nvSpPr>
          <p:cNvPr id="21" name="Google Shape;21;p20"/>
          <p:cNvSpPr txBox="1">
            <a:spLocks noGrp="1"/>
          </p:cNvSpPr>
          <p:nvPr>
            <p:ph type="title"/>
          </p:nvPr>
        </p:nvSpPr>
        <p:spPr>
          <a:xfrm>
            <a:off x="128464" y="27460"/>
            <a:ext cx="7957637" cy="521221"/>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95959"/>
              </a:buClr>
              <a:buSzPts val="1600"/>
              <a:buFont typeface="Arial"/>
              <a:buNone/>
              <a:defRPr sz="1600" b="1">
                <a:solidFill>
                  <a:srgbClr val="59595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20"/>
          <p:cNvSpPr txBox="1"/>
          <p:nvPr/>
        </p:nvSpPr>
        <p:spPr>
          <a:xfrm>
            <a:off x="7501855" y="6510734"/>
            <a:ext cx="23114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ko-KR" sz="1000" b="0" i="0" u="none" strike="noStrike" cap="none">
                <a:solidFill>
                  <a:srgbClr val="7F7F7F"/>
                </a:solidFill>
                <a:latin typeface="Arial"/>
                <a:ea typeface="Arial"/>
                <a:cs typeface="Arial"/>
                <a:sym typeface="Arial"/>
              </a:rPr>
              <a:pPr marL="0" marR="0" lvl="0" indent="0" algn="r" rtl="0">
                <a:spcBef>
                  <a:spcPts val="0"/>
                </a:spcBef>
                <a:spcAft>
                  <a:spcPts val="0"/>
                </a:spcAft>
                <a:buNone/>
              </a:pPr>
              <a:t>‹#›</a:t>
            </a:fld>
            <a:endParaRPr sz="1000" b="0" i="0" u="none" strike="noStrike" cap="none">
              <a:solidFill>
                <a:srgbClr val="7F7F7F"/>
              </a:solidFill>
              <a:latin typeface="Arial"/>
              <a:ea typeface="Arial"/>
              <a:cs typeface="Arial"/>
              <a:sym typeface="Arial"/>
            </a:endParaRPr>
          </a:p>
        </p:txBody>
      </p:sp>
      <p:sp>
        <p:nvSpPr>
          <p:cNvPr id="23" name="Google Shape;23;p20"/>
          <p:cNvSpPr txBox="1">
            <a:spLocks noGrp="1"/>
          </p:cNvSpPr>
          <p:nvPr>
            <p:ph type="body" idx="1"/>
          </p:nvPr>
        </p:nvSpPr>
        <p:spPr>
          <a:xfrm>
            <a:off x="344488" y="734575"/>
            <a:ext cx="8856662" cy="1871663"/>
          </a:xfrm>
          <a:prstGeom prst="rect">
            <a:avLst/>
          </a:prstGeom>
          <a:noFill/>
          <a:ln>
            <a:noFill/>
          </a:ln>
        </p:spPr>
        <p:txBody>
          <a:bodyPr spcFirstLastPara="1" wrap="square" lIns="91425" tIns="45700" rIns="91425" bIns="45700" anchor="t" anchorCtr="0">
            <a:normAutofit/>
          </a:bodyPr>
          <a:lstStyle>
            <a:lvl1pPr marL="457200" lvl="0" indent="-292100" algn="l">
              <a:spcBef>
                <a:spcPts val="200"/>
              </a:spcBef>
              <a:spcAft>
                <a:spcPts val="0"/>
              </a:spcAft>
              <a:buClr>
                <a:schemeClr val="dk1"/>
              </a:buClr>
              <a:buSzPts val="1000"/>
              <a:buChar char="•"/>
              <a:defRPr sz="1000"/>
            </a:lvl1pPr>
            <a:lvl2pPr marL="914400" lvl="1" indent="-292100" algn="l">
              <a:spcBef>
                <a:spcPts val="200"/>
              </a:spcBef>
              <a:spcAft>
                <a:spcPts val="0"/>
              </a:spcAft>
              <a:buClr>
                <a:schemeClr val="dk1"/>
              </a:buClr>
              <a:buSzPts val="1000"/>
              <a:buFont typeface="Arial"/>
              <a:buChar char="•"/>
              <a:defRPr sz="1000"/>
            </a:lvl2pPr>
            <a:lvl3pPr marL="1371600" lvl="2" indent="-292100" algn="l">
              <a:spcBef>
                <a:spcPts val="200"/>
              </a:spcBef>
              <a:spcAft>
                <a:spcPts val="0"/>
              </a:spcAft>
              <a:buClr>
                <a:schemeClr val="dk1"/>
              </a:buClr>
              <a:buSzPts val="1000"/>
              <a:buFont typeface="Arial"/>
              <a:buChar char="•"/>
              <a:defRPr sz="1000"/>
            </a:lvl3pPr>
            <a:lvl4pPr marL="1828800" lvl="3" indent="-292100" algn="l">
              <a:spcBef>
                <a:spcPts val="200"/>
              </a:spcBef>
              <a:spcAft>
                <a:spcPts val="0"/>
              </a:spcAft>
              <a:buClr>
                <a:schemeClr val="dk1"/>
              </a:buClr>
              <a:buSzPts val="1000"/>
              <a:buFont typeface="Arial"/>
              <a:buChar char="•"/>
              <a:defRPr sz="1000"/>
            </a:lvl4pPr>
            <a:lvl5pPr marL="2286000" lvl="4" indent="-292100" algn="l">
              <a:spcBef>
                <a:spcPts val="200"/>
              </a:spcBef>
              <a:spcAft>
                <a:spcPts val="0"/>
              </a:spcAft>
              <a:buClr>
                <a:schemeClr val="dk1"/>
              </a:buClr>
              <a:buSzPts val="1000"/>
              <a:buFont typeface="Arial"/>
              <a:buChar char="•"/>
              <a:defRPr sz="10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24" name="Google Shape;24;p20"/>
          <p:cNvCxnSpPr/>
          <p:nvPr/>
        </p:nvCxnSpPr>
        <p:spPr>
          <a:xfrm>
            <a:off x="128464" y="548680"/>
            <a:ext cx="9709546" cy="0"/>
          </a:xfrm>
          <a:prstGeom prst="straightConnector1">
            <a:avLst/>
          </a:prstGeom>
          <a:noFill/>
          <a:ln w="38100" cap="flat" cmpd="sng">
            <a:solidFill>
              <a:srgbClr val="3E484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sj.텍스트">
  <p:cSld name="3_sj.텍스트">
    <p:spTree>
      <p:nvGrpSpPr>
        <p:cNvPr id="1" name="Shape 25"/>
        <p:cNvGrpSpPr/>
        <p:nvPr/>
      </p:nvGrpSpPr>
      <p:grpSpPr>
        <a:xfrm>
          <a:off x="0" y="0"/>
          <a:ext cx="0" cy="0"/>
          <a:chOff x="0" y="0"/>
          <a:chExt cx="0" cy="0"/>
        </a:xfrm>
      </p:grpSpPr>
      <p:cxnSp>
        <p:nvCxnSpPr>
          <p:cNvPr id="26" name="Google Shape;26;p21"/>
          <p:cNvCxnSpPr/>
          <p:nvPr/>
        </p:nvCxnSpPr>
        <p:spPr>
          <a:xfrm>
            <a:off x="128464" y="548680"/>
            <a:ext cx="9709546" cy="0"/>
          </a:xfrm>
          <a:prstGeom prst="straightConnector1">
            <a:avLst/>
          </a:prstGeom>
          <a:noFill/>
          <a:ln w="38100" cap="flat" cmpd="sng">
            <a:solidFill>
              <a:srgbClr val="3E484F"/>
            </a:solidFill>
            <a:prstDash val="solid"/>
            <a:round/>
            <a:headEnd type="none" w="sm" len="sm"/>
            <a:tailEnd type="none" w="sm" len="sm"/>
          </a:ln>
        </p:spPr>
      </p:cxnSp>
      <p:sp>
        <p:nvSpPr>
          <p:cNvPr id="27" name="Google Shape;27;p21"/>
          <p:cNvSpPr txBox="1">
            <a:spLocks noGrp="1"/>
          </p:cNvSpPr>
          <p:nvPr>
            <p:ph type="title"/>
          </p:nvPr>
        </p:nvSpPr>
        <p:spPr>
          <a:xfrm>
            <a:off x="128464" y="27460"/>
            <a:ext cx="7957637" cy="521221"/>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95959"/>
              </a:buClr>
              <a:buSzPts val="1600"/>
              <a:buFont typeface="Arial"/>
              <a:buNone/>
              <a:defRPr sz="1600" b="1">
                <a:solidFill>
                  <a:srgbClr val="59595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21"/>
          <p:cNvSpPr/>
          <p:nvPr/>
        </p:nvSpPr>
        <p:spPr>
          <a:xfrm>
            <a:off x="7461523" y="764704"/>
            <a:ext cx="2379661" cy="6029500"/>
          </a:xfrm>
          <a:prstGeom prst="rect">
            <a:avLst/>
          </a:prstGeom>
          <a:solidFill>
            <a:schemeClr val="lt1"/>
          </a:solidFill>
          <a:ln w="9525" cap="flat" cmpd="sng">
            <a:solidFill>
              <a:srgbClr val="D8D8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lgun Gothic"/>
              <a:ea typeface="Malgun Gothic"/>
              <a:cs typeface="Malgun Gothic"/>
              <a:sym typeface="Malgun Gothic"/>
            </a:endParaRPr>
          </a:p>
        </p:txBody>
      </p:sp>
      <p:sp>
        <p:nvSpPr>
          <p:cNvPr id="29" name="Google Shape;29;p21"/>
          <p:cNvSpPr/>
          <p:nvPr/>
        </p:nvSpPr>
        <p:spPr>
          <a:xfrm>
            <a:off x="7461523" y="612502"/>
            <a:ext cx="2376487" cy="215999"/>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ko-KR" sz="800" b="1">
                <a:solidFill>
                  <a:schemeClr val="dk1"/>
                </a:solidFill>
                <a:latin typeface="Malgun Gothic"/>
                <a:ea typeface="Malgun Gothic"/>
                <a:cs typeface="Malgun Gothic"/>
                <a:sym typeface="Malgun Gothic"/>
              </a:rPr>
              <a:t>Description</a:t>
            </a:r>
            <a:endParaRPr sz="800" b="1">
              <a:solidFill>
                <a:schemeClr val="dk1"/>
              </a:solidFill>
              <a:latin typeface="Malgun Gothic"/>
              <a:ea typeface="Malgun Gothic"/>
              <a:cs typeface="Malgun Gothic"/>
              <a:sym typeface="Malgun Gothic"/>
            </a:endParaRPr>
          </a:p>
        </p:txBody>
      </p:sp>
      <p:sp>
        <p:nvSpPr>
          <p:cNvPr id="30" name="Google Shape;30;p21"/>
          <p:cNvSpPr txBox="1"/>
          <p:nvPr/>
        </p:nvSpPr>
        <p:spPr>
          <a:xfrm>
            <a:off x="7526610" y="6510734"/>
            <a:ext cx="23114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ko-KR" sz="1000">
                <a:solidFill>
                  <a:srgbClr val="7F7F7F"/>
                </a:solidFill>
                <a:latin typeface="Arial"/>
                <a:ea typeface="Arial"/>
                <a:cs typeface="Arial"/>
                <a:sym typeface="Arial"/>
              </a:rPr>
              <a:pPr marL="0" marR="0" lvl="0" indent="0" algn="r" rtl="0">
                <a:spcBef>
                  <a:spcPts val="0"/>
                </a:spcBef>
                <a:spcAft>
                  <a:spcPts val="0"/>
                </a:spcAft>
                <a:buNone/>
              </a:pPr>
              <a:t>‹#›</a:t>
            </a:fld>
            <a:endParaRPr sz="1000">
              <a:solidFill>
                <a:srgbClr val="7F7F7F"/>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j.UI">
  <p:cSld name="sj.UI">
    <p:spTree>
      <p:nvGrpSpPr>
        <p:cNvPr id="1" name="Shape 31"/>
        <p:cNvGrpSpPr/>
        <p:nvPr/>
      </p:nvGrpSpPr>
      <p:grpSpPr>
        <a:xfrm>
          <a:off x="0" y="0"/>
          <a:ext cx="0" cy="0"/>
          <a:chOff x="0" y="0"/>
          <a:chExt cx="0" cy="0"/>
        </a:xfrm>
      </p:grpSpPr>
      <p:sp>
        <p:nvSpPr>
          <p:cNvPr id="32" name="Google Shape;32;p22"/>
          <p:cNvSpPr txBox="1">
            <a:spLocks noGrp="1"/>
          </p:cNvSpPr>
          <p:nvPr>
            <p:ph type="title"/>
          </p:nvPr>
        </p:nvSpPr>
        <p:spPr>
          <a:xfrm>
            <a:off x="128464" y="27460"/>
            <a:ext cx="7957637" cy="521221"/>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95959"/>
              </a:buClr>
              <a:buSzPts val="1600"/>
              <a:buFont typeface="Arial"/>
              <a:buNone/>
              <a:defRPr sz="1600" b="1">
                <a:solidFill>
                  <a:srgbClr val="59595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2"/>
          <p:cNvSpPr txBox="1"/>
          <p:nvPr/>
        </p:nvSpPr>
        <p:spPr>
          <a:xfrm>
            <a:off x="7526610" y="6510734"/>
            <a:ext cx="23114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ko-KR" sz="1000">
                <a:solidFill>
                  <a:srgbClr val="7F7F7F"/>
                </a:solidFill>
                <a:latin typeface="Arial"/>
                <a:ea typeface="Arial"/>
                <a:cs typeface="Arial"/>
                <a:sym typeface="Arial"/>
              </a:rPr>
              <a:pPr marL="0" marR="0" lvl="0" indent="0" algn="r" rtl="0">
                <a:spcBef>
                  <a:spcPts val="0"/>
                </a:spcBef>
                <a:spcAft>
                  <a:spcPts val="0"/>
                </a:spcAft>
                <a:buNone/>
              </a:pPr>
              <a:t>‹#›</a:t>
            </a:fld>
            <a:endParaRPr sz="1000">
              <a:solidFill>
                <a:srgbClr val="7F7F7F"/>
              </a:solidFill>
              <a:latin typeface="Arial"/>
              <a:ea typeface="Arial"/>
              <a:cs typeface="Arial"/>
              <a:sym typeface="Arial"/>
            </a:endParaRPr>
          </a:p>
        </p:txBody>
      </p:sp>
      <p:cxnSp>
        <p:nvCxnSpPr>
          <p:cNvPr id="34" name="Google Shape;34;p22"/>
          <p:cNvCxnSpPr/>
          <p:nvPr/>
        </p:nvCxnSpPr>
        <p:spPr>
          <a:xfrm>
            <a:off x="128464" y="548680"/>
            <a:ext cx="9709546" cy="0"/>
          </a:xfrm>
          <a:prstGeom prst="straightConnector1">
            <a:avLst/>
          </a:prstGeom>
          <a:noFill/>
          <a:ln w="38100" cap="flat" cmpd="sng">
            <a:solidFill>
              <a:srgbClr val="3E484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빈 화면" type="blank">
  <p:cSld name="BLANK">
    <p:spTree>
      <p:nvGrpSpPr>
        <p:cNvPr id="1" name="Shape 35"/>
        <p:cNvGrpSpPr/>
        <p:nvPr/>
      </p:nvGrpSpPr>
      <p:grpSpPr>
        <a:xfrm>
          <a:off x="0" y="0"/>
          <a:ext cx="0" cy="0"/>
          <a:chOff x="0" y="0"/>
          <a:chExt cx="0" cy="0"/>
        </a:xfrm>
      </p:grpSpPr>
      <p:sp>
        <p:nvSpPr>
          <p:cNvPr id="36" name="Google Shape;36;p23"/>
          <p:cNvSpPr txBox="1"/>
          <p:nvPr/>
        </p:nvSpPr>
        <p:spPr>
          <a:xfrm>
            <a:off x="7526610" y="6510734"/>
            <a:ext cx="23114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ko-KR" sz="1000">
                <a:solidFill>
                  <a:srgbClr val="7F7F7F"/>
                </a:solidFill>
                <a:latin typeface="Arial"/>
                <a:ea typeface="Arial"/>
                <a:cs typeface="Arial"/>
                <a:sym typeface="Arial"/>
              </a:rPr>
              <a:pPr marL="0" marR="0" lvl="0" indent="0" algn="r" rtl="0">
                <a:spcBef>
                  <a:spcPts val="0"/>
                </a:spcBef>
                <a:spcAft>
                  <a:spcPts val="0"/>
                </a:spcAft>
                <a:buNone/>
              </a:pPr>
              <a:t>‹#›</a:t>
            </a:fld>
            <a:endParaRPr sz="1000">
              <a:solidFill>
                <a:srgbClr val="7F7F7F"/>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sj.텍스트_정책">
    <p:spTree>
      <p:nvGrpSpPr>
        <p:cNvPr id="1" name=""/>
        <p:cNvGrpSpPr/>
        <p:nvPr/>
      </p:nvGrpSpPr>
      <p:grpSpPr>
        <a:xfrm>
          <a:off x="0" y="0"/>
          <a:ext cx="0" cy="0"/>
          <a:chOff x="0" y="0"/>
          <a:chExt cx="0" cy="0"/>
        </a:xfrm>
      </p:grpSpPr>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0" name="슬라이드 번호 개체 틀 1"/>
          <p:cNvSpPr txBox="1">
            <a:spLocks/>
          </p:cNvSpPr>
          <p:nvPr userDrawn="1"/>
        </p:nvSpPr>
        <p:spPr>
          <a:xfrm>
            <a:off x="7501855"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
        <p:nvSpPr>
          <p:cNvPr id="3" name="텍스트 개체 틀 2"/>
          <p:cNvSpPr>
            <a:spLocks noGrp="1"/>
          </p:cNvSpPr>
          <p:nvPr>
            <p:ph type="body" sz="quarter" idx="10"/>
          </p:nvPr>
        </p:nvSpPr>
        <p:spPr>
          <a:xfrm>
            <a:off x="344488" y="734575"/>
            <a:ext cx="8856662" cy="1871663"/>
          </a:xfrm>
          <a:ln>
            <a:noFill/>
          </a:ln>
        </p:spPr>
        <p:txBody>
          <a:bodyPr>
            <a:normAutofit/>
          </a:bodyPr>
          <a:lstStyle>
            <a:lvl1pPr>
              <a:defRPr sz="1000">
                <a:ea typeface="나눔고딕" panose="020D0604000000000000"/>
              </a:defRPr>
            </a:lvl1pPr>
            <a:lvl2pPr marL="628650" indent="-171450">
              <a:buFont typeface="Arial" panose="020B0604020202020204" pitchFamily="34" charset="0"/>
              <a:buChar char="•"/>
              <a:defRPr sz="1000">
                <a:ea typeface="나눔고딕" panose="020D0604000000000000"/>
              </a:defRPr>
            </a:lvl2pPr>
            <a:lvl3pPr marL="1085850" indent="-171450">
              <a:buFont typeface="Arial" panose="020B0604020202020204" pitchFamily="34" charset="0"/>
              <a:buChar char="•"/>
              <a:defRPr sz="1000">
                <a:ea typeface="나눔고딕" panose="020D0604000000000000"/>
              </a:defRPr>
            </a:lvl3pPr>
            <a:lvl4pPr marL="1543050" indent="-171450">
              <a:buFont typeface="Arial" panose="020B0604020202020204" pitchFamily="34" charset="0"/>
              <a:buChar char="•"/>
              <a:defRPr sz="1000">
                <a:ea typeface="나눔고딕" panose="020D0604000000000000"/>
              </a:defRPr>
            </a:lvl4pPr>
            <a:lvl5pPr marL="2000250" indent="-171450">
              <a:buFont typeface="Arial" panose="020B0604020202020204" pitchFamily="34" charset="0"/>
              <a:buChar char="•"/>
              <a:defRPr sz="1000">
                <a:ea typeface="나눔고딕" panose="020D0604000000000000"/>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cxnSp>
        <p:nvCxnSpPr>
          <p:cNvPr id="9" name="직선 연결선 7">
            <a:extLst>
              <a:ext uri="{FF2B5EF4-FFF2-40B4-BE49-F238E27FC236}">
                <a16:creationId xmlns="" xmlns:a16="http://schemas.microsoft.com/office/drawing/2014/main" id="{21FF9D1C-219D-B248-BD7C-7ECFCF6C7E9D}"/>
              </a:ext>
            </a:extLst>
          </p:cNvPr>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082778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5_sj.텍스트_정책">
    <p:spTree>
      <p:nvGrpSpPr>
        <p:cNvPr id="1" name=""/>
        <p:cNvGrpSpPr/>
        <p:nvPr/>
      </p:nvGrpSpPr>
      <p:grpSpPr>
        <a:xfrm>
          <a:off x="0" y="0"/>
          <a:ext cx="0" cy="0"/>
          <a:chOff x="0" y="0"/>
          <a:chExt cx="0" cy="0"/>
        </a:xfrm>
      </p:grpSpPr>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0" name="슬라이드 번호 개체 틀 1"/>
          <p:cNvSpPr txBox="1">
            <a:spLocks/>
          </p:cNvSpPr>
          <p:nvPr userDrawn="1"/>
        </p:nvSpPr>
        <p:spPr>
          <a:xfrm>
            <a:off x="7501855"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
        <p:nvSpPr>
          <p:cNvPr id="3" name="텍스트 개체 틀 2"/>
          <p:cNvSpPr>
            <a:spLocks noGrp="1"/>
          </p:cNvSpPr>
          <p:nvPr>
            <p:ph type="body" sz="quarter" idx="10"/>
          </p:nvPr>
        </p:nvSpPr>
        <p:spPr>
          <a:xfrm>
            <a:off x="344488" y="734575"/>
            <a:ext cx="8856662" cy="1871663"/>
          </a:xfrm>
          <a:ln>
            <a:noFill/>
          </a:ln>
        </p:spPr>
        <p:txBody>
          <a:bodyPr>
            <a:normAutofit/>
          </a:bodyPr>
          <a:lstStyle>
            <a:lvl1pPr>
              <a:defRPr sz="1000">
                <a:ea typeface="나눔고딕" panose="020D0604000000000000"/>
              </a:defRPr>
            </a:lvl1pPr>
            <a:lvl2pPr marL="628650" indent="-171450">
              <a:buFont typeface="Arial" panose="020B0604020202020204" pitchFamily="34" charset="0"/>
              <a:buChar char="•"/>
              <a:defRPr sz="1000">
                <a:ea typeface="나눔고딕" panose="020D0604000000000000"/>
              </a:defRPr>
            </a:lvl2pPr>
            <a:lvl3pPr marL="1085850" indent="-171450">
              <a:buFont typeface="Arial" panose="020B0604020202020204" pitchFamily="34" charset="0"/>
              <a:buChar char="•"/>
              <a:defRPr sz="1000">
                <a:ea typeface="나눔고딕" panose="020D0604000000000000"/>
              </a:defRPr>
            </a:lvl3pPr>
            <a:lvl4pPr marL="1543050" indent="-171450">
              <a:buFont typeface="Arial" panose="020B0604020202020204" pitchFamily="34" charset="0"/>
              <a:buChar char="•"/>
              <a:defRPr sz="1000">
                <a:ea typeface="나눔고딕" panose="020D0604000000000000"/>
              </a:defRPr>
            </a:lvl4pPr>
            <a:lvl5pPr marL="2000250" indent="-171450">
              <a:buFont typeface="Arial" panose="020B0604020202020204" pitchFamily="34" charset="0"/>
              <a:buChar char="•"/>
              <a:defRPr sz="1000">
                <a:ea typeface="나눔고딕" panose="020D0604000000000000"/>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cxnSp>
        <p:nvCxnSpPr>
          <p:cNvPr id="9" name="직선 연결선 7">
            <a:extLst>
              <a:ext uri="{FF2B5EF4-FFF2-40B4-BE49-F238E27FC236}">
                <a16:creationId xmlns="" xmlns:a16="http://schemas.microsoft.com/office/drawing/2014/main" id="{21FF9D1C-219D-B248-BD7C-7ECFCF6C7E9D}"/>
              </a:ext>
            </a:extLst>
          </p:cNvPr>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082778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6_sj.텍스트_정책">
    <p:spTree>
      <p:nvGrpSpPr>
        <p:cNvPr id="1" name=""/>
        <p:cNvGrpSpPr/>
        <p:nvPr/>
      </p:nvGrpSpPr>
      <p:grpSpPr>
        <a:xfrm>
          <a:off x="0" y="0"/>
          <a:ext cx="0" cy="0"/>
          <a:chOff x="0" y="0"/>
          <a:chExt cx="0" cy="0"/>
        </a:xfrm>
      </p:grpSpPr>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0" name="슬라이드 번호 개체 틀 1"/>
          <p:cNvSpPr txBox="1">
            <a:spLocks/>
          </p:cNvSpPr>
          <p:nvPr userDrawn="1"/>
        </p:nvSpPr>
        <p:spPr>
          <a:xfrm>
            <a:off x="7501855"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
        <p:nvSpPr>
          <p:cNvPr id="3" name="텍스트 개체 틀 2"/>
          <p:cNvSpPr>
            <a:spLocks noGrp="1"/>
          </p:cNvSpPr>
          <p:nvPr>
            <p:ph type="body" sz="quarter" idx="10"/>
          </p:nvPr>
        </p:nvSpPr>
        <p:spPr>
          <a:xfrm>
            <a:off x="344488" y="734575"/>
            <a:ext cx="8856662" cy="1871663"/>
          </a:xfrm>
          <a:ln>
            <a:noFill/>
          </a:ln>
        </p:spPr>
        <p:txBody>
          <a:bodyPr>
            <a:normAutofit/>
          </a:bodyPr>
          <a:lstStyle>
            <a:lvl1pPr>
              <a:defRPr sz="1000">
                <a:ea typeface="나눔고딕" panose="020D0604000000000000"/>
              </a:defRPr>
            </a:lvl1pPr>
            <a:lvl2pPr marL="628650" indent="-171450">
              <a:buFont typeface="Arial" panose="020B0604020202020204" pitchFamily="34" charset="0"/>
              <a:buChar char="•"/>
              <a:defRPr sz="1000">
                <a:ea typeface="나눔고딕" panose="020D0604000000000000"/>
              </a:defRPr>
            </a:lvl2pPr>
            <a:lvl3pPr marL="1085850" indent="-171450">
              <a:buFont typeface="Arial" panose="020B0604020202020204" pitchFamily="34" charset="0"/>
              <a:buChar char="•"/>
              <a:defRPr sz="1000">
                <a:ea typeface="나눔고딕" panose="020D0604000000000000"/>
              </a:defRPr>
            </a:lvl3pPr>
            <a:lvl4pPr marL="1543050" indent="-171450">
              <a:buFont typeface="Arial" panose="020B0604020202020204" pitchFamily="34" charset="0"/>
              <a:buChar char="•"/>
              <a:defRPr sz="1000">
                <a:ea typeface="나눔고딕" panose="020D0604000000000000"/>
              </a:defRPr>
            </a:lvl4pPr>
            <a:lvl5pPr marL="2000250" indent="-171450">
              <a:buFont typeface="Arial" panose="020B0604020202020204" pitchFamily="34" charset="0"/>
              <a:buChar char="•"/>
              <a:defRPr sz="1000">
                <a:ea typeface="나눔고딕" panose="020D0604000000000000"/>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cxnSp>
        <p:nvCxnSpPr>
          <p:cNvPr id="9" name="직선 연결선 7">
            <a:extLst>
              <a:ext uri="{FF2B5EF4-FFF2-40B4-BE49-F238E27FC236}">
                <a16:creationId xmlns="" xmlns:a16="http://schemas.microsoft.com/office/drawing/2014/main" id="{21FF9D1C-219D-B248-BD7C-7ECFCF6C7E9D}"/>
              </a:ext>
            </a:extLst>
          </p:cNvPr>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082778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sj.텍스트">
    <p:spTree>
      <p:nvGrpSpPr>
        <p:cNvPr id="1" name=""/>
        <p:cNvGrpSpPr/>
        <p:nvPr/>
      </p:nvGrpSpPr>
      <p:grpSpPr>
        <a:xfrm>
          <a:off x="0" y="0"/>
          <a:ext cx="0" cy="0"/>
          <a:chOff x="0" y="0"/>
          <a:chExt cx="0" cy="0"/>
        </a:xfrm>
      </p:grpSpPr>
      <p:cxnSp>
        <p:nvCxnSpPr>
          <p:cNvPr id="8" name="직선 연결선 7"/>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1" name="직사각형 10">
            <a:extLst>
              <a:ext uri="{FF2B5EF4-FFF2-40B4-BE49-F238E27FC236}">
                <a16:creationId xmlns="" xmlns:a16="http://schemas.microsoft.com/office/drawing/2014/main" id="{78289EC2-94F6-2241-8F51-4F31D1F247F4}"/>
              </a:ext>
            </a:extLst>
          </p:cNvPr>
          <p:cNvSpPr/>
          <p:nvPr userDrawn="1"/>
        </p:nvSpPr>
        <p:spPr>
          <a:xfrm>
            <a:off x="7461523" y="764704"/>
            <a:ext cx="2379661" cy="60295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a:extLst>
              <a:ext uri="{FF2B5EF4-FFF2-40B4-BE49-F238E27FC236}">
                <a16:creationId xmlns="" xmlns:a16="http://schemas.microsoft.com/office/drawing/2014/main" id="{41A81FE1-4BC1-6D45-AFAB-605BDA2CEB04}"/>
              </a:ext>
            </a:extLst>
          </p:cNvPr>
          <p:cNvSpPr/>
          <p:nvPr userDrawn="1"/>
        </p:nvSpPr>
        <p:spPr>
          <a:xfrm>
            <a:off x="7461523" y="612502"/>
            <a:ext cx="2376487" cy="21599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ko-KR" sz="800" b="1" dirty="0">
                <a:solidFill>
                  <a:schemeClr val="tx1"/>
                </a:solidFill>
              </a:rPr>
              <a:t>Description</a:t>
            </a:r>
            <a:endParaRPr lang="ko-KR" altLang="en-US" sz="800" b="1" dirty="0">
              <a:solidFill>
                <a:schemeClr val="tx1"/>
              </a:solidFill>
            </a:endParaRPr>
          </a:p>
        </p:txBody>
      </p:sp>
      <p:sp>
        <p:nvSpPr>
          <p:cNvPr id="10" name="슬라이드 번호 개체 틀 1"/>
          <p:cNvSpPr txBox="1">
            <a:spLocks/>
          </p:cNvSpPr>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Tree>
    <p:extLst>
      <p:ext uri="{BB962C8B-B14F-4D97-AF65-F5344CB8AC3E}">
        <p14:creationId xmlns="" xmlns:p14="http://schemas.microsoft.com/office/powerpoint/2010/main" val="381295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sj.텍스트">
    <p:spTree>
      <p:nvGrpSpPr>
        <p:cNvPr id="1" name=""/>
        <p:cNvGrpSpPr/>
        <p:nvPr/>
      </p:nvGrpSpPr>
      <p:grpSpPr>
        <a:xfrm>
          <a:off x="0" y="0"/>
          <a:ext cx="0" cy="0"/>
          <a:chOff x="0" y="0"/>
          <a:chExt cx="0" cy="0"/>
        </a:xfrm>
      </p:grpSpPr>
      <p:cxnSp>
        <p:nvCxnSpPr>
          <p:cNvPr id="8" name="직선 연결선 7"/>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1" name="직사각형 10">
            <a:extLst>
              <a:ext uri="{FF2B5EF4-FFF2-40B4-BE49-F238E27FC236}">
                <a16:creationId xmlns="" xmlns:a16="http://schemas.microsoft.com/office/drawing/2014/main" id="{78289EC2-94F6-2241-8F51-4F31D1F247F4}"/>
              </a:ext>
            </a:extLst>
          </p:cNvPr>
          <p:cNvSpPr/>
          <p:nvPr userDrawn="1"/>
        </p:nvSpPr>
        <p:spPr>
          <a:xfrm>
            <a:off x="7461523" y="764704"/>
            <a:ext cx="2379661" cy="60295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a:extLst>
              <a:ext uri="{FF2B5EF4-FFF2-40B4-BE49-F238E27FC236}">
                <a16:creationId xmlns="" xmlns:a16="http://schemas.microsoft.com/office/drawing/2014/main" id="{41A81FE1-4BC1-6D45-AFAB-605BDA2CEB04}"/>
              </a:ext>
            </a:extLst>
          </p:cNvPr>
          <p:cNvSpPr/>
          <p:nvPr userDrawn="1"/>
        </p:nvSpPr>
        <p:spPr>
          <a:xfrm>
            <a:off x="7461523" y="612502"/>
            <a:ext cx="2376487" cy="21599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ko-KR" sz="800" b="1" dirty="0">
                <a:solidFill>
                  <a:schemeClr val="tx1"/>
                </a:solidFill>
              </a:rPr>
              <a:t>Description</a:t>
            </a:r>
            <a:endParaRPr lang="ko-KR" altLang="en-US" sz="800" b="1" dirty="0">
              <a:solidFill>
                <a:schemeClr val="tx1"/>
              </a:solidFill>
            </a:endParaRPr>
          </a:p>
        </p:txBody>
      </p:sp>
      <p:sp>
        <p:nvSpPr>
          <p:cNvPr id="10" name="슬라이드 번호 개체 틀 1"/>
          <p:cNvSpPr txBox="1">
            <a:spLocks/>
          </p:cNvSpPr>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Tree>
    <p:extLst>
      <p:ext uri="{BB962C8B-B14F-4D97-AF65-F5344CB8AC3E}">
        <p14:creationId xmlns="" xmlns:p14="http://schemas.microsoft.com/office/powerpoint/2010/main" val="381295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sj.텍스트">
    <p:spTree>
      <p:nvGrpSpPr>
        <p:cNvPr id="1" name=""/>
        <p:cNvGrpSpPr/>
        <p:nvPr/>
      </p:nvGrpSpPr>
      <p:grpSpPr>
        <a:xfrm>
          <a:off x="0" y="0"/>
          <a:ext cx="0" cy="0"/>
          <a:chOff x="0" y="0"/>
          <a:chExt cx="0" cy="0"/>
        </a:xfrm>
      </p:grpSpPr>
      <p:cxnSp>
        <p:nvCxnSpPr>
          <p:cNvPr id="8" name="직선 연결선 7"/>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1" name="직사각형 10">
            <a:extLst>
              <a:ext uri="{FF2B5EF4-FFF2-40B4-BE49-F238E27FC236}">
                <a16:creationId xmlns="" xmlns:a16="http://schemas.microsoft.com/office/drawing/2014/main" id="{78289EC2-94F6-2241-8F51-4F31D1F247F4}"/>
              </a:ext>
            </a:extLst>
          </p:cNvPr>
          <p:cNvSpPr/>
          <p:nvPr userDrawn="1"/>
        </p:nvSpPr>
        <p:spPr>
          <a:xfrm>
            <a:off x="7461523" y="764704"/>
            <a:ext cx="2379661" cy="60295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a:extLst>
              <a:ext uri="{FF2B5EF4-FFF2-40B4-BE49-F238E27FC236}">
                <a16:creationId xmlns="" xmlns:a16="http://schemas.microsoft.com/office/drawing/2014/main" id="{41A81FE1-4BC1-6D45-AFAB-605BDA2CEB04}"/>
              </a:ext>
            </a:extLst>
          </p:cNvPr>
          <p:cNvSpPr/>
          <p:nvPr userDrawn="1"/>
        </p:nvSpPr>
        <p:spPr>
          <a:xfrm>
            <a:off x="7461523" y="612502"/>
            <a:ext cx="2376487" cy="21599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ko-KR" sz="800" b="1" dirty="0">
                <a:solidFill>
                  <a:schemeClr val="tx1"/>
                </a:solidFill>
              </a:rPr>
              <a:t>Description</a:t>
            </a:r>
            <a:endParaRPr lang="ko-KR" altLang="en-US" sz="800" b="1" dirty="0">
              <a:solidFill>
                <a:schemeClr val="tx1"/>
              </a:solidFill>
            </a:endParaRPr>
          </a:p>
        </p:txBody>
      </p:sp>
      <p:sp>
        <p:nvSpPr>
          <p:cNvPr id="10" name="슬라이드 번호 개체 틀 1"/>
          <p:cNvSpPr txBox="1">
            <a:spLocks/>
          </p:cNvSpPr>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Tree>
    <p:extLst>
      <p:ext uri="{BB962C8B-B14F-4D97-AF65-F5344CB8AC3E}">
        <p14:creationId xmlns="" xmlns:p14="http://schemas.microsoft.com/office/powerpoint/2010/main" val="381295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sj.텍스트">
    <p:spTree>
      <p:nvGrpSpPr>
        <p:cNvPr id="1" name=""/>
        <p:cNvGrpSpPr/>
        <p:nvPr/>
      </p:nvGrpSpPr>
      <p:grpSpPr>
        <a:xfrm>
          <a:off x="0" y="0"/>
          <a:ext cx="0" cy="0"/>
          <a:chOff x="0" y="0"/>
          <a:chExt cx="0" cy="0"/>
        </a:xfrm>
      </p:grpSpPr>
      <p:cxnSp>
        <p:nvCxnSpPr>
          <p:cNvPr id="8" name="직선 연결선 7"/>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1" name="직사각형 10">
            <a:extLst>
              <a:ext uri="{FF2B5EF4-FFF2-40B4-BE49-F238E27FC236}">
                <a16:creationId xmlns="" xmlns:a16="http://schemas.microsoft.com/office/drawing/2014/main" id="{78289EC2-94F6-2241-8F51-4F31D1F247F4}"/>
              </a:ext>
            </a:extLst>
          </p:cNvPr>
          <p:cNvSpPr/>
          <p:nvPr userDrawn="1"/>
        </p:nvSpPr>
        <p:spPr>
          <a:xfrm>
            <a:off x="7461523" y="764704"/>
            <a:ext cx="2379661" cy="60295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a:extLst>
              <a:ext uri="{FF2B5EF4-FFF2-40B4-BE49-F238E27FC236}">
                <a16:creationId xmlns="" xmlns:a16="http://schemas.microsoft.com/office/drawing/2014/main" id="{41A81FE1-4BC1-6D45-AFAB-605BDA2CEB04}"/>
              </a:ext>
            </a:extLst>
          </p:cNvPr>
          <p:cNvSpPr/>
          <p:nvPr userDrawn="1"/>
        </p:nvSpPr>
        <p:spPr>
          <a:xfrm>
            <a:off x="7461523" y="612502"/>
            <a:ext cx="2376487" cy="21599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ko-KR" sz="800" b="1" dirty="0">
                <a:solidFill>
                  <a:schemeClr val="tx1"/>
                </a:solidFill>
              </a:rPr>
              <a:t>Description</a:t>
            </a:r>
            <a:endParaRPr lang="ko-KR" altLang="en-US" sz="800" b="1" dirty="0">
              <a:solidFill>
                <a:schemeClr val="tx1"/>
              </a:solidFill>
            </a:endParaRPr>
          </a:p>
        </p:txBody>
      </p:sp>
      <p:sp>
        <p:nvSpPr>
          <p:cNvPr id="10" name="슬라이드 번호 개체 틀 1"/>
          <p:cNvSpPr txBox="1">
            <a:spLocks/>
          </p:cNvSpPr>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Tree>
    <p:extLst>
      <p:ext uri="{BB962C8B-B14F-4D97-AF65-F5344CB8AC3E}">
        <p14:creationId xmlns="" xmlns:p14="http://schemas.microsoft.com/office/powerpoint/2010/main" val="381295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sj.텍스트">
    <p:spTree>
      <p:nvGrpSpPr>
        <p:cNvPr id="1" name=""/>
        <p:cNvGrpSpPr/>
        <p:nvPr/>
      </p:nvGrpSpPr>
      <p:grpSpPr>
        <a:xfrm>
          <a:off x="0" y="0"/>
          <a:ext cx="0" cy="0"/>
          <a:chOff x="0" y="0"/>
          <a:chExt cx="0" cy="0"/>
        </a:xfrm>
      </p:grpSpPr>
      <p:cxnSp>
        <p:nvCxnSpPr>
          <p:cNvPr id="8" name="직선 연결선 7"/>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1" name="직사각형 10">
            <a:extLst>
              <a:ext uri="{FF2B5EF4-FFF2-40B4-BE49-F238E27FC236}">
                <a16:creationId xmlns="" xmlns:a16="http://schemas.microsoft.com/office/drawing/2014/main" id="{78289EC2-94F6-2241-8F51-4F31D1F247F4}"/>
              </a:ext>
            </a:extLst>
          </p:cNvPr>
          <p:cNvSpPr/>
          <p:nvPr userDrawn="1"/>
        </p:nvSpPr>
        <p:spPr>
          <a:xfrm>
            <a:off x="7461523" y="764704"/>
            <a:ext cx="2379661" cy="60295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a:extLst>
              <a:ext uri="{FF2B5EF4-FFF2-40B4-BE49-F238E27FC236}">
                <a16:creationId xmlns="" xmlns:a16="http://schemas.microsoft.com/office/drawing/2014/main" id="{41A81FE1-4BC1-6D45-AFAB-605BDA2CEB04}"/>
              </a:ext>
            </a:extLst>
          </p:cNvPr>
          <p:cNvSpPr/>
          <p:nvPr userDrawn="1"/>
        </p:nvSpPr>
        <p:spPr>
          <a:xfrm>
            <a:off x="7461523" y="612502"/>
            <a:ext cx="2376487" cy="21599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ko-KR" sz="800" b="1" dirty="0">
                <a:solidFill>
                  <a:schemeClr val="tx1"/>
                </a:solidFill>
              </a:rPr>
              <a:t>Description</a:t>
            </a:r>
            <a:endParaRPr lang="ko-KR" altLang="en-US" sz="800" b="1" dirty="0">
              <a:solidFill>
                <a:schemeClr val="tx1"/>
              </a:solidFill>
            </a:endParaRPr>
          </a:p>
        </p:txBody>
      </p:sp>
      <p:sp>
        <p:nvSpPr>
          <p:cNvPr id="10" name="슬라이드 번호 개체 틀 1"/>
          <p:cNvSpPr txBox="1">
            <a:spLocks/>
          </p:cNvSpPr>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Tree>
    <p:extLst>
      <p:ext uri="{BB962C8B-B14F-4D97-AF65-F5344CB8AC3E}">
        <p14:creationId xmlns="" xmlns:p14="http://schemas.microsoft.com/office/powerpoint/2010/main" val="381295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sj.텍스트">
    <p:spTree>
      <p:nvGrpSpPr>
        <p:cNvPr id="1" name=""/>
        <p:cNvGrpSpPr/>
        <p:nvPr/>
      </p:nvGrpSpPr>
      <p:grpSpPr>
        <a:xfrm>
          <a:off x="0" y="0"/>
          <a:ext cx="0" cy="0"/>
          <a:chOff x="0" y="0"/>
          <a:chExt cx="0" cy="0"/>
        </a:xfrm>
      </p:grpSpPr>
      <p:cxnSp>
        <p:nvCxnSpPr>
          <p:cNvPr id="8" name="직선 연결선 7"/>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1" name="직사각형 10">
            <a:extLst>
              <a:ext uri="{FF2B5EF4-FFF2-40B4-BE49-F238E27FC236}">
                <a16:creationId xmlns="" xmlns:a16="http://schemas.microsoft.com/office/drawing/2014/main" id="{78289EC2-94F6-2241-8F51-4F31D1F247F4}"/>
              </a:ext>
            </a:extLst>
          </p:cNvPr>
          <p:cNvSpPr/>
          <p:nvPr userDrawn="1"/>
        </p:nvSpPr>
        <p:spPr>
          <a:xfrm>
            <a:off x="7461523" y="764704"/>
            <a:ext cx="2379661" cy="60295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a:extLst>
              <a:ext uri="{FF2B5EF4-FFF2-40B4-BE49-F238E27FC236}">
                <a16:creationId xmlns="" xmlns:a16="http://schemas.microsoft.com/office/drawing/2014/main" id="{41A81FE1-4BC1-6D45-AFAB-605BDA2CEB04}"/>
              </a:ext>
            </a:extLst>
          </p:cNvPr>
          <p:cNvSpPr/>
          <p:nvPr userDrawn="1"/>
        </p:nvSpPr>
        <p:spPr>
          <a:xfrm>
            <a:off x="7461523" y="612502"/>
            <a:ext cx="2376487" cy="21599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ko-KR" sz="800" b="1" dirty="0">
                <a:solidFill>
                  <a:schemeClr val="tx1"/>
                </a:solidFill>
              </a:rPr>
              <a:t>Description</a:t>
            </a:r>
            <a:endParaRPr lang="ko-KR" altLang="en-US" sz="800" b="1" dirty="0">
              <a:solidFill>
                <a:schemeClr val="tx1"/>
              </a:solidFill>
            </a:endParaRPr>
          </a:p>
        </p:txBody>
      </p:sp>
      <p:sp>
        <p:nvSpPr>
          <p:cNvPr id="10" name="슬라이드 번호 개체 틀 1"/>
          <p:cNvSpPr txBox="1">
            <a:spLocks/>
          </p:cNvSpPr>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Tree>
    <p:extLst>
      <p:ext uri="{BB962C8B-B14F-4D97-AF65-F5344CB8AC3E}">
        <p14:creationId xmlns="" xmlns:p14="http://schemas.microsoft.com/office/powerpoint/2010/main" val="3812952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sj.텍스트">
    <p:spTree>
      <p:nvGrpSpPr>
        <p:cNvPr id="1" name=""/>
        <p:cNvGrpSpPr/>
        <p:nvPr/>
      </p:nvGrpSpPr>
      <p:grpSpPr>
        <a:xfrm>
          <a:off x="0" y="0"/>
          <a:ext cx="0" cy="0"/>
          <a:chOff x="0" y="0"/>
          <a:chExt cx="0" cy="0"/>
        </a:xfrm>
      </p:grpSpPr>
      <p:cxnSp>
        <p:nvCxnSpPr>
          <p:cNvPr id="8" name="직선 연결선 7"/>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1" name="직사각형 10">
            <a:extLst>
              <a:ext uri="{FF2B5EF4-FFF2-40B4-BE49-F238E27FC236}">
                <a16:creationId xmlns="" xmlns:a16="http://schemas.microsoft.com/office/drawing/2014/main" id="{78289EC2-94F6-2241-8F51-4F31D1F247F4}"/>
              </a:ext>
            </a:extLst>
          </p:cNvPr>
          <p:cNvSpPr/>
          <p:nvPr userDrawn="1"/>
        </p:nvSpPr>
        <p:spPr>
          <a:xfrm>
            <a:off x="7461523" y="764704"/>
            <a:ext cx="2379661" cy="60295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a:extLst>
              <a:ext uri="{FF2B5EF4-FFF2-40B4-BE49-F238E27FC236}">
                <a16:creationId xmlns="" xmlns:a16="http://schemas.microsoft.com/office/drawing/2014/main" id="{41A81FE1-4BC1-6D45-AFAB-605BDA2CEB04}"/>
              </a:ext>
            </a:extLst>
          </p:cNvPr>
          <p:cNvSpPr/>
          <p:nvPr userDrawn="1"/>
        </p:nvSpPr>
        <p:spPr>
          <a:xfrm>
            <a:off x="7461523" y="612502"/>
            <a:ext cx="2376487" cy="21599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ko-KR" sz="800" b="1" dirty="0">
                <a:solidFill>
                  <a:schemeClr val="tx1"/>
                </a:solidFill>
              </a:rPr>
              <a:t>Description</a:t>
            </a:r>
            <a:endParaRPr lang="ko-KR" altLang="en-US" sz="800" b="1" dirty="0">
              <a:solidFill>
                <a:schemeClr val="tx1"/>
              </a:solidFill>
            </a:endParaRPr>
          </a:p>
        </p:txBody>
      </p:sp>
      <p:sp>
        <p:nvSpPr>
          <p:cNvPr id="10" name="슬라이드 번호 개체 틀 1"/>
          <p:cNvSpPr txBox="1">
            <a:spLocks/>
          </p:cNvSpPr>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Tree>
    <p:extLst>
      <p:ext uri="{BB962C8B-B14F-4D97-AF65-F5344CB8AC3E}">
        <p14:creationId xmlns="" xmlns:p14="http://schemas.microsoft.com/office/powerpoint/2010/main" val="3812952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sj.텍스트">
    <p:spTree>
      <p:nvGrpSpPr>
        <p:cNvPr id="1" name=""/>
        <p:cNvGrpSpPr/>
        <p:nvPr/>
      </p:nvGrpSpPr>
      <p:grpSpPr>
        <a:xfrm>
          <a:off x="0" y="0"/>
          <a:ext cx="0" cy="0"/>
          <a:chOff x="0" y="0"/>
          <a:chExt cx="0" cy="0"/>
        </a:xfrm>
      </p:grpSpPr>
      <p:cxnSp>
        <p:nvCxnSpPr>
          <p:cNvPr id="8" name="직선 연결선 7"/>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1" name="직사각형 10">
            <a:extLst>
              <a:ext uri="{FF2B5EF4-FFF2-40B4-BE49-F238E27FC236}">
                <a16:creationId xmlns="" xmlns:a16="http://schemas.microsoft.com/office/drawing/2014/main" id="{78289EC2-94F6-2241-8F51-4F31D1F247F4}"/>
              </a:ext>
            </a:extLst>
          </p:cNvPr>
          <p:cNvSpPr/>
          <p:nvPr userDrawn="1"/>
        </p:nvSpPr>
        <p:spPr>
          <a:xfrm>
            <a:off x="7461523" y="764704"/>
            <a:ext cx="2379661" cy="60295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a:extLst>
              <a:ext uri="{FF2B5EF4-FFF2-40B4-BE49-F238E27FC236}">
                <a16:creationId xmlns="" xmlns:a16="http://schemas.microsoft.com/office/drawing/2014/main" id="{41A81FE1-4BC1-6D45-AFAB-605BDA2CEB04}"/>
              </a:ext>
            </a:extLst>
          </p:cNvPr>
          <p:cNvSpPr/>
          <p:nvPr userDrawn="1"/>
        </p:nvSpPr>
        <p:spPr>
          <a:xfrm>
            <a:off x="7461523" y="612502"/>
            <a:ext cx="2376487" cy="21599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ko-KR" sz="800" b="1" dirty="0">
                <a:solidFill>
                  <a:schemeClr val="tx1"/>
                </a:solidFill>
              </a:rPr>
              <a:t>Description</a:t>
            </a:r>
            <a:endParaRPr lang="ko-KR" altLang="en-US" sz="800" b="1" dirty="0">
              <a:solidFill>
                <a:schemeClr val="tx1"/>
              </a:solidFill>
            </a:endParaRPr>
          </a:p>
        </p:txBody>
      </p:sp>
      <p:sp>
        <p:nvSpPr>
          <p:cNvPr id="10" name="슬라이드 번호 개체 틀 1"/>
          <p:cNvSpPr txBox="1">
            <a:spLocks/>
          </p:cNvSpPr>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Tree>
    <p:extLst>
      <p:ext uri="{BB962C8B-B14F-4D97-AF65-F5344CB8AC3E}">
        <p14:creationId xmlns="" xmlns:p14="http://schemas.microsoft.com/office/powerpoint/2010/main" val="381295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sj.텍스트">
    <p:spTree>
      <p:nvGrpSpPr>
        <p:cNvPr id="1" name=""/>
        <p:cNvGrpSpPr/>
        <p:nvPr/>
      </p:nvGrpSpPr>
      <p:grpSpPr>
        <a:xfrm>
          <a:off x="0" y="0"/>
          <a:ext cx="0" cy="0"/>
          <a:chOff x="0" y="0"/>
          <a:chExt cx="0" cy="0"/>
        </a:xfrm>
      </p:grpSpPr>
      <p:cxnSp>
        <p:nvCxnSpPr>
          <p:cNvPr id="8" name="직선 연결선 7"/>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1" name="직사각형 10">
            <a:extLst>
              <a:ext uri="{FF2B5EF4-FFF2-40B4-BE49-F238E27FC236}">
                <a16:creationId xmlns="" xmlns:a16="http://schemas.microsoft.com/office/drawing/2014/main" id="{78289EC2-94F6-2241-8F51-4F31D1F247F4}"/>
              </a:ext>
            </a:extLst>
          </p:cNvPr>
          <p:cNvSpPr/>
          <p:nvPr userDrawn="1"/>
        </p:nvSpPr>
        <p:spPr>
          <a:xfrm>
            <a:off x="7461523" y="764704"/>
            <a:ext cx="2379661" cy="60295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a:extLst>
              <a:ext uri="{FF2B5EF4-FFF2-40B4-BE49-F238E27FC236}">
                <a16:creationId xmlns="" xmlns:a16="http://schemas.microsoft.com/office/drawing/2014/main" id="{41A81FE1-4BC1-6D45-AFAB-605BDA2CEB04}"/>
              </a:ext>
            </a:extLst>
          </p:cNvPr>
          <p:cNvSpPr/>
          <p:nvPr userDrawn="1"/>
        </p:nvSpPr>
        <p:spPr>
          <a:xfrm>
            <a:off x="7461523" y="612502"/>
            <a:ext cx="2376487" cy="21599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ko-KR" sz="800" b="1" dirty="0">
                <a:solidFill>
                  <a:schemeClr val="tx1"/>
                </a:solidFill>
              </a:rPr>
              <a:t>Description</a:t>
            </a:r>
            <a:endParaRPr lang="ko-KR" altLang="en-US" sz="800" b="1" dirty="0">
              <a:solidFill>
                <a:schemeClr val="tx1"/>
              </a:solidFill>
            </a:endParaRPr>
          </a:p>
        </p:txBody>
      </p:sp>
      <p:sp>
        <p:nvSpPr>
          <p:cNvPr id="10" name="슬라이드 번호 개체 틀 1"/>
          <p:cNvSpPr txBox="1">
            <a:spLocks/>
          </p:cNvSpPr>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Tree>
    <p:extLst>
      <p:ext uri="{BB962C8B-B14F-4D97-AF65-F5344CB8AC3E}">
        <p14:creationId xmlns="" xmlns:p14="http://schemas.microsoft.com/office/powerpoint/2010/main" val="3812952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sj.텍스트">
    <p:spTree>
      <p:nvGrpSpPr>
        <p:cNvPr id="1" name=""/>
        <p:cNvGrpSpPr/>
        <p:nvPr/>
      </p:nvGrpSpPr>
      <p:grpSpPr>
        <a:xfrm>
          <a:off x="0" y="0"/>
          <a:ext cx="0" cy="0"/>
          <a:chOff x="0" y="0"/>
          <a:chExt cx="0" cy="0"/>
        </a:xfrm>
      </p:grpSpPr>
      <p:cxnSp>
        <p:nvCxnSpPr>
          <p:cNvPr id="8" name="직선 연결선 7"/>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1" name="직사각형 10">
            <a:extLst>
              <a:ext uri="{FF2B5EF4-FFF2-40B4-BE49-F238E27FC236}">
                <a16:creationId xmlns="" xmlns:a16="http://schemas.microsoft.com/office/drawing/2014/main" id="{78289EC2-94F6-2241-8F51-4F31D1F247F4}"/>
              </a:ext>
            </a:extLst>
          </p:cNvPr>
          <p:cNvSpPr/>
          <p:nvPr userDrawn="1"/>
        </p:nvSpPr>
        <p:spPr>
          <a:xfrm>
            <a:off x="7461523" y="764704"/>
            <a:ext cx="2379661" cy="60295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a:extLst>
              <a:ext uri="{FF2B5EF4-FFF2-40B4-BE49-F238E27FC236}">
                <a16:creationId xmlns="" xmlns:a16="http://schemas.microsoft.com/office/drawing/2014/main" id="{41A81FE1-4BC1-6D45-AFAB-605BDA2CEB04}"/>
              </a:ext>
            </a:extLst>
          </p:cNvPr>
          <p:cNvSpPr/>
          <p:nvPr userDrawn="1"/>
        </p:nvSpPr>
        <p:spPr>
          <a:xfrm>
            <a:off x="7461523" y="612502"/>
            <a:ext cx="2376487" cy="21599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ko-KR" sz="800" b="1" dirty="0">
                <a:solidFill>
                  <a:schemeClr val="tx1"/>
                </a:solidFill>
              </a:rPr>
              <a:t>Description</a:t>
            </a:r>
            <a:endParaRPr lang="ko-KR" altLang="en-US" sz="800" b="1" dirty="0">
              <a:solidFill>
                <a:schemeClr val="tx1"/>
              </a:solidFill>
            </a:endParaRPr>
          </a:p>
        </p:txBody>
      </p:sp>
      <p:sp>
        <p:nvSpPr>
          <p:cNvPr id="10" name="슬라이드 번호 개체 틀 1"/>
          <p:cNvSpPr txBox="1">
            <a:spLocks/>
          </p:cNvSpPr>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Tree>
    <p:extLst>
      <p:ext uri="{BB962C8B-B14F-4D97-AF65-F5344CB8AC3E}">
        <p14:creationId xmlns="" xmlns:p14="http://schemas.microsoft.com/office/powerpoint/2010/main" val="3812952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sj.텍스트">
    <p:spTree>
      <p:nvGrpSpPr>
        <p:cNvPr id="1" name=""/>
        <p:cNvGrpSpPr/>
        <p:nvPr/>
      </p:nvGrpSpPr>
      <p:grpSpPr>
        <a:xfrm>
          <a:off x="0" y="0"/>
          <a:ext cx="0" cy="0"/>
          <a:chOff x="0" y="0"/>
          <a:chExt cx="0" cy="0"/>
        </a:xfrm>
      </p:grpSpPr>
      <p:cxnSp>
        <p:nvCxnSpPr>
          <p:cNvPr id="8" name="직선 연결선 7"/>
          <p:cNvCxnSpPr>
            <a:cxnSpLocks/>
          </p:cNvCxnSpPr>
          <p:nvPr userDrawn="1"/>
        </p:nvCxnSpPr>
        <p:spPr>
          <a:xfrm>
            <a:off x="128464" y="548680"/>
            <a:ext cx="9709546" cy="0"/>
          </a:xfrm>
          <a:prstGeom prst="line">
            <a:avLst/>
          </a:prstGeom>
          <a:ln w="38100">
            <a:solidFill>
              <a:srgbClr val="3E484F"/>
            </a:solidFill>
          </a:ln>
        </p:spPr>
        <p:style>
          <a:lnRef idx="1">
            <a:schemeClr val="accent1"/>
          </a:lnRef>
          <a:fillRef idx="0">
            <a:schemeClr val="accent1"/>
          </a:fillRef>
          <a:effectRef idx="0">
            <a:schemeClr val="accent1"/>
          </a:effectRef>
          <a:fontRef idx="minor">
            <a:schemeClr val="tx1"/>
          </a:fontRef>
        </p:style>
      </p:cxnSp>
      <p:sp>
        <p:nvSpPr>
          <p:cNvPr id="17" name="제목 16"/>
          <p:cNvSpPr>
            <a:spLocks noGrp="1"/>
          </p:cNvSpPr>
          <p:nvPr>
            <p:ph type="title"/>
          </p:nvPr>
        </p:nvSpPr>
        <p:spPr>
          <a:xfrm>
            <a:off x="128464" y="27460"/>
            <a:ext cx="7957637" cy="521221"/>
          </a:xfrm>
        </p:spPr>
        <p:txBody>
          <a:bodyPr>
            <a:normAutofit/>
          </a:bodyPr>
          <a:lstStyle>
            <a:lvl1pPr algn="l">
              <a:defRPr sz="1600" b="1">
                <a:solidFill>
                  <a:schemeClr val="tx1">
                    <a:lumMod val="65000"/>
                    <a:lumOff val="35000"/>
                  </a:schemeClr>
                </a:solidFill>
                <a:latin typeface="나눔고딕" pitchFamily="50" charset="-127"/>
                <a:ea typeface="나눔고딕" pitchFamily="50" charset="-127"/>
              </a:defRPr>
            </a:lvl1pPr>
          </a:lstStyle>
          <a:p>
            <a:r>
              <a:rPr lang="ko-KR" altLang="en-US" dirty="0"/>
              <a:t>마스터 제목 스타일 편집</a:t>
            </a:r>
          </a:p>
        </p:txBody>
      </p:sp>
      <p:sp>
        <p:nvSpPr>
          <p:cNvPr id="11" name="직사각형 10">
            <a:extLst>
              <a:ext uri="{FF2B5EF4-FFF2-40B4-BE49-F238E27FC236}">
                <a16:creationId xmlns="" xmlns:a16="http://schemas.microsoft.com/office/drawing/2014/main" id="{78289EC2-94F6-2241-8F51-4F31D1F247F4}"/>
              </a:ext>
            </a:extLst>
          </p:cNvPr>
          <p:cNvSpPr/>
          <p:nvPr userDrawn="1"/>
        </p:nvSpPr>
        <p:spPr>
          <a:xfrm>
            <a:off x="7461523" y="764704"/>
            <a:ext cx="2379661" cy="60295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a:extLst>
              <a:ext uri="{FF2B5EF4-FFF2-40B4-BE49-F238E27FC236}">
                <a16:creationId xmlns="" xmlns:a16="http://schemas.microsoft.com/office/drawing/2014/main" id="{41A81FE1-4BC1-6D45-AFAB-605BDA2CEB04}"/>
              </a:ext>
            </a:extLst>
          </p:cNvPr>
          <p:cNvSpPr/>
          <p:nvPr userDrawn="1"/>
        </p:nvSpPr>
        <p:spPr>
          <a:xfrm>
            <a:off x="7461523" y="612502"/>
            <a:ext cx="2376487" cy="21599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ko-KR" sz="800" b="1" dirty="0">
                <a:solidFill>
                  <a:schemeClr val="tx1"/>
                </a:solidFill>
              </a:rPr>
              <a:t>Description</a:t>
            </a:r>
            <a:endParaRPr lang="ko-KR" altLang="en-US" sz="800" b="1" dirty="0">
              <a:solidFill>
                <a:schemeClr val="tx1"/>
              </a:solidFill>
            </a:endParaRPr>
          </a:p>
        </p:txBody>
      </p:sp>
      <p:sp>
        <p:nvSpPr>
          <p:cNvPr id="10" name="슬라이드 번호 개체 틀 1"/>
          <p:cNvSpPr txBox="1">
            <a:spLocks/>
          </p:cNvSpPr>
          <p:nvPr userDrawn="1"/>
        </p:nvSpPr>
        <p:spPr>
          <a:xfrm>
            <a:off x="7526610" y="6510734"/>
            <a:ext cx="2311400" cy="365125"/>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B80D61F-97A8-4139-ACBF-D3DAEA84C92B}" type="slidenum">
              <a:rPr lang="ko-KR" altLang="en-US" sz="1000" smtClean="0">
                <a:solidFill>
                  <a:schemeClr val="bg1">
                    <a:lumMod val="50000"/>
                  </a:schemeClr>
                </a:solidFill>
                <a:latin typeface="나눔고딕" pitchFamily="50" charset="-127"/>
                <a:ea typeface="나눔고딕" pitchFamily="50" charset="-127"/>
              </a:rPr>
              <a:pPr/>
              <a:t>‹#›</a:t>
            </a:fld>
            <a:endParaRPr lang="ko-KR" altLang="en-US" sz="1000" dirty="0">
              <a:solidFill>
                <a:schemeClr val="bg1">
                  <a:lumMod val="50000"/>
                </a:schemeClr>
              </a:solidFill>
              <a:latin typeface="나눔고딕" pitchFamily="50" charset="-127"/>
              <a:ea typeface="나눔고딕" pitchFamily="50" charset="-127"/>
            </a:endParaRPr>
          </a:p>
        </p:txBody>
      </p:sp>
    </p:spTree>
    <p:extLst>
      <p:ext uri="{BB962C8B-B14F-4D97-AF65-F5344CB8AC3E}">
        <p14:creationId xmlns="" xmlns:p14="http://schemas.microsoft.com/office/powerpoint/2010/main" val="381295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Malgun Gothic"/>
              <a:buNone/>
              <a:defRPr sz="4400" b="0" i="0" u="none" strike="noStrike" cap="non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8"/>
          <p:cNvSpPr txBox="1">
            <a:spLocks noGrp="1"/>
          </p:cNvSpPr>
          <p:nvPr>
            <p:ph type="body" idx="1"/>
          </p:nvPr>
        </p:nvSpPr>
        <p:spPr>
          <a:xfrm>
            <a:off x="495300" y="1600201"/>
            <a:ext cx="89154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Malgun Gothic"/>
                <a:ea typeface="Malgun Gothic"/>
                <a:cs typeface="Malgun Gothic"/>
                <a:sym typeface="Malgun Gothic"/>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Malgun Gothic"/>
                <a:ea typeface="Malgun Gothic"/>
                <a:cs typeface="Malgun Gothic"/>
                <a:sym typeface="Malgun Gothic"/>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Malgun Gothic"/>
                <a:ea typeface="Malgun Gothic"/>
                <a:cs typeface="Malgun Gothic"/>
                <a:sym typeface="Malgun Gothic"/>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9pPr>
          </a:lstStyle>
          <a:p>
            <a:endParaRPr/>
          </a:p>
        </p:txBody>
      </p:sp>
      <p:sp>
        <p:nvSpPr>
          <p:cNvPr id="12" name="Google Shape;12;p18"/>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3" name="Google Shape;13;p18"/>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4" name="Google Shape;14;p18"/>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Malgun Gothic"/>
                <a:ea typeface="Malgun Gothic"/>
                <a:cs typeface="Malgun Gothic"/>
                <a:sym typeface="Malgun Gothic"/>
              </a:defRPr>
            </a:lvl1pPr>
            <a:lvl2pPr marL="0" marR="0" lvl="1" indent="0" algn="r" rtl="0">
              <a:spcBef>
                <a:spcPts val="0"/>
              </a:spcBef>
              <a:buNone/>
              <a:defRPr sz="1200" b="0" i="0" u="none" strike="noStrike" cap="none">
                <a:solidFill>
                  <a:srgbClr val="888888"/>
                </a:solidFill>
                <a:latin typeface="Malgun Gothic"/>
                <a:ea typeface="Malgun Gothic"/>
                <a:cs typeface="Malgun Gothic"/>
                <a:sym typeface="Malgun Gothic"/>
              </a:defRPr>
            </a:lvl2pPr>
            <a:lvl3pPr marL="0" marR="0" lvl="2" indent="0" algn="r" rtl="0">
              <a:spcBef>
                <a:spcPts val="0"/>
              </a:spcBef>
              <a:buNone/>
              <a:defRPr sz="1200" b="0" i="0" u="none" strike="noStrike" cap="none">
                <a:solidFill>
                  <a:srgbClr val="888888"/>
                </a:solidFill>
                <a:latin typeface="Malgun Gothic"/>
                <a:ea typeface="Malgun Gothic"/>
                <a:cs typeface="Malgun Gothic"/>
                <a:sym typeface="Malgun Gothic"/>
              </a:defRPr>
            </a:lvl3pPr>
            <a:lvl4pPr marL="0" marR="0" lvl="3" indent="0" algn="r" rtl="0">
              <a:spcBef>
                <a:spcPts val="0"/>
              </a:spcBef>
              <a:buNone/>
              <a:defRPr sz="1200" b="0" i="0" u="none" strike="noStrike" cap="none">
                <a:solidFill>
                  <a:srgbClr val="888888"/>
                </a:solidFill>
                <a:latin typeface="Malgun Gothic"/>
                <a:ea typeface="Malgun Gothic"/>
                <a:cs typeface="Malgun Gothic"/>
                <a:sym typeface="Malgun Gothic"/>
              </a:defRPr>
            </a:lvl4pPr>
            <a:lvl5pPr marL="0" marR="0" lvl="4" indent="0" algn="r" rtl="0">
              <a:spcBef>
                <a:spcPts val="0"/>
              </a:spcBef>
              <a:buNone/>
              <a:defRPr sz="1200" b="0" i="0" u="none" strike="noStrike" cap="none">
                <a:solidFill>
                  <a:srgbClr val="888888"/>
                </a:solidFill>
                <a:latin typeface="Malgun Gothic"/>
                <a:ea typeface="Malgun Gothic"/>
                <a:cs typeface="Malgun Gothic"/>
                <a:sym typeface="Malgun Gothic"/>
              </a:defRPr>
            </a:lvl5pPr>
            <a:lvl6pPr marL="0" marR="0" lvl="5" indent="0" algn="r" rtl="0">
              <a:spcBef>
                <a:spcPts val="0"/>
              </a:spcBef>
              <a:buNone/>
              <a:defRPr sz="1200" b="0" i="0" u="none" strike="noStrike" cap="none">
                <a:solidFill>
                  <a:srgbClr val="888888"/>
                </a:solidFill>
                <a:latin typeface="Malgun Gothic"/>
                <a:ea typeface="Malgun Gothic"/>
                <a:cs typeface="Malgun Gothic"/>
                <a:sym typeface="Malgun Gothic"/>
              </a:defRPr>
            </a:lvl6pPr>
            <a:lvl7pPr marL="0" marR="0" lvl="6" indent="0" algn="r" rtl="0">
              <a:spcBef>
                <a:spcPts val="0"/>
              </a:spcBef>
              <a:buNone/>
              <a:defRPr sz="1200" b="0" i="0" u="none" strike="noStrike" cap="none">
                <a:solidFill>
                  <a:srgbClr val="888888"/>
                </a:solidFill>
                <a:latin typeface="Malgun Gothic"/>
                <a:ea typeface="Malgun Gothic"/>
                <a:cs typeface="Malgun Gothic"/>
                <a:sym typeface="Malgun Gothic"/>
              </a:defRPr>
            </a:lvl7pPr>
            <a:lvl8pPr marL="0" marR="0" lvl="7" indent="0" algn="r" rtl="0">
              <a:spcBef>
                <a:spcPts val="0"/>
              </a:spcBef>
              <a:buNone/>
              <a:defRPr sz="1200" b="0" i="0" u="none" strike="noStrike" cap="none">
                <a:solidFill>
                  <a:srgbClr val="888888"/>
                </a:solidFill>
                <a:latin typeface="Malgun Gothic"/>
                <a:ea typeface="Malgun Gothic"/>
                <a:cs typeface="Malgun Gothic"/>
                <a:sym typeface="Malgun Gothic"/>
              </a:defRPr>
            </a:lvl8pPr>
            <a:lvl9pPr marL="0" marR="0" lvl="8" indent="0" algn="r" rtl="0">
              <a:spcBef>
                <a:spcPts val="0"/>
              </a:spcBef>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tiff"/><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tiff"/><Relationship Id="rId5" Type="http://schemas.openxmlformats.org/officeDocument/2006/relationships/image" Target="../media/image3.tiff"/><Relationship Id="rId4" Type="http://schemas.openxmlformats.org/officeDocument/2006/relationships/image" Target="../media/image2.tiff"/></Relationships>
</file>

<file path=ppt/slides/_rels/slide4.xml.rels><?xml version="1.0" encoding="UTF-8" standalone="yes"?>
<Relationships xmlns="http://schemas.openxmlformats.org/package/2006/relationships"><Relationship Id="rId3" Type="http://schemas.openxmlformats.org/officeDocument/2006/relationships/image" Target="../media/image7.tiff"/><Relationship Id="rId7" Type="http://schemas.openxmlformats.org/officeDocument/2006/relationships/image" Target="../media/image11.tiff"/><Relationship Id="rId2" Type="http://schemas.openxmlformats.org/officeDocument/2006/relationships/image" Target="../media/image6.tiff"/><Relationship Id="rId1" Type="http://schemas.openxmlformats.org/officeDocument/2006/relationships/slideLayout" Target="../slideLayouts/slideLayout8.xml"/><Relationship Id="rId6" Type="http://schemas.openxmlformats.org/officeDocument/2006/relationships/image" Target="../media/image10.tiff"/><Relationship Id="rId5" Type="http://schemas.openxmlformats.org/officeDocument/2006/relationships/image" Target="../media/image9.tiff"/><Relationship Id="rId4" Type="http://schemas.openxmlformats.org/officeDocument/2006/relationships/image" Target="../media/image8.tiff"/></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image" Target="../media/image11.tiff"/><Relationship Id="rId1"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image" Target="../media/image11.tiff"/><Relationship Id="rId1" Type="http://schemas.openxmlformats.org/officeDocument/2006/relationships/slideLayout" Target="../slideLayouts/slideLayout1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7.tiff"/><Relationship Id="rId3" Type="http://schemas.openxmlformats.org/officeDocument/2006/relationships/image" Target="../media/image20.tiff"/><Relationship Id="rId7" Type="http://schemas.openxmlformats.org/officeDocument/2006/relationships/image" Target="../media/image23.tiff"/><Relationship Id="rId2" Type="http://schemas.openxmlformats.org/officeDocument/2006/relationships/image" Target="../media/image19.tiff"/><Relationship Id="rId1" Type="http://schemas.openxmlformats.org/officeDocument/2006/relationships/slideLayout" Target="../slideLayouts/slideLayout12.xml"/><Relationship Id="rId6" Type="http://schemas.openxmlformats.org/officeDocument/2006/relationships/image" Target="../media/image22.tiff"/><Relationship Id="rId5" Type="http://schemas.openxmlformats.org/officeDocument/2006/relationships/image" Target="../media/image21.tiff"/><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image" Target="../media/image19.tiff"/><Relationship Id="rId1" Type="http://schemas.openxmlformats.org/officeDocument/2006/relationships/slideLayout" Target="../slideLayouts/slideLayout13.xml"/><Relationship Id="rId5" Type="http://schemas.openxmlformats.org/officeDocument/2006/relationships/image" Target="../media/image21.tiff"/><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image" Target="../media/image19.tiff"/><Relationship Id="rId1" Type="http://schemas.openxmlformats.org/officeDocument/2006/relationships/slideLayout" Target="../slideLayouts/slideLayout14.xml"/><Relationship Id="rId6" Type="http://schemas.openxmlformats.org/officeDocument/2006/relationships/image" Target="../media/image25.emf"/><Relationship Id="rId5" Type="http://schemas.openxmlformats.org/officeDocument/2006/relationships/image" Target="../media/image21.tiff"/><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9.tiff"/><Relationship Id="rId1" Type="http://schemas.openxmlformats.org/officeDocument/2006/relationships/slideLayout" Target="../slideLayouts/slideLayout16.xml"/><Relationship Id="rId5" Type="http://schemas.openxmlformats.org/officeDocument/2006/relationships/hyperlink" Target="http://biz.wemakeprice.com/dealer/qna_total/get_qna_list_total/0/init" TargetMode="External"/><Relationship Id="rId4" Type="http://schemas.openxmlformats.org/officeDocument/2006/relationships/hyperlink" Target="https://ps.tmon.co.kr/inquiry"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image" Target="../media/image11.tiff"/><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image" Target="../media/image11.tiff"/><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image" Target="../media/image11.tiff"/><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1"/>
          <p:cNvSpPr txBox="1">
            <a:spLocks noGrp="1"/>
          </p:cNvSpPr>
          <p:nvPr>
            <p:ph type="ctrTitle"/>
          </p:nvPr>
        </p:nvSpPr>
        <p:spPr>
          <a:xfrm>
            <a:off x="197472" y="1268760"/>
            <a:ext cx="8931992" cy="1188132"/>
          </a:xfrm>
          <a:prstGeom prst="rect">
            <a:avLst/>
          </a:prstGeom>
          <a:noFill/>
          <a:ln>
            <a:noFill/>
          </a:ln>
        </p:spPr>
        <p:txBody>
          <a:bodyPr spcFirstLastPara="1" wrap="square" lIns="91425" tIns="45700" rIns="91425" bIns="45700" anchor="b" anchorCtr="0">
            <a:normAutofit/>
          </a:bodyPr>
          <a:lstStyle/>
          <a:p>
            <a:pPr lvl="0">
              <a:buClr>
                <a:srgbClr val="4B4C58"/>
              </a:buClr>
            </a:pPr>
            <a:r>
              <a:rPr lang="en-US" altLang="ko-KR" smtClean="0">
                <a:solidFill>
                  <a:srgbClr val="4B4C58"/>
                </a:solidFill>
                <a:latin typeface="Times New Roman" pitchFamily="18" charset="0"/>
                <a:ea typeface="Nanum Gothic" panose="020D0604000000000000" pitchFamily="34" charset="-127"/>
                <a:cs typeface="Times New Roman" pitchFamily="18" charset="0"/>
              </a:rPr>
              <a:t/>
            </a:r>
            <a:br>
              <a:rPr lang="en-US" altLang="ko-KR" smtClean="0">
                <a:solidFill>
                  <a:srgbClr val="4B4C58"/>
                </a:solidFill>
                <a:latin typeface="Times New Roman" pitchFamily="18" charset="0"/>
                <a:ea typeface="Nanum Gothic" panose="020D0604000000000000" pitchFamily="34" charset="-127"/>
                <a:cs typeface="Times New Roman" pitchFamily="18" charset="0"/>
              </a:rPr>
            </a:br>
            <a:r>
              <a:rPr lang="en-US" altLang="ko-KR" smtClean="0">
                <a:solidFill>
                  <a:srgbClr val="4B4C58"/>
                </a:solidFill>
                <a:latin typeface="Times New Roman" pitchFamily="18" charset="0"/>
                <a:ea typeface="Nanum Gothic" panose="020D0604000000000000" pitchFamily="34" charset="-127"/>
                <a:cs typeface="Times New Roman" pitchFamily="18" charset="0"/>
              </a:rPr>
              <a:t>T-BRIDGE MOBILE</a:t>
            </a:r>
            <a:endParaRPr>
              <a:solidFill>
                <a:srgbClr val="FF6948"/>
              </a:solidFill>
              <a:latin typeface="Nanum Gothic"/>
              <a:ea typeface="Nanum Gothic"/>
              <a:cs typeface="Nanum Gothic"/>
              <a:sym typeface="Nanum Gothic"/>
            </a:endParaRPr>
          </a:p>
        </p:txBody>
      </p:sp>
      <p:sp>
        <p:nvSpPr>
          <p:cNvPr id="42" name="Google Shape;42;p1"/>
          <p:cNvSpPr txBox="1">
            <a:spLocks noGrp="1"/>
          </p:cNvSpPr>
          <p:nvPr>
            <p:ph type="subTitle" idx="1"/>
          </p:nvPr>
        </p:nvSpPr>
        <p:spPr>
          <a:xfrm>
            <a:off x="272480" y="2780928"/>
            <a:ext cx="6084676" cy="144016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595959"/>
              </a:buClr>
              <a:buSzPts val="1200"/>
              <a:buNone/>
            </a:pPr>
            <a:r>
              <a:rPr lang="en-US" altLang="ko-KR" smtClean="0">
                <a:latin typeface="Times New Roman" pitchFamily="18" charset="0"/>
                <a:ea typeface="Nanum Gothic"/>
                <a:cs typeface="Times New Roman" pitchFamily="18" charset="0"/>
                <a:sym typeface="Nanum Gothic"/>
              </a:rPr>
              <a:t>Ngày viết </a:t>
            </a:r>
            <a:r>
              <a:rPr lang="ko-KR" smtClean="0">
                <a:latin typeface="Times New Roman" pitchFamily="18" charset="0"/>
                <a:ea typeface="Nanum Gothic"/>
                <a:cs typeface="Times New Roman" pitchFamily="18" charset="0"/>
                <a:sym typeface="Nanum Gothic"/>
              </a:rPr>
              <a:t>: </a:t>
            </a:r>
            <a:r>
              <a:rPr lang="ko-KR">
                <a:latin typeface="Times New Roman" pitchFamily="18" charset="0"/>
                <a:ea typeface="Nanum Gothic"/>
                <a:cs typeface="Times New Roman" pitchFamily="18" charset="0"/>
                <a:sym typeface="Nanum Gothic"/>
              </a:rPr>
              <a:t>2020.07.03</a:t>
            </a:r>
            <a:endParaRPr>
              <a:latin typeface="Times New Roman" pitchFamily="18" charset="0"/>
              <a:cs typeface="Times New Roman" pitchFamily="18" charset="0"/>
            </a:endParaRPr>
          </a:p>
          <a:p>
            <a:pPr marL="0" lvl="0" indent="0" algn="l" rtl="0">
              <a:spcBef>
                <a:spcPts val="240"/>
              </a:spcBef>
              <a:spcAft>
                <a:spcPts val="0"/>
              </a:spcAft>
              <a:buClr>
                <a:srgbClr val="595959"/>
              </a:buClr>
              <a:buSzPts val="1200"/>
              <a:buNone/>
            </a:pPr>
            <a:r>
              <a:rPr lang="en-US" altLang="ko-KR" smtClean="0">
                <a:latin typeface="Times New Roman" pitchFamily="18" charset="0"/>
                <a:ea typeface="Nanum Gothic"/>
                <a:cs typeface="Times New Roman" pitchFamily="18" charset="0"/>
                <a:sym typeface="Nanum Gothic"/>
              </a:rPr>
              <a:t>Version </a:t>
            </a:r>
            <a:r>
              <a:rPr lang="ko-KR" smtClean="0">
                <a:latin typeface="Times New Roman" pitchFamily="18" charset="0"/>
                <a:ea typeface="Nanum Gothic"/>
                <a:cs typeface="Times New Roman" pitchFamily="18" charset="0"/>
                <a:sym typeface="Nanum Gothic"/>
              </a:rPr>
              <a:t>: </a:t>
            </a:r>
            <a:r>
              <a:rPr lang="ko-KR">
                <a:latin typeface="Times New Roman" pitchFamily="18" charset="0"/>
                <a:ea typeface="Nanum Gothic"/>
                <a:cs typeface="Times New Roman" pitchFamily="18" charset="0"/>
                <a:sym typeface="Nanum Gothic"/>
              </a:rPr>
              <a:t>v1.5</a:t>
            </a:r>
            <a:endParaRPr>
              <a:latin typeface="Times New Roman" pitchFamily="18" charset="0"/>
              <a:ea typeface="Nanum Gothic"/>
              <a:cs typeface="Times New Roman" pitchFamily="18" charset="0"/>
              <a:sym typeface="Nanum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28464" y="28"/>
            <a:ext cx="7957637"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lstStyle/>
          <a:p>
            <a:r>
              <a:rPr kumimoji="1" lang="en-US" altLang="ko-KR" smtClean="0">
                <a:latin typeface="Times New Roman" pitchFamily="18" charset="0"/>
                <a:ea typeface="Nanum Gothic" panose="020D0604000000000000" pitchFamily="34" charset="-127"/>
                <a:cs typeface="Times New Roman" pitchFamily="18" charset="0"/>
              </a:rPr>
              <a:t>Chính sách</a:t>
            </a:r>
            <a:endParaRPr lang="ko-KR" altLang="en-US" dirty="0">
              <a:latin typeface="Times New Roman" pitchFamily="18" charset="0"/>
              <a:ea typeface="Nanum Gothic" panose="020D0604000000000000" pitchFamily="34" charset="-127"/>
              <a:cs typeface="Times New Roman" pitchFamily="18" charset="0"/>
            </a:endParaRPr>
          </a:p>
        </p:txBody>
      </p:sp>
      <p:sp>
        <p:nvSpPr>
          <p:cNvPr id="6" name="TextBox 5">
            <a:extLst>
              <a:ext uri="{FF2B5EF4-FFF2-40B4-BE49-F238E27FC236}">
                <a16:creationId xmlns="" xmlns:a16="http://schemas.microsoft.com/office/drawing/2014/main" id="{593C786F-A3C2-B242-9681-EAB4CE56838B}"/>
              </a:ext>
            </a:extLst>
          </p:cNvPr>
          <p:cNvSpPr txBox="1"/>
          <p:nvPr/>
        </p:nvSpPr>
        <p:spPr>
          <a:xfrm>
            <a:off x="632520" y="1196752"/>
            <a:ext cx="6048672" cy="830997"/>
          </a:xfrm>
          <a:prstGeom prst="rect">
            <a:avLst/>
          </a:prstGeom>
          <a:noFill/>
        </p:spPr>
        <p:txBody>
          <a:bodyPr wrap="square" rtlCol="0">
            <a:spAutoFit/>
          </a:bodyPr>
          <a:lstStyle/>
          <a:p>
            <a:pPr marL="171450" indent="-171450">
              <a:lnSpc>
                <a:spcPct val="150000"/>
              </a:lnSpc>
              <a:buFont typeface="Wingdings" pitchFamily="2" charset="2"/>
              <a:buChar char="v"/>
            </a:pPr>
            <a:r>
              <a:rPr kumimoji="1" lang="en-US" altLang="ko-KR" sz="1200" b="1" smtClean="0">
                <a:latin typeface="Times New Roman" pitchFamily="18" charset="0"/>
                <a:ea typeface="Nanum Gothic" panose="020D0604000000000000" pitchFamily="34" charset="-127"/>
                <a:cs typeface="Times New Roman" pitchFamily="18" charset="0"/>
              </a:rPr>
              <a:t>Chính sách cơ bản</a:t>
            </a:r>
            <a:endParaRPr kumimoji="1" lang="en-US" altLang="ko-KR" sz="1000" dirty="0">
              <a:latin typeface="Times New Roman" pitchFamily="18" charset="0"/>
              <a:ea typeface="Nanum Gothic" panose="020D0604000000000000" pitchFamily="34" charset="-127"/>
              <a:cs typeface="Times New Roman" pitchFamily="18" charset="0"/>
            </a:endParaRPr>
          </a:p>
          <a:p>
            <a:pPr marL="412750" indent="-228600">
              <a:lnSpc>
                <a:spcPct val="150000"/>
              </a:lnSpc>
              <a:buAutoNum type="arabicPeriod"/>
            </a:pPr>
            <a:r>
              <a:rPr kumimoji="1" lang="en-US" altLang="ko-KR" sz="1000" smtClean="0">
                <a:latin typeface="Times New Roman" pitchFamily="18" charset="0"/>
                <a:ea typeface="Nanum Gothic" panose="020D0604000000000000" pitchFamily="34" charset="-127"/>
                <a:cs typeface="Times New Roman" pitchFamily="18" charset="0"/>
              </a:rPr>
              <a:t>Chức năng đăng ký thành viên, tìm ID/PW chỉ có thể thực hiện trên PC.</a:t>
            </a:r>
            <a:endParaRPr kumimoji="1" lang="en-US" altLang="ko-KR" sz="1000" dirty="0">
              <a:latin typeface="Times New Roman" pitchFamily="18" charset="0"/>
              <a:ea typeface="Nanum Gothic" panose="020D0604000000000000" pitchFamily="34" charset="-127"/>
              <a:cs typeface="Times New Roman" pitchFamily="18" charset="0"/>
            </a:endParaRPr>
          </a:p>
          <a:p>
            <a:pPr marL="412750" indent="-228600">
              <a:lnSpc>
                <a:spcPct val="150000"/>
              </a:lnSpc>
              <a:buAutoNum type="arabicPeriod"/>
            </a:pPr>
            <a:r>
              <a:rPr kumimoji="1" lang="en-US" altLang="ko-KR" sz="1000" smtClean="0">
                <a:latin typeface="Times New Roman" pitchFamily="18" charset="0"/>
                <a:ea typeface="Nanum Gothic" panose="020D0604000000000000" pitchFamily="34" charset="-127"/>
                <a:cs typeface="Times New Roman" pitchFamily="18" charset="0"/>
              </a:rPr>
              <a:t>Những chức năng khác thì giống PC.</a:t>
            </a:r>
            <a:endParaRPr kumimoji="1" lang="ko-KR" altLang="en-US" sz="1000" dirty="0">
              <a:latin typeface="Times New Roman" pitchFamily="18" charset="0"/>
              <a:ea typeface="Nanum Gothic" panose="020D0604000000000000" pitchFamily="34" charset="-127"/>
              <a:cs typeface="Times New Roman" pitchFamily="18" charset="0"/>
            </a:endParaRPr>
          </a:p>
        </p:txBody>
      </p:sp>
      <p:sp>
        <p:nvSpPr>
          <p:cNvPr id="7" name="TextBox 6">
            <a:extLst>
              <a:ext uri="{FF2B5EF4-FFF2-40B4-BE49-F238E27FC236}">
                <a16:creationId xmlns="" xmlns:a16="http://schemas.microsoft.com/office/drawing/2014/main" id="{992B9C94-E379-0F4A-BB29-DE3B9DF67776}"/>
              </a:ext>
            </a:extLst>
          </p:cNvPr>
          <p:cNvSpPr txBox="1"/>
          <p:nvPr/>
        </p:nvSpPr>
        <p:spPr>
          <a:xfrm>
            <a:off x="632520" y="2921967"/>
            <a:ext cx="6552728" cy="369332"/>
          </a:xfrm>
          <a:prstGeom prst="rect">
            <a:avLst/>
          </a:prstGeom>
          <a:noFill/>
        </p:spPr>
        <p:txBody>
          <a:bodyPr wrap="square" rtlCol="0">
            <a:spAutoFit/>
          </a:bodyPr>
          <a:lstStyle/>
          <a:p>
            <a:pPr marL="171450" indent="-171450">
              <a:lnSpc>
                <a:spcPct val="150000"/>
              </a:lnSpc>
              <a:buFont typeface="Wingdings" pitchFamily="2" charset="2"/>
              <a:buChar char="v"/>
            </a:pPr>
            <a:r>
              <a:rPr kumimoji="1" lang="en-US" altLang="ko-KR" sz="1200" b="1" smtClean="0">
                <a:latin typeface="Times New Roman" pitchFamily="18" charset="0"/>
                <a:ea typeface="Nanum Gothic" panose="020D0604000000000000" pitchFamily="34" charset="-127"/>
                <a:cs typeface="Times New Roman" pitchFamily="18" charset="0"/>
              </a:rPr>
              <a:t>Chức năng chính trên mobile</a:t>
            </a:r>
            <a:r>
              <a:rPr kumimoji="1" lang="ko-KR" altLang="en-US" sz="1200" b="1" smtClean="0">
                <a:latin typeface="Times New Roman" pitchFamily="18" charset="0"/>
                <a:ea typeface="Nanum Gothic" panose="020D0604000000000000" pitchFamily="34" charset="-127"/>
                <a:cs typeface="Times New Roman" pitchFamily="18" charset="0"/>
              </a:rPr>
              <a:t> </a:t>
            </a:r>
            <a:r>
              <a:rPr kumimoji="1" lang="en-US" altLang="ko-KR" sz="1200" b="1">
                <a:latin typeface="Times New Roman" pitchFamily="18" charset="0"/>
                <a:ea typeface="Nanum Gothic" panose="020D0604000000000000" pitchFamily="34" charset="-127"/>
                <a:cs typeface="Times New Roman" pitchFamily="18" charset="0"/>
              </a:rPr>
              <a:t>: </a:t>
            </a:r>
            <a:r>
              <a:rPr kumimoji="1" lang="en-US" altLang="ko-KR" sz="1200" b="1" smtClean="0">
                <a:latin typeface="Times New Roman" pitchFamily="18" charset="0"/>
                <a:ea typeface="Nanum Gothic" panose="020D0604000000000000" pitchFamily="34" charset="-127"/>
                <a:cs typeface="Times New Roman" pitchFamily="18" charset="0"/>
              </a:rPr>
              <a:t>Xử lý sử dụng, đăng trả lời câu hỏi, tìm vé, tình hình bán vé</a:t>
            </a:r>
            <a:endParaRPr kumimoji="1" lang="en-US" altLang="ko-KR" sz="1000" b="1" dirty="0">
              <a:latin typeface="Times New Roman" pitchFamily="18" charset="0"/>
              <a:ea typeface="Nanum Gothic" panose="020D0604000000000000" pitchFamily="34" charset="-127"/>
              <a:cs typeface="Times New Roman" pitchFamily="18" charset="0"/>
            </a:endParaRPr>
          </a:p>
        </p:txBody>
      </p:sp>
      <p:sp>
        <p:nvSpPr>
          <p:cNvPr id="8" name="TextBox 7">
            <a:extLst>
              <a:ext uri="{FF2B5EF4-FFF2-40B4-BE49-F238E27FC236}">
                <a16:creationId xmlns="" xmlns:a16="http://schemas.microsoft.com/office/drawing/2014/main" id="{B0AB3400-FC7B-8745-8629-C2C9A081BA1F}"/>
              </a:ext>
            </a:extLst>
          </p:cNvPr>
          <p:cNvSpPr txBox="1"/>
          <p:nvPr/>
        </p:nvSpPr>
        <p:spPr>
          <a:xfrm>
            <a:off x="632520" y="2132856"/>
            <a:ext cx="6048672" cy="573234"/>
          </a:xfrm>
          <a:prstGeom prst="rect">
            <a:avLst/>
          </a:prstGeom>
          <a:noFill/>
        </p:spPr>
        <p:txBody>
          <a:bodyPr wrap="square" rtlCol="0">
            <a:spAutoFit/>
          </a:bodyPr>
          <a:lstStyle/>
          <a:p>
            <a:pPr marL="171450" indent="-171450">
              <a:lnSpc>
                <a:spcPct val="150000"/>
              </a:lnSpc>
              <a:buFont typeface="Wingdings" pitchFamily="2" charset="2"/>
              <a:buChar char="v"/>
            </a:pPr>
            <a:r>
              <a:rPr kumimoji="1" lang="en-US" altLang="ko-KR" sz="1200" b="1" smtClean="0">
                <a:latin typeface="Times New Roman" pitchFamily="18" charset="0"/>
                <a:ea typeface="Nanum Gothic" panose="020D0604000000000000" pitchFamily="34" charset="-127"/>
                <a:cs typeface="Times New Roman" pitchFamily="18" charset="0"/>
              </a:rPr>
              <a:t>Cách làm việc</a:t>
            </a:r>
            <a:endParaRPr kumimoji="1" lang="en-US" altLang="ko-KR" sz="1000" dirty="0">
              <a:latin typeface="Times New Roman" pitchFamily="18" charset="0"/>
              <a:ea typeface="Nanum Gothic" panose="020D0604000000000000" pitchFamily="34" charset="-127"/>
              <a:cs typeface="Times New Roman" pitchFamily="18" charset="0"/>
            </a:endParaRPr>
          </a:p>
          <a:p>
            <a:pPr marL="412750" indent="-228600">
              <a:lnSpc>
                <a:spcPct val="150000"/>
              </a:lnSpc>
              <a:buAutoNum type="arabicPeriod"/>
            </a:pPr>
            <a:r>
              <a:rPr kumimoji="1" lang="en-US" altLang="ko-KR" sz="1000" smtClean="0">
                <a:latin typeface="Times New Roman" pitchFamily="18" charset="0"/>
                <a:ea typeface="Nanum Gothic" panose="020D0604000000000000" pitchFamily="34" charset="-127"/>
                <a:cs typeface="Times New Roman" pitchFamily="18" charset="0"/>
              </a:rPr>
              <a:t>Tạo bằng web app.</a:t>
            </a:r>
            <a:endParaRPr kumimoji="1" lang="en-US" altLang="ko-KR" sz="1000" dirty="0">
              <a:latin typeface="Times New Roman" pitchFamily="18" charset="0"/>
              <a:ea typeface="Nanum Gothic" panose="020D0604000000000000" pitchFamily="34" charset="-127"/>
              <a:cs typeface="Times New Roman" pitchFamily="18" charset="0"/>
            </a:endParaRPr>
          </a:p>
        </p:txBody>
      </p:sp>
      <p:sp>
        <p:nvSpPr>
          <p:cNvPr id="11" name="TextBox 10">
            <a:extLst>
              <a:ext uri="{FF2B5EF4-FFF2-40B4-BE49-F238E27FC236}">
                <a16:creationId xmlns="" xmlns:a16="http://schemas.microsoft.com/office/drawing/2014/main" id="{C9227FAC-9569-204D-BAEA-4C0B8423AB84}"/>
              </a:ext>
            </a:extLst>
          </p:cNvPr>
          <p:cNvSpPr txBox="1"/>
          <p:nvPr/>
        </p:nvSpPr>
        <p:spPr>
          <a:xfrm>
            <a:off x="848544" y="3288161"/>
            <a:ext cx="9057456" cy="2554545"/>
          </a:xfrm>
          <a:prstGeom prst="rect">
            <a:avLst/>
          </a:prstGeom>
          <a:noFill/>
        </p:spPr>
        <p:txBody>
          <a:bodyPr wrap="square" rtlCol="0">
            <a:spAutoFit/>
          </a:bodyPr>
          <a:lstStyle/>
          <a:p>
            <a:pPr marL="7938" indent="-7938">
              <a:buAutoNum type="arabicPeriod"/>
            </a:pPr>
            <a:r>
              <a:rPr kumimoji="1" lang="ko-KR" altLang="en-US" sz="100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Main</a:t>
            </a:r>
            <a:endParaRPr kumimoji="1" lang="en-US" altLang="ko-KR" sz="1000" dirty="0">
              <a:latin typeface="Times New Roman" pitchFamily="18" charset="0"/>
              <a:ea typeface="Nanum Gothic" panose="020D0604000000000000" pitchFamily="34" charset="-127"/>
              <a:cs typeface="Times New Roman" pitchFamily="18" charset="0"/>
            </a:endParaRPr>
          </a:p>
          <a:p>
            <a:pPr marL="171450" indent="-171450">
              <a:buFontTx/>
              <a:buChar char="-"/>
            </a:pPr>
            <a:r>
              <a:rPr kumimoji="1" lang="en-US" altLang="ko-KR" sz="1000" smtClean="0">
                <a:latin typeface="Times New Roman" pitchFamily="18" charset="0"/>
                <a:ea typeface="Nanum Gothic" panose="020D0604000000000000" pitchFamily="34" charset="-127"/>
                <a:cs typeface="Times New Roman" pitchFamily="18" charset="0"/>
              </a:rPr>
              <a:t>Số lượng bán thực</a:t>
            </a:r>
            <a:r>
              <a:rPr kumimoji="1" lang="ko-KR" altLang="en-US" sz="1000" smtClean="0">
                <a:latin typeface="Times New Roman" pitchFamily="18" charset="0"/>
                <a:ea typeface="Nanum Gothic" panose="020D0604000000000000" pitchFamily="34" charset="-127"/>
                <a:cs typeface="Times New Roman" pitchFamily="18" charset="0"/>
              </a:rPr>
              <a:t> </a:t>
            </a:r>
            <a:r>
              <a:rPr kumimoji="1" lang="en-US" altLang="ko-KR" sz="100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Số tiền bán thực</a:t>
            </a:r>
            <a:r>
              <a:rPr kumimoji="1" lang="ko-KR" altLang="en-US" sz="1000" smtClean="0">
                <a:latin typeface="Times New Roman" pitchFamily="18" charset="0"/>
                <a:ea typeface="Nanum Gothic" panose="020D0604000000000000" pitchFamily="34" charset="-127"/>
                <a:cs typeface="Times New Roman" pitchFamily="18" charset="0"/>
              </a:rPr>
              <a:t> </a:t>
            </a:r>
            <a:r>
              <a:rPr kumimoji="1" lang="en-US" altLang="ko-KR" sz="100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Số lượng xử lý sử dụng</a:t>
            </a:r>
            <a:r>
              <a:rPr kumimoji="1" lang="ko-KR" altLang="en-US" sz="1000" smtClean="0">
                <a:latin typeface="Times New Roman" pitchFamily="18" charset="0"/>
                <a:ea typeface="Nanum Gothic" panose="020D0604000000000000" pitchFamily="34" charset="-127"/>
                <a:cs typeface="Times New Roman" pitchFamily="18" charset="0"/>
              </a:rPr>
              <a:t> </a:t>
            </a:r>
            <a:r>
              <a:rPr kumimoji="1" lang="en-US" altLang="ko-KR" sz="100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Số tiền xử lý sử dụng</a:t>
            </a:r>
            <a:r>
              <a:rPr kumimoji="1" lang="ko-KR" altLang="en-US" sz="1000" smtClean="0">
                <a:latin typeface="Times New Roman" pitchFamily="18" charset="0"/>
                <a:ea typeface="Nanum Gothic" panose="020D0604000000000000" pitchFamily="34" charset="-127"/>
                <a:cs typeface="Times New Roman" pitchFamily="18" charset="0"/>
              </a:rPr>
              <a:t> </a:t>
            </a:r>
            <a:r>
              <a:rPr kumimoji="1" lang="en-US" altLang="ko-KR" sz="1000">
                <a:latin typeface="Times New Roman" pitchFamily="18" charset="0"/>
                <a:ea typeface="Nanum Gothic" panose="020D0604000000000000" pitchFamily="34" charset="-127"/>
                <a:cs typeface="Times New Roman" pitchFamily="18" charset="0"/>
              </a:rPr>
              <a:t>:</a:t>
            </a:r>
            <a:r>
              <a:rPr kumimoji="1" lang="ko-KR" altLang="en-US" sz="100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Hiển thị so sánh dự liệu hôm trước/hôm nay</a:t>
            </a:r>
            <a:endParaRPr kumimoji="1" lang="en-US" altLang="ko-KR" sz="1000" dirty="0">
              <a:latin typeface="Times New Roman" pitchFamily="18" charset="0"/>
              <a:ea typeface="Nanum Gothic" panose="020D0604000000000000" pitchFamily="34" charset="-127"/>
              <a:cs typeface="Times New Roman" pitchFamily="18" charset="0"/>
            </a:endParaRPr>
          </a:p>
          <a:p>
            <a:pPr marL="171450" indent="-171450">
              <a:buFontTx/>
              <a:buChar char="-"/>
            </a:pPr>
            <a:r>
              <a:rPr kumimoji="1" lang="en-US" altLang="ko-KR" sz="1000" smtClean="0">
                <a:latin typeface="Times New Roman" pitchFamily="18" charset="0"/>
                <a:ea typeface="Nanum Gothic" panose="020D0604000000000000" pitchFamily="34" charset="-127"/>
                <a:cs typeface="Times New Roman" pitchFamily="18" charset="0"/>
              </a:rPr>
              <a:t>Số lượng chưa sử dụng</a:t>
            </a:r>
            <a:r>
              <a:rPr kumimoji="1" lang="ko-KR" altLang="en-US" sz="1000" smtClean="0">
                <a:latin typeface="Times New Roman" pitchFamily="18" charset="0"/>
                <a:ea typeface="Nanum Gothic" panose="020D0604000000000000" pitchFamily="34" charset="-127"/>
                <a:cs typeface="Times New Roman" pitchFamily="18" charset="0"/>
              </a:rPr>
              <a:t> </a:t>
            </a:r>
            <a:r>
              <a:rPr kumimoji="1" lang="en-US" altLang="ko-KR" sz="1000">
                <a:latin typeface="Times New Roman" pitchFamily="18" charset="0"/>
                <a:ea typeface="Nanum Gothic" panose="020D0604000000000000" pitchFamily="34" charset="-127"/>
                <a:cs typeface="Times New Roman" pitchFamily="18" charset="0"/>
              </a:rPr>
              <a:t>:</a:t>
            </a:r>
            <a:r>
              <a:rPr kumimoji="1" lang="ko-KR" altLang="en-US" sz="100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Hiển thị toàn bộ dữ liệu</a:t>
            </a:r>
            <a:endParaRPr kumimoji="1" lang="en-US" altLang="ko-KR" sz="1000" dirty="0">
              <a:latin typeface="Times New Roman" pitchFamily="18" charset="0"/>
              <a:ea typeface="Nanum Gothic" panose="020D0604000000000000" pitchFamily="34" charset="-127"/>
              <a:cs typeface="Times New Roman" pitchFamily="18" charset="0"/>
            </a:endParaRPr>
          </a:p>
          <a:p>
            <a:pPr marL="171450" indent="-171450">
              <a:buFontTx/>
              <a:buChar char="-"/>
            </a:pPr>
            <a:r>
              <a:rPr kumimoji="1" lang="en-US" altLang="ko-KR" sz="1000" smtClean="0">
                <a:latin typeface="Times New Roman" pitchFamily="18" charset="0"/>
                <a:ea typeface="Nanum Gothic" panose="020D0604000000000000" pitchFamily="34" charset="-127"/>
                <a:cs typeface="Times New Roman" pitchFamily="18" charset="0"/>
              </a:rPr>
              <a:t>Câu hỏi chưa trả lời</a:t>
            </a:r>
            <a:r>
              <a:rPr kumimoji="1" lang="ko-KR" altLang="en-US" sz="1000" smtClean="0">
                <a:latin typeface="Times New Roman" pitchFamily="18" charset="0"/>
                <a:ea typeface="Nanum Gothic" panose="020D0604000000000000" pitchFamily="34" charset="-127"/>
                <a:cs typeface="Times New Roman" pitchFamily="18" charset="0"/>
              </a:rPr>
              <a:t> </a:t>
            </a:r>
            <a:r>
              <a:rPr kumimoji="1" lang="en-US" altLang="ko-KR" sz="1000">
                <a:latin typeface="Times New Roman" pitchFamily="18" charset="0"/>
                <a:ea typeface="Nanum Gothic" panose="020D0604000000000000" pitchFamily="34" charset="-127"/>
                <a:cs typeface="Times New Roman" pitchFamily="18" charset="0"/>
              </a:rPr>
              <a:t>:</a:t>
            </a:r>
            <a:r>
              <a:rPr kumimoji="1" lang="ko-KR" altLang="en-US" sz="100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Hiển thị toàn bộ dữ liệu chưa trả lời</a:t>
            </a:r>
            <a:endParaRPr kumimoji="1" lang="en-US" altLang="ko-KR" sz="1000" dirty="0">
              <a:latin typeface="Times New Roman" pitchFamily="18" charset="0"/>
              <a:ea typeface="Nanum Gothic" panose="020D0604000000000000" pitchFamily="34" charset="-127"/>
              <a:cs typeface="Times New Roman" pitchFamily="18" charset="0"/>
            </a:endParaRPr>
          </a:p>
          <a:p>
            <a:pPr marL="171450" indent="-171450">
              <a:buFontTx/>
              <a:buChar char="-"/>
            </a:pPr>
            <a:r>
              <a:rPr kumimoji="1" lang="en-US" altLang="ko-KR" sz="1000" smtClean="0">
                <a:latin typeface="Times New Roman" pitchFamily="18" charset="0"/>
                <a:ea typeface="Nanum Gothic" panose="020D0604000000000000" pitchFamily="34" charset="-127"/>
                <a:cs typeface="Times New Roman" pitchFamily="18" charset="0"/>
              </a:rPr>
              <a:t>Thông báo</a:t>
            </a:r>
            <a:r>
              <a:rPr kumimoji="1" lang="ko-KR" altLang="en-US" sz="1000" smtClean="0">
                <a:latin typeface="Times New Roman" pitchFamily="18" charset="0"/>
                <a:ea typeface="Nanum Gothic" panose="020D0604000000000000" pitchFamily="34" charset="-127"/>
                <a:cs typeface="Times New Roman" pitchFamily="18" charset="0"/>
              </a:rPr>
              <a:t> </a:t>
            </a:r>
            <a:r>
              <a:rPr kumimoji="1" lang="en-US" altLang="ko-KR" sz="1000">
                <a:latin typeface="Times New Roman" pitchFamily="18" charset="0"/>
                <a:ea typeface="Nanum Gothic" panose="020D0604000000000000" pitchFamily="34" charset="-127"/>
                <a:cs typeface="Times New Roman" pitchFamily="18" charset="0"/>
              </a:rPr>
              <a:t>:</a:t>
            </a:r>
            <a:r>
              <a:rPr kumimoji="1" lang="ko-KR" altLang="en-US" sz="100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Hiển thị 5 thông báo mới nhất và có thể xem nội dung chi tiết</a:t>
            </a:r>
            <a:endParaRPr kumimoji="1" lang="en-US" altLang="ko-KR" sz="1000" dirty="0">
              <a:latin typeface="Times New Roman" pitchFamily="18" charset="0"/>
              <a:ea typeface="Nanum Gothic" panose="020D0604000000000000" pitchFamily="34" charset="-127"/>
              <a:cs typeface="Times New Roman" pitchFamily="18" charset="0"/>
            </a:endParaRPr>
          </a:p>
          <a:p>
            <a:endParaRPr kumimoji="1" lang="en-US" altLang="ko-KR" sz="1000" dirty="0">
              <a:latin typeface="Times New Roman" pitchFamily="18" charset="0"/>
              <a:ea typeface="Nanum Gothic" panose="020D0604000000000000" pitchFamily="34" charset="-127"/>
              <a:cs typeface="Times New Roman" pitchFamily="18" charset="0"/>
            </a:endParaRPr>
          </a:p>
          <a:p>
            <a:r>
              <a:rPr kumimoji="1" lang="en-US" altLang="ko-KR" sz="1000" dirty="0">
                <a:latin typeface="Times New Roman" pitchFamily="18" charset="0"/>
                <a:ea typeface="Nanum Gothic" panose="020D0604000000000000" pitchFamily="34" charset="-127"/>
                <a:cs typeface="Times New Roman" pitchFamily="18" charset="0"/>
              </a:rPr>
              <a:t>2</a:t>
            </a:r>
            <a:r>
              <a:rPr kumimoji="1" lang="en-US" altLang="ko-KR" sz="1000">
                <a:latin typeface="Times New Roman" pitchFamily="18" charset="0"/>
                <a:ea typeface="Nanum Gothic" panose="020D0604000000000000" pitchFamily="34" charset="-127"/>
                <a:cs typeface="Times New Roman" pitchFamily="18" charset="0"/>
              </a:rPr>
              <a:t>.</a:t>
            </a:r>
            <a:r>
              <a:rPr kumimoji="1" lang="ko-KR" altLang="en-US" sz="100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Tìm kiếm tổng hợp</a:t>
            </a:r>
            <a:endParaRPr kumimoji="1" lang="en-US" altLang="ko-KR" sz="1000" dirty="0">
              <a:latin typeface="Times New Roman" pitchFamily="18" charset="0"/>
              <a:ea typeface="Nanum Gothic" panose="020D0604000000000000" pitchFamily="34" charset="-127"/>
              <a:cs typeface="Times New Roman" pitchFamily="18" charset="0"/>
            </a:endParaRPr>
          </a:p>
          <a:p>
            <a:r>
              <a:rPr kumimoji="1" lang="ko-KR" altLang="en-US" sz="1000" dirty="0">
                <a:latin typeface="Times New Roman" pitchFamily="18" charset="0"/>
                <a:ea typeface="Nanum Gothic" panose="020D0604000000000000" pitchFamily="34" charset="-127"/>
                <a:cs typeface="Times New Roman" pitchFamily="18" charset="0"/>
              </a:rPr>
              <a:t>   </a:t>
            </a:r>
            <a:r>
              <a:rPr kumimoji="1" lang="en-US" altLang="ko-KR" sz="100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Tìm tên/số đt/mã vé</a:t>
            </a:r>
            <a:r>
              <a:rPr kumimoji="1" lang="ko-KR" altLang="en-US" sz="1000" smtClean="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a:t>
            </a:r>
            <a:r>
              <a:rPr kumimoji="1" lang="ko-KR" altLang="en-US" sz="1000" smtClean="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Dẫn tới kết quả tìm kiếm ở Quản lý đơn hàng</a:t>
            </a:r>
            <a:endParaRPr kumimoji="1" lang="en-US" altLang="ko-KR" sz="1000" dirty="0">
              <a:latin typeface="Times New Roman" pitchFamily="18" charset="0"/>
              <a:ea typeface="Nanum Gothic" panose="020D0604000000000000" pitchFamily="34" charset="-127"/>
              <a:cs typeface="Times New Roman" pitchFamily="18" charset="0"/>
            </a:endParaRPr>
          </a:p>
          <a:p>
            <a:endParaRPr kumimoji="1" lang="en-US" altLang="ko-KR" sz="1000" dirty="0">
              <a:latin typeface="Times New Roman" pitchFamily="18" charset="0"/>
              <a:ea typeface="Nanum Gothic" panose="020D0604000000000000" pitchFamily="34" charset="-127"/>
              <a:cs typeface="Times New Roman" pitchFamily="18" charset="0"/>
            </a:endParaRPr>
          </a:p>
          <a:p>
            <a:r>
              <a:rPr kumimoji="1" lang="en-US" altLang="ko-KR" sz="1000" dirty="0">
                <a:latin typeface="Times New Roman" pitchFamily="18" charset="0"/>
                <a:ea typeface="Nanum Gothic" panose="020D0604000000000000" pitchFamily="34" charset="-127"/>
                <a:cs typeface="Times New Roman" pitchFamily="18" charset="0"/>
              </a:rPr>
              <a:t>3</a:t>
            </a:r>
            <a:r>
              <a:rPr kumimoji="1" lang="en-US" altLang="ko-KR" sz="100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Quản lý đơn hàng</a:t>
            </a:r>
            <a:endParaRPr kumimoji="1" lang="en-US" altLang="ko-KR" sz="1000" dirty="0">
              <a:latin typeface="Times New Roman" pitchFamily="18" charset="0"/>
              <a:ea typeface="Nanum Gothic" panose="020D0604000000000000" pitchFamily="34" charset="-127"/>
              <a:cs typeface="Times New Roman" pitchFamily="18" charset="0"/>
            </a:endParaRPr>
          </a:p>
          <a:p>
            <a:pPr marL="266700" indent="-163513">
              <a:buFontTx/>
              <a:buChar char="-"/>
            </a:pPr>
            <a:r>
              <a:rPr kumimoji="1" lang="en-US" altLang="ko-KR" sz="1000" smtClean="0">
                <a:latin typeface="Times New Roman" pitchFamily="18" charset="0"/>
                <a:ea typeface="Nanum Gothic" panose="020D0604000000000000" pitchFamily="34" charset="-127"/>
                <a:cs typeface="Times New Roman" pitchFamily="18" charset="0"/>
              </a:rPr>
              <a:t>Danh sách toàn bộ vé đã đặt</a:t>
            </a:r>
            <a:r>
              <a:rPr kumimoji="1" lang="ko-KR" altLang="en-US" sz="1000" smtClean="0">
                <a:latin typeface="Times New Roman" pitchFamily="18" charset="0"/>
                <a:ea typeface="Nanum Gothic" panose="020D0604000000000000" pitchFamily="34" charset="-127"/>
                <a:cs typeface="Times New Roman" pitchFamily="18" charset="0"/>
              </a:rPr>
              <a:t> </a:t>
            </a:r>
            <a:endParaRPr kumimoji="1" lang="en-US" altLang="ko-KR" sz="1000" dirty="0">
              <a:latin typeface="Times New Roman" pitchFamily="18" charset="0"/>
              <a:ea typeface="Nanum Gothic" panose="020D0604000000000000" pitchFamily="34" charset="-127"/>
              <a:cs typeface="Times New Roman" pitchFamily="18" charset="0"/>
            </a:endParaRPr>
          </a:p>
          <a:p>
            <a:pPr marL="266700" indent="-163513">
              <a:buFontTx/>
              <a:buChar char="-"/>
            </a:pPr>
            <a:r>
              <a:rPr kumimoji="1" lang="en-US" altLang="ko-KR" sz="1000" smtClean="0">
                <a:latin typeface="Times New Roman" pitchFamily="18" charset="0"/>
                <a:ea typeface="Nanum Gothic" panose="020D0604000000000000" pitchFamily="34" charset="-127"/>
                <a:cs typeface="Times New Roman" pitchFamily="18" charset="0"/>
              </a:rPr>
              <a:t>Có thể xử lý sử dụng, xử lý khôi phục</a:t>
            </a:r>
            <a:endParaRPr kumimoji="1" lang="en-US" altLang="ko-KR" sz="1000" dirty="0">
              <a:latin typeface="Times New Roman" pitchFamily="18" charset="0"/>
              <a:ea typeface="Nanum Gothic" panose="020D0604000000000000" pitchFamily="34" charset="-127"/>
              <a:cs typeface="Times New Roman" pitchFamily="18" charset="0"/>
            </a:endParaRPr>
          </a:p>
          <a:p>
            <a:endParaRPr kumimoji="1" lang="en-US" altLang="ko-KR" sz="1000" dirty="0">
              <a:latin typeface="Times New Roman" pitchFamily="18" charset="0"/>
              <a:ea typeface="Nanum Gothic" panose="020D0604000000000000" pitchFamily="34" charset="-127"/>
              <a:cs typeface="Times New Roman" pitchFamily="18" charset="0"/>
            </a:endParaRPr>
          </a:p>
          <a:p>
            <a:r>
              <a:rPr kumimoji="1" lang="en-US" altLang="ko-KR" sz="1000" dirty="0">
                <a:latin typeface="Times New Roman" pitchFamily="18" charset="0"/>
                <a:ea typeface="Nanum Gothic" panose="020D0604000000000000" pitchFamily="34" charset="-127"/>
                <a:cs typeface="Times New Roman" pitchFamily="18" charset="0"/>
              </a:rPr>
              <a:t>4</a:t>
            </a:r>
            <a:r>
              <a:rPr kumimoji="1" lang="en-US" altLang="ko-KR" sz="1000">
                <a:latin typeface="Times New Roman" pitchFamily="18" charset="0"/>
                <a:ea typeface="Nanum Gothic" panose="020D0604000000000000" pitchFamily="34" charset="-127"/>
                <a:cs typeface="Times New Roman" pitchFamily="18" charset="0"/>
              </a:rPr>
              <a:t>. </a:t>
            </a:r>
            <a:r>
              <a:rPr kumimoji="1" lang="en-US" altLang="ko-KR" sz="1000" smtClean="0">
                <a:latin typeface="Times New Roman" pitchFamily="18" charset="0"/>
                <a:ea typeface="Nanum Gothic" panose="020D0604000000000000" pitchFamily="34" charset="-127"/>
                <a:cs typeface="Times New Roman" pitchFamily="18" charset="0"/>
              </a:rPr>
              <a:t>Câu hỏi chờ trả lời</a:t>
            </a:r>
            <a:endParaRPr kumimoji="1" lang="en-US" altLang="ko-KR" sz="1000" dirty="0">
              <a:latin typeface="Times New Roman" pitchFamily="18" charset="0"/>
              <a:ea typeface="Nanum Gothic" panose="020D0604000000000000" pitchFamily="34" charset="-127"/>
              <a:cs typeface="Times New Roman" pitchFamily="18" charset="0"/>
            </a:endParaRPr>
          </a:p>
          <a:p>
            <a:pPr marL="171450" indent="-171450">
              <a:buFontTx/>
              <a:buChar char="-"/>
            </a:pPr>
            <a:r>
              <a:rPr kumimoji="1" lang="en-US" altLang="ko-KR" sz="1000" smtClean="0">
                <a:latin typeface="Times New Roman" pitchFamily="18" charset="0"/>
                <a:ea typeface="Nanum Gothic" panose="020D0604000000000000" pitchFamily="34" charset="-127"/>
                <a:cs typeface="Times New Roman" pitchFamily="18" charset="0"/>
              </a:rPr>
              <a:t>Danh sách chờ trả lời</a:t>
            </a:r>
            <a:r>
              <a:rPr kumimoji="1" lang="ko-KR" altLang="en-US" sz="1000" smtClean="0">
                <a:latin typeface="Times New Roman" pitchFamily="18" charset="0"/>
                <a:ea typeface="Nanum Gothic" panose="020D0604000000000000" pitchFamily="34" charset="-127"/>
                <a:cs typeface="Times New Roman" pitchFamily="18" charset="0"/>
              </a:rPr>
              <a:t> </a:t>
            </a:r>
            <a:endParaRPr kumimoji="1" lang="en-US" altLang="ko-KR" sz="1000" dirty="0">
              <a:latin typeface="Times New Roman" pitchFamily="18" charset="0"/>
              <a:ea typeface="Nanum Gothic" panose="020D0604000000000000" pitchFamily="34" charset="-127"/>
              <a:cs typeface="Times New Roman" pitchFamily="18" charset="0"/>
            </a:endParaRPr>
          </a:p>
          <a:p>
            <a:pPr marL="171450" indent="-171450">
              <a:buFontTx/>
              <a:buChar char="-"/>
            </a:pPr>
            <a:r>
              <a:rPr kumimoji="1" lang="en-US" altLang="ko-KR" sz="1000" smtClean="0">
                <a:latin typeface="Times New Roman" pitchFamily="18" charset="0"/>
                <a:ea typeface="Nanum Gothic" panose="020D0604000000000000" pitchFamily="34" charset="-127"/>
                <a:cs typeface="Times New Roman" pitchFamily="18" charset="0"/>
              </a:rPr>
              <a:t>Dẫn tới chỗ hỏi đáp sản phẩm ở chi tiết sản phẩm trên trang của kênh bán</a:t>
            </a:r>
            <a:endParaRPr kumimoji="1" lang="en-US" altLang="ko-KR" sz="1000" dirty="0">
              <a:latin typeface="Times New Roman" pitchFamily="18" charset="0"/>
              <a:ea typeface="Nanum Gothic" panose="020D0604000000000000" pitchFamily="34" charset="-127"/>
              <a:cs typeface="Times New Roman" pitchFamily="18" charset="0"/>
            </a:endParaRPr>
          </a:p>
        </p:txBody>
      </p:sp>
    </p:spTree>
    <p:extLst>
      <p:ext uri="{BB962C8B-B14F-4D97-AF65-F5344CB8AC3E}">
        <p14:creationId xmlns="" xmlns:p14="http://schemas.microsoft.com/office/powerpoint/2010/main" val="1631448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28464" y="28"/>
            <a:ext cx="7957637" cy="521221"/>
          </a:xfrm>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lstStyle/>
          <a:p>
            <a:r>
              <a:rPr kumimoji="1" lang="en-US" altLang="ko-KR" smtClean="0">
                <a:latin typeface="Times New Roman" pitchFamily="18" charset="0"/>
                <a:ea typeface="Nanum Gothic" panose="020D0604000000000000" pitchFamily="34" charset="-127"/>
                <a:cs typeface="Times New Roman" pitchFamily="18" charset="0"/>
              </a:rPr>
              <a:t>Kịch bản di chuyển trên màn hình chính</a:t>
            </a:r>
            <a:endParaRPr lang="ko-KR" altLang="en-US" dirty="0">
              <a:latin typeface="Times New Roman" pitchFamily="18" charset="0"/>
              <a:ea typeface="Nanum Gothic" panose="020D0604000000000000" pitchFamily="34" charset="-127"/>
              <a:cs typeface="Times New Roman" pitchFamily="18" charset="0"/>
            </a:endParaRPr>
          </a:p>
        </p:txBody>
      </p:sp>
      <p:sp>
        <p:nvSpPr>
          <p:cNvPr id="39" name="직사각형 38">
            <a:extLst>
              <a:ext uri="{FF2B5EF4-FFF2-40B4-BE49-F238E27FC236}">
                <a16:creationId xmlns="" xmlns:a16="http://schemas.microsoft.com/office/drawing/2014/main" id="{21FB3DA5-611E-7C48-A3FA-5FFE9D377B62}"/>
              </a:ext>
            </a:extLst>
          </p:cNvPr>
          <p:cNvSpPr/>
          <p:nvPr/>
        </p:nvSpPr>
        <p:spPr>
          <a:xfrm>
            <a:off x="490938" y="1340768"/>
            <a:ext cx="2588407" cy="402972"/>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40" name="직사각형 39">
            <a:extLst>
              <a:ext uri="{FF2B5EF4-FFF2-40B4-BE49-F238E27FC236}">
                <a16:creationId xmlns="" xmlns:a16="http://schemas.microsoft.com/office/drawing/2014/main" id="{1380E688-2F40-9040-982D-A81E63A023B9}"/>
              </a:ext>
            </a:extLst>
          </p:cNvPr>
          <p:cNvSpPr/>
          <p:nvPr/>
        </p:nvSpPr>
        <p:spPr>
          <a:xfrm>
            <a:off x="1376934" y="1405185"/>
            <a:ext cx="1623441" cy="254981"/>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ko-KR" sz="800" smtClean="0">
                <a:solidFill>
                  <a:schemeClr val="bg1">
                    <a:lumMod val="75000"/>
                  </a:schemeClr>
                </a:solidFill>
                <a:latin typeface="Times New Roman" pitchFamily="18" charset="0"/>
                <a:ea typeface="Nanum Gothic" panose="020D0604000000000000" pitchFamily="34" charset="-127"/>
                <a:cs typeface="Times New Roman" pitchFamily="18" charset="0"/>
              </a:rPr>
              <a:t>Tìm tên/ số điện thoại/mã vé</a:t>
            </a:r>
            <a:endParaRPr lang="ko-KR" altLang="en-US" sz="80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pic>
        <p:nvPicPr>
          <p:cNvPr id="41" name="그림 40">
            <a:extLst>
              <a:ext uri="{FF2B5EF4-FFF2-40B4-BE49-F238E27FC236}">
                <a16:creationId xmlns="" xmlns:a16="http://schemas.microsoft.com/office/drawing/2014/main" id="{D597CA7B-117C-2446-AD6B-A295A38A7B93}"/>
              </a:ext>
            </a:extLst>
          </p:cNvPr>
          <p:cNvPicPr>
            <a:picLocks noChangeAspect="1"/>
          </p:cNvPicPr>
          <p:nvPr/>
        </p:nvPicPr>
        <p:blipFill>
          <a:blip r:embed="rId3" cstate="print"/>
          <a:stretch>
            <a:fillRect/>
          </a:stretch>
        </p:blipFill>
        <p:spPr>
          <a:xfrm>
            <a:off x="2766681" y="1456547"/>
            <a:ext cx="173098" cy="173098"/>
          </a:xfrm>
          <a:prstGeom prst="rect">
            <a:avLst/>
          </a:prstGeom>
        </p:spPr>
      </p:pic>
      <p:grpSp>
        <p:nvGrpSpPr>
          <p:cNvPr id="3" name="그룹 41">
            <a:extLst>
              <a:ext uri="{FF2B5EF4-FFF2-40B4-BE49-F238E27FC236}">
                <a16:creationId xmlns="" xmlns:a16="http://schemas.microsoft.com/office/drawing/2014/main" id="{76DFB05C-B07B-8340-A692-021B50BC56AB}"/>
              </a:ext>
            </a:extLst>
          </p:cNvPr>
          <p:cNvGrpSpPr/>
          <p:nvPr/>
        </p:nvGrpSpPr>
        <p:grpSpPr>
          <a:xfrm>
            <a:off x="573272" y="1456547"/>
            <a:ext cx="864167" cy="169101"/>
            <a:chOff x="266951" y="710205"/>
            <a:chExt cx="993277" cy="194366"/>
          </a:xfrm>
        </p:grpSpPr>
        <p:sp>
          <p:nvSpPr>
            <p:cNvPr id="43" name="TextBox 42">
              <a:extLst>
                <a:ext uri="{FF2B5EF4-FFF2-40B4-BE49-F238E27FC236}">
                  <a16:creationId xmlns="" xmlns:a16="http://schemas.microsoft.com/office/drawing/2014/main" id="{3D55BF5A-313D-6747-AA17-01FF78F2324E}"/>
                </a:ext>
              </a:extLst>
            </p:cNvPr>
            <p:cNvSpPr txBox="1"/>
            <p:nvPr/>
          </p:nvSpPr>
          <p:spPr>
            <a:xfrm>
              <a:off x="266951" y="711311"/>
              <a:ext cx="213205" cy="193260"/>
            </a:xfrm>
            <a:prstGeom prst="rect">
              <a:avLst/>
            </a:prstGeom>
            <a:solidFill>
              <a:srgbClr val="C00000"/>
            </a:solidFill>
          </p:spPr>
          <p:txBody>
            <a:bodyPr wrap="square" lIns="36000" tIns="0" rIns="36000" bIns="0" rtlCol="0">
              <a:spAutoFit/>
            </a:bodyPr>
            <a:lstStyle/>
            <a:p>
              <a:pPr algn="ctr"/>
              <a:r>
                <a:rPr lang="en-US" altLang="ko-KR" sz="1100" b="1" dirty="0">
                  <a:solidFill>
                    <a:schemeClr val="bg1"/>
                  </a:solidFill>
                  <a:latin typeface="Times New Roman" pitchFamily="18" charset="0"/>
                  <a:ea typeface="Nanum Gothic" panose="020D0604000000000000" pitchFamily="34" charset="-127"/>
                  <a:cs typeface="Times New Roman" pitchFamily="18" charset="0"/>
                </a:rPr>
                <a:t>T</a:t>
              </a:r>
              <a:endParaRPr lang="ko-KR" altLang="en-US" sz="1100" b="1" dirty="0">
                <a:solidFill>
                  <a:schemeClr val="bg1"/>
                </a:solidFill>
                <a:latin typeface="Times New Roman" pitchFamily="18" charset="0"/>
                <a:ea typeface="Nanum Gothic" panose="020D0604000000000000" pitchFamily="34" charset="-127"/>
                <a:cs typeface="Times New Roman" pitchFamily="18" charset="0"/>
              </a:endParaRPr>
            </a:p>
          </p:txBody>
        </p:sp>
        <p:sp>
          <p:nvSpPr>
            <p:cNvPr id="44" name="TextBox 43">
              <a:extLst>
                <a:ext uri="{FF2B5EF4-FFF2-40B4-BE49-F238E27FC236}">
                  <a16:creationId xmlns="" xmlns:a16="http://schemas.microsoft.com/office/drawing/2014/main" id="{D1212CF2-2BAD-A540-A54D-5E7635E00FF2}"/>
                </a:ext>
              </a:extLst>
            </p:cNvPr>
            <p:cNvSpPr txBox="1"/>
            <p:nvPr/>
          </p:nvSpPr>
          <p:spPr>
            <a:xfrm>
              <a:off x="362940" y="710205"/>
              <a:ext cx="897288" cy="193260"/>
            </a:xfrm>
            <a:prstGeom prst="rect">
              <a:avLst/>
            </a:prstGeom>
            <a:noFill/>
          </p:spPr>
          <p:txBody>
            <a:bodyPr wrap="square" lIns="36000" tIns="0" rIns="36000" bIns="0" rtlCol="0">
              <a:spAutoFit/>
            </a:bodyPr>
            <a:lstStyle/>
            <a:p>
              <a:pPr algn="ctr"/>
              <a:r>
                <a:rPr lang="en-US" altLang="ko-KR" sz="1100" b="1" dirty="0">
                  <a:latin typeface="Times New Roman" pitchFamily="18" charset="0"/>
                  <a:ea typeface="Nanum Gothic" panose="020D0604000000000000" pitchFamily="34" charset="-127"/>
                  <a:cs typeface="Times New Roman" pitchFamily="18" charset="0"/>
                </a:rPr>
                <a:t>BRIDGE</a:t>
              </a:r>
              <a:endParaRPr lang="ko-KR" altLang="en-US" sz="1100" b="1" dirty="0">
                <a:latin typeface="Times New Roman" pitchFamily="18" charset="0"/>
                <a:ea typeface="Nanum Gothic" panose="020D0604000000000000" pitchFamily="34" charset="-127"/>
                <a:cs typeface="Times New Roman" pitchFamily="18" charset="0"/>
              </a:endParaRPr>
            </a:p>
          </p:txBody>
        </p:sp>
      </p:grpSp>
      <p:sp>
        <p:nvSpPr>
          <p:cNvPr id="45" name="직사각형 44">
            <a:extLst>
              <a:ext uri="{FF2B5EF4-FFF2-40B4-BE49-F238E27FC236}">
                <a16:creationId xmlns="" xmlns:a16="http://schemas.microsoft.com/office/drawing/2014/main" id="{F204C739-6D05-444E-8F91-F447E9074A14}"/>
              </a:ext>
            </a:extLst>
          </p:cNvPr>
          <p:cNvSpPr/>
          <p:nvPr/>
        </p:nvSpPr>
        <p:spPr>
          <a:xfrm>
            <a:off x="495478" y="1743422"/>
            <a:ext cx="2588407" cy="396407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144000" rIns="91440" bIns="45720" numCol="1" spcCol="0" rtlCol="0" fromWordArt="0" anchor="t" anchorCtr="0" forceAA="0" compatLnSpc="1">
            <a:prstTxWarp prst="textNoShape">
              <a:avLst/>
            </a:prstTxWarp>
            <a:noAutofit/>
          </a:bodyPr>
          <a:lstStyle/>
          <a:p>
            <a:pPr algn="ctr"/>
            <a:r>
              <a:rPr lang="en-US" altLang="ko-KR" sz="1400" b="1" smtClean="0">
                <a:solidFill>
                  <a:schemeClr val="tx1"/>
                </a:solidFill>
                <a:latin typeface="Times New Roman" pitchFamily="18" charset="0"/>
                <a:ea typeface="Nanum Gothic" panose="020D0604000000000000" pitchFamily="34" charset="-127"/>
                <a:cs typeface="Times New Roman" pitchFamily="18" charset="0"/>
              </a:rPr>
              <a:t>Tên công ty</a:t>
            </a:r>
            <a:r>
              <a:rPr lang="ko-KR" altLang="en-US" sz="1400" b="1" smtClean="0">
                <a:solidFill>
                  <a:schemeClr val="tx1"/>
                </a:solidFill>
                <a:latin typeface="Times New Roman" pitchFamily="18" charset="0"/>
                <a:ea typeface="Nanum Gothic" panose="020D0604000000000000" pitchFamily="34" charset="-127"/>
                <a:cs typeface="Times New Roman" pitchFamily="18" charset="0"/>
              </a:rPr>
              <a:t> </a:t>
            </a:r>
            <a:endParaRPr lang="en-US" altLang="ko-KR" sz="1400" b="1" dirty="0">
              <a:solidFill>
                <a:schemeClr val="tx1"/>
              </a:solidFill>
              <a:latin typeface="Times New Roman" pitchFamily="18" charset="0"/>
              <a:ea typeface="Nanum Gothic" panose="020D0604000000000000" pitchFamily="34" charset="-127"/>
              <a:cs typeface="Times New Roman" pitchFamily="18" charset="0"/>
            </a:endParaRPr>
          </a:p>
          <a:p>
            <a:pPr algn="ctr"/>
            <a:endParaRPr lang="en-US" altLang="ko-KR" sz="1400" b="1" dirty="0">
              <a:solidFill>
                <a:schemeClr val="tx1"/>
              </a:solidFill>
              <a:latin typeface="Times New Roman" pitchFamily="18" charset="0"/>
              <a:ea typeface="Nanum Gothic" panose="020D0604000000000000" pitchFamily="34" charset="-127"/>
              <a:cs typeface="Times New Roman" pitchFamily="18" charset="0"/>
            </a:endParaRPr>
          </a:p>
          <a:p>
            <a:pPr algn="ctr"/>
            <a:endParaRPr lang="en-US" altLang="ko-KR" sz="1400" b="1" dirty="0">
              <a:solidFill>
                <a:schemeClr val="tx1"/>
              </a:solidFill>
              <a:latin typeface="Times New Roman" pitchFamily="18" charset="0"/>
              <a:ea typeface="Nanum Gothic" panose="020D0604000000000000" pitchFamily="34" charset="-127"/>
              <a:cs typeface="Times New Roman" pitchFamily="18" charset="0"/>
            </a:endParaRPr>
          </a:p>
          <a:p>
            <a:pPr algn="ctr"/>
            <a:r>
              <a:rPr lang="ko-KR" altLang="en-US" sz="1400" b="1" dirty="0">
                <a:solidFill>
                  <a:schemeClr val="tx1"/>
                </a:solidFill>
                <a:latin typeface="Times New Roman" pitchFamily="18" charset="0"/>
                <a:ea typeface="Nanum Gothic" panose="020D0604000000000000" pitchFamily="34" charset="-127"/>
                <a:cs typeface="Times New Roman" pitchFamily="18" charset="0"/>
              </a:rPr>
              <a:t> </a:t>
            </a:r>
          </a:p>
        </p:txBody>
      </p:sp>
      <p:sp>
        <p:nvSpPr>
          <p:cNvPr id="46" name="직사각형 45">
            <a:extLst>
              <a:ext uri="{FF2B5EF4-FFF2-40B4-BE49-F238E27FC236}">
                <a16:creationId xmlns="" xmlns:a16="http://schemas.microsoft.com/office/drawing/2014/main" id="{B1496DF1-5C37-BB45-AC7F-382F7DD74B53}"/>
              </a:ext>
            </a:extLst>
          </p:cNvPr>
          <p:cNvSpPr/>
          <p:nvPr/>
        </p:nvSpPr>
        <p:spPr>
          <a:xfrm>
            <a:off x="622172" y="2195467"/>
            <a:ext cx="1119263" cy="415614"/>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smtClean="0">
                <a:solidFill>
                  <a:schemeClr val="tx1"/>
                </a:solidFill>
                <a:latin typeface="Times New Roman" pitchFamily="18" charset="0"/>
                <a:ea typeface="Nanum Gothic" panose="020D0604000000000000" pitchFamily="34" charset="-127"/>
                <a:cs typeface="Times New Roman" pitchFamily="18" charset="0"/>
              </a:rPr>
              <a:t>N kết quả</a:t>
            </a:r>
            <a:endParaRPr lang="en-US" altLang="ko-KR" sz="1000" dirty="0">
              <a:solidFill>
                <a:schemeClr val="tx1"/>
              </a:solidFill>
              <a:latin typeface="Times New Roman" pitchFamily="18" charset="0"/>
              <a:ea typeface="Nanum Gothic" panose="020D0604000000000000" pitchFamily="34" charset="-127"/>
              <a:cs typeface="Times New Roman" pitchFamily="18" charset="0"/>
            </a:endParaRPr>
          </a:p>
          <a:p>
            <a:pPr algn="ctr"/>
            <a:r>
              <a:rPr lang="en-US" altLang="ko-KR" sz="1000" smtClean="0">
                <a:solidFill>
                  <a:schemeClr val="tx1"/>
                </a:solidFill>
                <a:latin typeface="Times New Roman" pitchFamily="18" charset="0"/>
                <a:ea typeface="Nanum Gothic" panose="020D0604000000000000" pitchFamily="34" charset="-127"/>
                <a:cs typeface="Times New Roman" pitchFamily="18" charset="0"/>
              </a:rPr>
              <a:t>Số vé chưa sử dụng</a:t>
            </a:r>
            <a:endParaRPr lang="en-US" altLang="ko-KR" sz="10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47" name="직사각형 46">
            <a:extLst>
              <a:ext uri="{FF2B5EF4-FFF2-40B4-BE49-F238E27FC236}">
                <a16:creationId xmlns="" xmlns:a16="http://schemas.microsoft.com/office/drawing/2014/main" id="{17560863-CE5D-FD42-93BD-0D09255346ED}"/>
              </a:ext>
            </a:extLst>
          </p:cNvPr>
          <p:cNvSpPr/>
          <p:nvPr/>
        </p:nvSpPr>
        <p:spPr>
          <a:xfrm>
            <a:off x="1852635" y="2195467"/>
            <a:ext cx="1119263" cy="415614"/>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smtClean="0">
                <a:solidFill>
                  <a:schemeClr val="tx1"/>
                </a:solidFill>
                <a:latin typeface="Times New Roman" pitchFamily="18" charset="0"/>
                <a:ea typeface="Nanum Gothic" panose="020D0604000000000000" pitchFamily="34" charset="-127"/>
                <a:cs typeface="Times New Roman" pitchFamily="18" charset="0"/>
              </a:rPr>
              <a:t>N kết quả</a:t>
            </a:r>
            <a:endParaRPr lang="en-US" altLang="ko-KR" sz="1000" dirty="0">
              <a:solidFill>
                <a:schemeClr val="tx1"/>
              </a:solidFill>
              <a:latin typeface="Times New Roman" pitchFamily="18" charset="0"/>
              <a:ea typeface="Nanum Gothic" panose="020D0604000000000000" pitchFamily="34" charset="-127"/>
              <a:cs typeface="Times New Roman" pitchFamily="18" charset="0"/>
            </a:endParaRPr>
          </a:p>
          <a:p>
            <a:pPr algn="ctr"/>
            <a:r>
              <a:rPr lang="en-US" altLang="ko-KR" sz="1000" smtClean="0">
                <a:solidFill>
                  <a:schemeClr val="tx1"/>
                </a:solidFill>
                <a:latin typeface="Times New Roman" pitchFamily="18" charset="0"/>
                <a:ea typeface="Nanum Gothic" panose="020D0604000000000000" pitchFamily="34" charset="-127"/>
                <a:cs typeface="Times New Roman" pitchFamily="18" charset="0"/>
              </a:rPr>
              <a:t>Số câu hỏi chưa trả lời</a:t>
            </a:r>
            <a:endParaRPr lang="en-US" altLang="ko-KR" sz="10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48" name="직사각형 47">
            <a:extLst>
              <a:ext uri="{FF2B5EF4-FFF2-40B4-BE49-F238E27FC236}">
                <a16:creationId xmlns="" xmlns:a16="http://schemas.microsoft.com/office/drawing/2014/main" id="{45949EE5-47A9-3D4A-A3EB-E65FDC05F17D}"/>
              </a:ext>
            </a:extLst>
          </p:cNvPr>
          <p:cNvSpPr/>
          <p:nvPr/>
        </p:nvSpPr>
        <p:spPr>
          <a:xfrm>
            <a:off x="622172" y="2682248"/>
            <a:ext cx="2349726" cy="747021"/>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smtClean="0">
                <a:solidFill>
                  <a:schemeClr val="tx1"/>
                </a:solidFill>
                <a:latin typeface="Times New Roman" pitchFamily="18" charset="0"/>
                <a:ea typeface="Nanum Gothic" panose="020D0604000000000000" pitchFamily="34" charset="-127"/>
                <a:cs typeface="Times New Roman" pitchFamily="18" charset="0"/>
              </a:rPr>
              <a:t>Tình hình bán vé (Hôm qua</a:t>
            </a:r>
            <a:r>
              <a:rPr lang="ko-KR" altLang="en-US" sz="1000" smtClean="0">
                <a:solidFill>
                  <a:schemeClr val="tx1"/>
                </a:solidFill>
                <a:latin typeface="Times New Roman" pitchFamily="18" charset="0"/>
                <a:ea typeface="Nanum Gothic" panose="020D0604000000000000" pitchFamily="34" charset="-127"/>
                <a:cs typeface="Times New Roman" pitchFamily="18" charset="0"/>
              </a:rPr>
              <a:t> </a:t>
            </a:r>
            <a:r>
              <a:rPr lang="en-US" altLang="ko-KR" sz="1000">
                <a:solidFill>
                  <a:schemeClr val="tx1"/>
                </a:solidFill>
                <a:latin typeface="Times New Roman" pitchFamily="18" charset="0"/>
                <a:ea typeface="Nanum Gothic" panose="020D0604000000000000" pitchFamily="34" charset="-127"/>
                <a:cs typeface="Times New Roman" pitchFamily="18" charset="0"/>
              </a:rPr>
              <a:t>vs</a:t>
            </a:r>
            <a:r>
              <a:rPr lang="ko-KR" altLang="en-US" sz="1000">
                <a:solidFill>
                  <a:schemeClr val="tx1"/>
                </a:solidFill>
                <a:latin typeface="Times New Roman" pitchFamily="18" charset="0"/>
                <a:ea typeface="Nanum Gothic" panose="020D0604000000000000" pitchFamily="34" charset="-127"/>
                <a:cs typeface="Times New Roman" pitchFamily="18" charset="0"/>
              </a:rPr>
              <a:t> </a:t>
            </a:r>
            <a:r>
              <a:rPr lang="en-US" altLang="ko-KR" sz="1000" smtClean="0">
                <a:solidFill>
                  <a:schemeClr val="tx1"/>
                </a:solidFill>
                <a:latin typeface="Times New Roman" pitchFamily="18" charset="0"/>
                <a:ea typeface="Nanum Gothic" panose="020D0604000000000000" pitchFamily="34" charset="-127"/>
                <a:cs typeface="Times New Roman" pitchFamily="18" charset="0"/>
              </a:rPr>
              <a:t>Hôm nay)</a:t>
            </a:r>
            <a:endParaRPr lang="en-US" altLang="ko-KR" sz="10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49" name="직사각형 48">
            <a:extLst>
              <a:ext uri="{FF2B5EF4-FFF2-40B4-BE49-F238E27FC236}">
                <a16:creationId xmlns="" xmlns:a16="http://schemas.microsoft.com/office/drawing/2014/main" id="{CC940D3D-44C3-4E42-B302-F7B9762A3EBA}"/>
              </a:ext>
            </a:extLst>
          </p:cNvPr>
          <p:cNvSpPr/>
          <p:nvPr/>
        </p:nvSpPr>
        <p:spPr>
          <a:xfrm>
            <a:off x="622172" y="3516571"/>
            <a:ext cx="2349726" cy="340898"/>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smtClean="0">
                <a:solidFill>
                  <a:schemeClr val="tx1"/>
                </a:solidFill>
                <a:latin typeface="Times New Roman" pitchFamily="18" charset="0"/>
                <a:ea typeface="Nanum Gothic" panose="020D0604000000000000" pitchFamily="34" charset="-127"/>
                <a:cs typeface="Times New Roman" pitchFamily="18" charset="0"/>
              </a:rPr>
              <a:t>Xem toàn bộ đơn hàng</a:t>
            </a:r>
            <a:r>
              <a:rPr lang="ko-KR" altLang="en-US" sz="1000" smtClean="0">
                <a:solidFill>
                  <a:schemeClr val="tx1"/>
                </a:solidFill>
                <a:latin typeface="Times New Roman" pitchFamily="18" charset="0"/>
                <a:ea typeface="Nanum Gothic" panose="020D0604000000000000" pitchFamily="34" charset="-127"/>
                <a:cs typeface="Times New Roman" pitchFamily="18" charset="0"/>
              </a:rPr>
              <a:t> </a:t>
            </a:r>
            <a:r>
              <a:rPr lang="en-US" altLang="ko-KR" sz="1000" dirty="0">
                <a:solidFill>
                  <a:schemeClr val="tx1"/>
                </a:solidFill>
                <a:latin typeface="Times New Roman" pitchFamily="18" charset="0"/>
                <a:ea typeface="Nanum Gothic" panose="020D0604000000000000" pitchFamily="34" charset="-127"/>
                <a:cs typeface="Times New Roman" pitchFamily="18" charset="0"/>
              </a:rPr>
              <a:t>&gt;</a:t>
            </a:r>
          </a:p>
        </p:txBody>
      </p:sp>
      <p:sp>
        <p:nvSpPr>
          <p:cNvPr id="50" name="직사각형 49">
            <a:extLst>
              <a:ext uri="{FF2B5EF4-FFF2-40B4-BE49-F238E27FC236}">
                <a16:creationId xmlns="" xmlns:a16="http://schemas.microsoft.com/office/drawing/2014/main" id="{0E13AD1A-8D63-BD45-B5BC-0C5C6A7C2921}"/>
              </a:ext>
            </a:extLst>
          </p:cNvPr>
          <p:cNvSpPr/>
          <p:nvPr/>
        </p:nvSpPr>
        <p:spPr>
          <a:xfrm>
            <a:off x="622172" y="3939333"/>
            <a:ext cx="2349726" cy="934521"/>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smtClean="0">
                <a:solidFill>
                  <a:schemeClr val="tx1"/>
                </a:solidFill>
                <a:latin typeface="Times New Roman" pitchFamily="18" charset="0"/>
                <a:ea typeface="Nanum Gothic" panose="020D0604000000000000" pitchFamily="34" charset="-127"/>
                <a:cs typeface="Times New Roman" pitchFamily="18" charset="0"/>
              </a:rPr>
              <a:t>Biểu đồ so sánh số lượng bán theo tuần</a:t>
            </a:r>
            <a:r>
              <a:rPr lang="ko-KR" altLang="en-US" sz="1000" smtClean="0">
                <a:solidFill>
                  <a:schemeClr val="tx1"/>
                </a:solidFill>
                <a:latin typeface="Times New Roman" pitchFamily="18" charset="0"/>
                <a:ea typeface="Nanum Gothic" panose="020D0604000000000000" pitchFamily="34" charset="-127"/>
                <a:cs typeface="Times New Roman" pitchFamily="18" charset="0"/>
              </a:rPr>
              <a:t> </a:t>
            </a:r>
            <a:endParaRPr lang="en-US" altLang="ko-KR" sz="10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51" name="직사각형 50">
            <a:extLst>
              <a:ext uri="{FF2B5EF4-FFF2-40B4-BE49-F238E27FC236}">
                <a16:creationId xmlns="" xmlns:a16="http://schemas.microsoft.com/office/drawing/2014/main" id="{DEB9666D-6F21-0448-A456-68C81CAB9B65}"/>
              </a:ext>
            </a:extLst>
          </p:cNvPr>
          <p:cNvSpPr/>
          <p:nvPr/>
        </p:nvSpPr>
        <p:spPr>
          <a:xfrm>
            <a:off x="622172" y="4945021"/>
            <a:ext cx="2349725" cy="577083"/>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smtClean="0">
                <a:solidFill>
                  <a:schemeClr val="tx1"/>
                </a:solidFill>
                <a:latin typeface="Times New Roman" pitchFamily="18" charset="0"/>
                <a:ea typeface="Nanum Gothic" panose="020D0604000000000000" pitchFamily="34" charset="-127"/>
                <a:cs typeface="Times New Roman" pitchFamily="18" charset="0"/>
              </a:rPr>
              <a:t>Thông báo (5 cái mới nhất)</a:t>
            </a:r>
            <a:endParaRPr lang="en-US" altLang="ko-KR" sz="10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53" name="직사각형 52">
            <a:extLst>
              <a:ext uri="{FF2B5EF4-FFF2-40B4-BE49-F238E27FC236}">
                <a16:creationId xmlns="" xmlns:a16="http://schemas.microsoft.com/office/drawing/2014/main" id="{72E04A98-D431-594F-8DA9-DDEDD7702739}"/>
              </a:ext>
            </a:extLst>
          </p:cNvPr>
          <p:cNvSpPr/>
          <p:nvPr/>
        </p:nvSpPr>
        <p:spPr>
          <a:xfrm>
            <a:off x="490939" y="5707493"/>
            <a:ext cx="2591324" cy="735976"/>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50" smtClean="0">
                <a:solidFill>
                  <a:schemeClr val="tx1"/>
                </a:solidFill>
                <a:latin typeface="Times New Roman" pitchFamily="18" charset="0"/>
                <a:ea typeface="Nanum Gothic" panose="020D0604000000000000" pitchFamily="34" charset="-127"/>
                <a:cs typeface="Times New Roman" pitchFamily="18" charset="0"/>
              </a:rPr>
              <a:t>footer</a:t>
            </a:r>
            <a:r>
              <a:rPr lang="ko-KR" altLang="en-US" sz="1050" smtClean="0">
                <a:solidFill>
                  <a:schemeClr val="tx1"/>
                </a:solidFill>
                <a:latin typeface="Times New Roman" pitchFamily="18" charset="0"/>
                <a:ea typeface="Nanum Gothic" panose="020D0604000000000000" pitchFamily="34" charset="-127"/>
                <a:cs typeface="Times New Roman" pitchFamily="18" charset="0"/>
              </a:rPr>
              <a:t> </a:t>
            </a:r>
            <a:endParaRPr lang="en-US" altLang="ko-KR" sz="1050" dirty="0">
              <a:solidFill>
                <a:schemeClr val="tx1"/>
              </a:solidFill>
              <a:latin typeface="Times New Roman" pitchFamily="18" charset="0"/>
              <a:ea typeface="Nanum Gothic" panose="020D0604000000000000" pitchFamily="34" charset="-127"/>
              <a:cs typeface="Times New Roman" pitchFamily="18" charset="0"/>
            </a:endParaRPr>
          </a:p>
          <a:p>
            <a:pPr algn="ctr"/>
            <a:endParaRPr lang="en-US" altLang="ko-KR" sz="1050" dirty="0">
              <a:solidFill>
                <a:schemeClr val="tx1"/>
              </a:solidFill>
              <a:latin typeface="Times New Roman" pitchFamily="18" charset="0"/>
              <a:ea typeface="Nanum Gothic" panose="020D0604000000000000" pitchFamily="34" charset="-127"/>
              <a:cs typeface="Times New Roman" pitchFamily="18" charset="0"/>
            </a:endParaRPr>
          </a:p>
        </p:txBody>
      </p:sp>
      <p:pic>
        <p:nvPicPr>
          <p:cNvPr id="60" name="그림 59">
            <a:extLst>
              <a:ext uri="{FF2B5EF4-FFF2-40B4-BE49-F238E27FC236}">
                <a16:creationId xmlns="" xmlns:a16="http://schemas.microsoft.com/office/drawing/2014/main" id="{300AA367-C480-3043-A79C-006BB25AB633}"/>
              </a:ext>
            </a:extLst>
          </p:cNvPr>
          <p:cNvPicPr>
            <a:picLocks noChangeAspect="1"/>
          </p:cNvPicPr>
          <p:nvPr/>
        </p:nvPicPr>
        <p:blipFill>
          <a:blip r:embed="rId4" cstate="print"/>
          <a:stretch>
            <a:fillRect/>
          </a:stretch>
        </p:blipFill>
        <p:spPr>
          <a:xfrm>
            <a:off x="3569381" y="1421051"/>
            <a:ext cx="239130" cy="239130"/>
          </a:xfrm>
          <a:prstGeom prst="rect">
            <a:avLst/>
          </a:prstGeom>
        </p:spPr>
      </p:pic>
      <p:sp>
        <p:nvSpPr>
          <p:cNvPr id="62" name="직사각형 61">
            <a:extLst>
              <a:ext uri="{FF2B5EF4-FFF2-40B4-BE49-F238E27FC236}">
                <a16:creationId xmlns="" xmlns:a16="http://schemas.microsoft.com/office/drawing/2014/main" id="{8E8C007D-BF85-0644-9C9B-D0EB35F72D62}"/>
              </a:ext>
            </a:extLst>
          </p:cNvPr>
          <p:cNvSpPr/>
          <p:nvPr/>
        </p:nvSpPr>
        <p:spPr>
          <a:xfrm>
            <a:off x="3690528" y="2170699"/>
            <a:ext cx="2324599" cy="76088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sp>
        <p:nvSpPr>
          <p:cNvPr id="63" name="직사각형 62">
            <a:extLst>
              <a:ext uri="{FF2B5EF4-FFF2-40B4-BE49-F238E27FC236}">
                <a16:creationId xmlns="" xmlns:a16="http://schemas.microsoft.com/office/drawing/2014/main" id="{F8E201FA-43D8-6348-8B89-59428060D194}"/>
              </a:ext>
            </a:extLst>
          </p:cNvPr>
          <p:cNvSpPr/>
          <p:nvPr/>
        </p:nvSpPr>
        <p:spPr>
          <a:xfrm>
            <a:off x="3777301" y="2579196"/>
            <a:ext cx="2164381" cy="28184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900" b="1" smtClean="0">
                <a:solidFill>
                  <a:schemeClr val="tx1"/>
                </a:solidFill>
                <a:latin typeface="Times New Roman" pitchFamily="18" charset="0"/>
                <a:ea typeface="Nanum Gothic" panose="020D0604000000000000" pitchFamily="34" charset="-127"/>
                <a:cs typeface="Times New Roman" pitchFamily="18" charset="0"/>
              </a:rPr>
              <a:t>#Hôm nay</a:t>
            </a:r>
            <a:r>
              <a:rPr lang="ko-KR" altLang="en-US" sz="900" b="1" smtClean="0">
                <a:solidFill>
                  <a:schemeClr val="tx1"/>
                </a:solidFill>
                <a:latin typeface="Times New Roman" pitchFamily="18" charset="0"/>
                <a:ea typeface="Nanum Gothic" panose="020D0604000000000000" pitchFamily="34" charset="-127"/>
                <a:cs typeface="Times New Roman" pitchFamily="18" charset="0"/>
              </a:rPr>
              <a:t> </a:t>
            </a:r>
            <a:r>
              <a:rPr lang="en-US" altLang="ko-KR" sz="900" b="1" smtClean="0">
                <a:solidFill>
                  <a:schemeClr val="tx1"/>
                </a:solidFill>
                <a:latin typeface="Times New Roman" pitchFamily="18" charset="0"/>
                <a:ea typeface="Nanum Gothic" panose="020D0604000000000000" pitchFamily="34" charset="-127"/>
                <a:cs typeface="Times New Roman" pitchFamily="18" charset="0"/>
              </a:rPr>
              <a:t>#Toàn bộ kênh</a:t>
            </a:r>
            <a:r>
              <a:rPr lang="ko-KR" altLang="en-US" sz="900" b="1" smtClean="0">
                <a:solidFill>
                  <a:schemeClr val="tx1"/>
                </a:solidFill>
                <a:latin typeface="Times New Roman" pitchFamily="18" charset="0"/>
                <a:ea typeface="Nanum Gothic" panose="020D0604000000000000" pitchFamily="34" charset="-127"/>
                <a:cs typeface="Times New Roman" pitchFamily="18" charset="0"/>
              </a:rPr>
              <a:t>  </a:t>
            </a:r>
            <a:r>
              <a:rPr lang="en-US" altLang="ko-KR" sz="900" b="1" smtClean="0">
                <a:solidFill>
                  <a:schemeClr val="tx1"/>
                </a:solidFill>
                <a:latin typeface="Times New Roman" pitchFamily="18" charset="0"/>
                <a:ea typeface="Nanum Gothic" panose="020D0604000000000000" pitchFamily="34" charset="-127"/>
                <a:cs typeface="Times New Roman" pitchFamily="18" charset="0"/>
              </a:rPr>
              <a:t>#Toàn bộ NCC</a:t>
            </a:r>
            <a:endParaRPr lang="ko-KR" altLang="en-US" sz="9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65" name="직사각형 64">
            <a:extLst>
              <a:ext uri="{FF2B5EF4-FFF2-40B4-BE49-F238E27FC236}">
                <a16:creationId xmlns="" xmlns:a16="http://schemas.microsoft.com/office/drawing/2014/main" id="{1774B13C-1E46-E747-8348-D1C3C84B04D5}"/>
              </a:ext>
            </a:extLst>
          </p:cNvPr>
          <p:cNvSpPr/>
          <p:nvPr/>
        </p:nvSpPr>
        <p:spPr>
          <a:xfrm>
            <a:off x="3564505" y="1743422"/>
            <a:ext cx="2583867" cy="3964072"/>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11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66" name="직사각형 65">
            <a:extLst>
              <a:ext uri="{FF2B5EF4-FFF2-40B4-BE49-F238E27FC236}">
                <a16:creationId xmlns="" xmlns:a16="http://schemas.microsoft.com/office/drawing/2014/main" id="{0AEF4444-C49E-DE4A-8ACF-F22244006D8B}"/>
              </a:ext>
            </a:extLst>
          </p:cNvPr>
          <p:cNvSpPr/>
          <p:nvPr/>
        </p:nvSpPr>
        <p:spPr>
          <a:xfrm>
            <a:off x="3559965" y="1341407"/>
            <a:ext cx="2588407" cy="402972"/>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Quản lý đơn hàng</a:t>
            </a:r>
            <a:endParaRPr lang="ko-KR" altLang="en-US" sz="10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67" name="직사각형 66">
            <a:extLst>
              <a:ext uri="{FF2B5EF4-FFF2-40B4-BE49-F238E27FC236}">
                <a16:creationId xmlns="" xmlns:a16="http://schemas.microsoft.com/office/drawing/2014/main" id="{9DC6043B-81E8-404E-A256-646074B58550}"/>
              </a:ext>
            </a:extLst>
          </p:cNvPr>
          <p:cNvSpPr/>
          <p:nvPr/>
        </p:nvSpPr>
        <p:spPr>
          <a:xfrm>
            <a:off x="3777301" y="2268305"/>
            <a:ext cx="2164381" cy="254981"/>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800" smtClean="0">
                <a:solidFill>
                  <a:schemeClr val="bg1">
                    <a:lumMod val="75000"/>
                  </a:schemeClr>
                </a:solidFill>
                <a:latin typeface="Times New Roman" pitchFamily="18" charset="0"/>
                <a:ea typeface="Nanum Gothic" panose="020D0604000000000000" pitchFamily="34" charset="-127"/>
                <a:cs typeface="Times New Roman" pitchFamily="18" charset="0"/>
              </a:rPr>
              <a:t>Tìm tên/ số điện thoại/mã vé</a:t>
            </a:r>
            <a:endParaRPr lang="ko-KR" altLang="en-US" sz="80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pic>
        <p:nvPicPr>
          <p:cNvPr id="68" name="그림 67">
            <a:extLst>
              <a:ext uri="{FF2B5EF4-FFF2-40B4-BE49-F238E27FC236}">
                <a16:creationId xmlns="" xmlns:a16="http://schemas.microsoft.com/office/drawing/2014/main" id="{CF09F31C-C944-D749-BA07-24CB292F0372}"/>
              </a:ext>
            </a:extLst>
          </p:cNvPr>
          <p:cNvPicPr>
            <a:picLocks noChangeAspect="1"/>
          </p:cNvPicPr>
          <p:nvPr/>
        </p:nvPicPr>
        <p:blipFill>
          <a:blip r:embed="rId3" cstate="print"/>
          <a:stretch>
            <a:fillRect/>
          </a:stretch>
        </p:blipFill>
        <p:spPr>
          <a:xfrm>
            <a:off x="5722982" y="2319667"/>
            <a:ext cx="173098" cy="173098"/>
          </a:xfrm>
          <a:prstGeom prst="rect">
            <a:avLst/>
          </a:prstGeom>
        </p:spPr>
      </p:pic>
      <p:sp>
        <p:nvSpPr>
          <p:cNvPr id="74" name="직사각형 73">
            <a:extLst>
              <a:ext uri="{FF2B5EF4-FFF2-40B4-BE49-F238E27FC236}">
                <a16:creationId xmlns="" xmlns:a16="http://schemas.microsoft.com/office/drawing/2014/main" id="{3C54037E-A15F-DD42-9938-FA5439BB8D47}"/>
              </a:ext>
            </a:extLst>
          </p:cNvPr>
          <p:cNvSpPr/>
          <p:nvPr/>
        </p:nvSpPr>
        <p:spPr>
          <a:xfrm>
            <a:off x="3655953" y="3253198"/>
            <a:ext cx="2401105" cy="747021"/>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smtClean="0">
                <a:solidFill>
                  <a:schemeClr val="tx1"/>
                </a:solidFill>
                <a:latin typeface="Times New Roman" pitchFamily="18" charset="0"/>
                <a:ea typeface="Nanum Gothic" panose="020D0604000000000000" pitchFamily="34" charset="-127"/>
                <a:cs typeface="Times New Roman" pitchFamily="18" charset="0"/>
              </a:rPr>
              <a:t>Vé đặt</a:t>
            </a:r>
            <a:endParaRPr lang="en-US" altLang="ko-KR" sz="10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75" name="직사각형 74">
            <a:extLst>
              <a:ext uri="{FF2B5EF4-FFF2-40B4-BE49-F238E27FC236}">
                <a16:creationId xmlns="" xmlns:a16="http://schemas.microsoft.com/office/drawing/2014/main" id="{A0D7BC2D-E59C-0A4B-9489-3014E99D5847}"/>
              </a:ext>
            </a:extLst>
          </p:cNvPr>
          <p:cNvSpPr/>
          <p:nvPr/>
        </p:nvSpPr>
        <p:spPr>
          <a:xfrm>
            <a:off x="3670184" y="4074942"/>
            <a:ext cx="2401105" cy="747021"/>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smtClean="0">
                <a:solidFill>
                  <a:schemeClr val="tx1"/>
                </a:solidFill>
                <a:latin typeface="Times New Roman" pitchFamily="18" charset="0"/>
                <a:ea typeface="Nanum Gothic" panose="020D0604000000000000" pitchFamily="34" charset="-127"/>
                <a:cs typeface="Times New Roman" pitchFamily="18" charset="0"/>
              </a:rPr>
              <a:t>Vé đặt</a:t>
            </a:r>
            <a:endParaRPr lang="en-US" altLang="ko-KR" sz="1000" dirty="0">
              <a:solidFill>
                <a:schemeClr val="tx1"/>
              </a:solidFill>
              <a:latin typeface="Times New Roman" pitchFamily="18" charset="0"/>
              <a:ea typeface="Nanum Gothic" panose="020D0604000000000000" pitchFamily="34" charset="-127"/>
              <a:cs typeface="Times New Roman" pitchFamily="18" charset="0"/>
            </a:endParaRPr>
          </a:p>
        </p:txBody>
      </p:sp>
      <p:pic>
        <p:nvPicPr>
          <p:cNvPr id="5" name="그림 4">
            <a:extLst>
              <a:ext uri="{FF2B5EF4-FFF2-40B4-BE49-F238E27FC236}">
                <a16:creationId xmlns="" xmlns:a16="http://schemas.microsoft.com/office/drawing/2014/main" id="{19FBD369-C9F1-4D4C-BB2D-B7CA31CE97D5}"/>
              </a:ext>
            </a:extLst>
          </p:cNvPr>
          <p:cNvPicPr>
            <a:picLocks noChangeAspect="1"/>
          </p:cNvPicPr>
          <p:nvPr/>
        </p:nvPicPr>
        <p:blipFill>
          <a:blip r:embed="rId5" cstate="print"/>
          <a:stretch>
            <a:fillRect/>
          </a:stretch>
        </p:blipFill>
        <p:spPr>
          <a:xfrm>
            <a:off x="5740568" y="2636839"/>
            <a:ext cx="155512" cy="155512"/>
          </a:xfrm>
          <a:prstGeom prst="rect">
            <a:avLst/>
          </a:prstGeom>
        </p:spPr>
      </p:pic>
      <p:sp>
        <p:nvSpPr>
          <p:cNvPr id="130" name="직사각형 129">
            <a:extLst>
              <a:ext uri="{FF2B5EF4-FFF2-40B4-BE49-F238E27FC236}">
                <a16:creationId xmlns="" xmlns:a16="http://schemas.microsoft.com/office/drawing/2014/main" id="{A71A1F36-3D6A-7D49-96A5-C6EA9A5A57CE}"/>
              </a:ext>
            </a:extLst>
          </p:cNvPr>
          <p:cNvSpPr/>
          <p:nvPr/>
        </p:nvSpPr>
        <p:spPr>
          <a:xfrm>
            <a:off x="4982165" y="3040053"/>
            <a:ext cx="511907"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rgbClr val="C00000"/>
                </a:solidFill>
                <a:latin typeface="Times New Roman" pitchFamily="18" charset="0"/>
                <a:ea typeface="Nanum Gothic" panose="020D0604000000000000" pitchFamily="34" charset="-127"/>
                <a:cs typeface="Times New Roman" pitchFamily="18" charset="0"/>
              </a:rPr>
              <a:t>Xử lý sử dụng</a:t>
            </a:r>
            <a:endParaRPr lang="ko-KR" altLang="en-US" sz="7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31" name="직사각형 130">
            <a:extLst>
              <a:ext uri="{FF2B5EF4-FFF2-40B4-BE49-F238E27FC236}">
                <a16:creationId xmlns="" xmlns:a16="http://schemas.microsoft.com/office/drawing/2014/main" id="{1CEFA36F-C766-9049-AB12-F16187CF3C0F}"/>
              </a:ext>
            </a:extLst>
          </p:cNvPr>
          <p:cNvSpPr/>
          <p:nvPr/>
        </p:nvSpPr>
        <p:spPr>
          <a:xfrm>
            <a:off x="5537315" y="3040053"/>
            <a:ext cx="511907"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rgbClr val="C00000"/>
                </a:solidFill>
                <a:latin typeface="Times New Roman" pitchFamily="18" charset="0"/>
                <a:ea typeface="Nanum Gothic" panose="020D0604000000000000" pitchFamily="34" charset="-127"/>
                <a:cs typeface="Times New Roman" pitchFamily="18" charset="0"/>
              </a:rPr>
              <a:t>Xử lý khôi phục</a:t>
            </a:r>
            <a:endParaRPr lang="ko-KR" altLang="en-US" sz="7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32" name="직사각형 131">
            <a:extLst>
              <a:ext uri="{FF2B5EF4-FFF2-40B4-BE49-F238E27FC236}">
                <a16:creationId xmlns="" xmlns:a16="http://schemas.microsoft.com/office/drawing/2014/main" id="{9F9B3280-A438-174C-8BDA-EBBEF7BC4DAA}"/>
              </a:ext>
            </a:extLst>
          </p:cNvPr>
          <p:cNvSpPr/>
          <p:nvPr/>
        </p:nvSpPr>
        <p:spPr>
          <a:xfrm>
            <a:off x="4423627" y="3040053"/>
            <a:ext cx="511907" cy="157932"/>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itchFamily="18" charset="0"/>
                <a:ea typeface="Nanum Gothic" panose="020D0604000000000000" pitchFamily="34" charset="-127"/>
                <a:cs typeface="Times New Roman" pitchFamily="18" charset="0"/>
              </a:rPr>
              <a:t>Chọn toàn bộ</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138" name="직사각형 137">
            <a:extLst>
              <a:ext uri="{FF2B5EF4-FFF2-40B4-BE49-F238E27FC236}">
                <a16:creationId xmlns="" xmlns:a16="http://schemas.microsoft.com/office/drawing/2014/main" id="{4758B707-876A-1746-A008-BAC983756248}"/>
              </a:ext>
            </a:extLst>
          </p:cNvPr>
          <p:cNvSpPr/>
          <p:nvPr/>
        </p:nvSpPr>
        <p:spPr>
          <a:xfrm>
            <a:off x="2324704" y="1922986"/>
            <a:ext cx="511907" cy="157932"/>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itchFamily="18" charset="0"/>
                <a:ea typeface="Nanum Gothic" panose="020D0604000000000000" pitchFamily="34" charset="-127"/>
                <a:cs typeface="Times New Roman" pitchFamily="18" charset="0"/>
              </a:rPr>
              <a:t>Refresh</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139" name="직사각형 138">
            <a:extLst>
              <a:ext uri="{FF2B5EF4-FFF2-40B4-BE49-F238E27FC236}">
                <a16:creationId xmlns="" xmlns:a16="http://schemas.microsoft.com/office/drawing/2014/main" id="{FBD53E44-E2D3-C243-A6DF-2E51EE5B117E}"/>
              </a:ext>
            </a:extLst>
          </p:cNvPr>
          <p:cNvSpPr/>
          <p:nvPr/>
        </p:nvSpPr>
        <p:spPr>
          <a:xfrm>
            <a:off x="1229528" y="6109612"/>
            <a:ext cx="511907" cy="157932"/>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itchFamily="18" charset="0"/>
                <a:ea typeface="Nanum Gothic" panose="020D0604000000000000" pitchFamily="34" charset="-127"/>
                <a:cs typeface="Times New Roman" pitchFamily="18" charset="0"/>
              </a:rPr>
              <a:t>Logout</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140" name="직사각형 139">
            <a:extLst>
              <a:ext uri="{FF2B5EF4-FFF2-40B4-BE49-F238E27FC236}">
                <a16:creationId xmlns="" xmlns:a16="http://schemas.microsoft.com/office/drawing/2014/main" id="{AF83ABCD-F9C7-8D48-A066-9369A0CB6503}"/>
              </a:ext>
            </a:extLst>
          </p:cNvPr>
          <p:cNvSpPr/>
          <p:nvPr/>
        </p:nvSpPr>
        <p:spPr>
          <a:xfrm>
            <a:off x="1788059" y="6109612"/>
            <a:ext cx="511907" cy="157932"/>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a:solidFill>
                  <a:schemeClr val="tx1"/>
                </a:solidFill>
                <a:latin typeface="Times New Roman" pitchFamily="18" charset="0"/>
                <a:ea typeface="Nanum Gothic" panose="020D0604000000000000" pitchFamily="34" charset="-127"/>
                <a:cs typeface="Times New Roman" pitchFamily="18" charset="0"/>
              </a:rPr>
              <a:t>PC</a:t>
            </a:r>
            <a:r>
              <a:rPr lang="ko-KR" altLang="en-US" sz="700" b="1">
                <a:solidFill>
                  <a:schemeClr val="tx1"/>
                </a:solidFill>
                <a:latin typeface="Times New Roman" pitchFamily="18" charset="0"/>
                <a:ea typeface="Nanum Gothic" panose="020D0604000000000000" pitchFamily="34" charset="-127"/>
                <a:cs typeface="Times New Roman" pitchFamily="18" charset="0"/>
              </a:rPr>
              <a:t> </a:t>
            </a:r>
            <a:r>
              <a:rPr lang="en-US" altLang="ko-KR" sz="700" b="1" smtClean="0">
                <a:solidFill>
                  <a:schemeClr val="tx1"/>
                </a:solidFill>
                <a:latin typeface="Times New Roman" pitchFamily="18" charset="0"/>
                <a:ea typeface="Nanum Gothic" panose="020D0604000000000000" pitchFamily="34" charset="-127"/>
                <a:cs typeface="Times New Roman" pitchFamily="18" charset="0"/>
              </a:rPr>
              <a:t>version</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154" name="직사각형 153">
            <a:extLst>
              <a:ext uri="{FF2B5EF4-FFF2-40B4-BE49-F238E27FC236}">
                <a16:creationId xmlns="" xmlns:a16="http://schemas.microsoft.com/office/drawing/2014/main" id="{E3CB56AF-0E55-A24E-A864-3DCD7DB779DE}"/>
              </a:ext>
            </a:extLst>
          </p:cNvPr>
          <p:cNvSpPr/>
          <p:nvPr/>
        </p:nvSpPr>
        <p:spPr>
          <a:xfrm>
            <a:off x="5680662" y="5445457"/>
            <a:ext cx="418684" cy="174689"/>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dirty="0">
                <a:solidFill>
                  <a:schemeClr val="tx1"/>
                </a:solidFill>
                <a:latin typeface="Times New Roman" pitchFamily="18" charset="0"/>
                <a:ea typeface="Nanum Gothic" panose="020D0604000000000000" pitchFamily="34" charset="-127"/>
                <a:cs typeface="Times New Roman" pitchFamily="18" charset="0"/>
              </a:rPr>
              <a:t>TOP</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cxnSp>
        <p:nvCxnSpPr>
          <p:cNvPr id="157" name="꺾인 연결선[E] 156">
            <a:extLst>
              <a:ext uri="{FF2B5EF4-FFF2-40B4-BE49-F238E27FC236}">
                <a16:creationId xmlns="" xmlns:a16="http://schemas.microsoft.com/office/drawing/2014/main" id="{70D3E079-2B01-7C4A-8119-77331562C4B5}"/>
              </a:ext>
            </a:extLst>
          </p:cNvPr>
          <p:cNvCxnSpPr>
            <a:stCxn id="39" idx="0"/>
            <a:endCxn id="66" idx="0"/>
          </p:cNvCxnSpPr>
          <p:nvPr/>
        </p:nvCxnSpPr>
        <p:spPr>
          <a:xfrm rot="16200000" flipH="1">
            <a:off x="3319335" y="-193426"/>
            <a:ext cx="639" cy="3069027"/>
          </a:xfrm>
          <a:prstGeom prst="curvedConnector3">
            <a:avLst>
              <a:gd name="adj1" fmla="val -53178560"/>
            </a:avLst>
          </a:prstGeom>
          <a:ln w="3175">
            <a:solidFill>
              <a:srgbClr val="0070C0"/>
            </a:solidFill>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9" name="꺾인 연결선[E] 158">
            <a:extLst>
              <a:ext uri="{FF2B5EF4-FFF2-40B4-BE49-F238E27FC236}">
                <a16:creationId xmlns="" xmlns:a16="http://schemas.microsoft.com/office/drawing/2014/main" id="{D78391B5-2E44-334F-A29F-46867CBE44C8}"/>
              </a:ext>
            </a:extLst>
          </p:cNvPr>
          <p:cNvCxnSpPr>
            <a:cxnSpLocks/>
            <a:stCxn id="39" idx="0"/>
          </p:cNvCxnSpPr>
          <p:nvPr/>
        </p:nvCxnSpPr>
        <p:spPr>
          <a:xfrm rot="5400000" flipH="1" flipV="1">
            <a:off x="4880269" y="-1754359"/>
            <a:ext cx="12700" cy="6190254"/>
          </a:xfrm>
          <a:prstGeom prst="curvedConnector3">
            <a:avLst>
              <a:gd name="adj1" fmla="val 4329724"/>
            </a:avLst>
          </a:prstGeom>
          <a:ln w="3175">
            <a:solidFill>
              <a:srgbClr val="0070C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5" name="직사각형 174">
            <a:extLst>
              <a:ext uri="{FF2B5EF4-FFF2-40B4-BE49-F238E27FC236}">
                <a16:creationId xmlns="" xmlns:a16="http://schemas.microsoft.com/office/drawing/2014/main" id="{F3DFEBD3-62AB-7C42-877F-29E03A215136}"/>
              </a:ext>
            </a:extLst>
          </p:cNvPr>
          <p:cNvSpPr/>
          <p:nvPr/>
        </p:nvSpPr>
        <p:spPr>
          <a:xfrm>
            <a:off x="3508750" y="3007806"/>
            <a:ext cx="816249" cy="200055"/>
          </a:xfrm>
          <a:prstGeom prst="rect">
            <a:avLst/>
          </a:prstGeom>
        </p:spPr>
        <p:txBody>
          <a:bodyPr wrap="none">
            <a:spAutoFit/>
          </a:bodyPr>
          <a:lstStyle/>
          <a:p>
            <a:pPr algn="ctr"/>
            <a:r>
              <a:rPr lang="en-US" altLang="ko-KR" sz="700" smtClean="0">
                <a:latin typeface="Times New Roman" pitchFamily="18" charset="0"/>
                <a:ea typeface="Nanum Gothic" panose="020D0604000000000000" pitchFamily="34" charset="-127"/>
                <a:cs typeface="Times New Roman" pitchFamily="18" charset="0"/>
              </a:rPr>
              <a:t>Tổng 231 kết quả</a:t>
            </a:r>
            <a:endParaRPr lang="en-US" altLang="ko-KR" sz="700" dirty="0">
              <a:latin typeface="Times New Roman" pitchFamily="18" charset="0"/>
              <a:ea typeface="Nanum Gothic" panose="020D0604000000000000" pitchFamily="34" charset="-127"/>
              <a:cs typeface="Times New Roman" pitchFamily="18" charset="0"/>
            </a:endParaRPr>
          </a:p>
        </p:txBody>
      </p:sp>
      <p:sp>
        <p:nvSpPr>
          <p:cNvPr id="179" name="직사각형 178">
            <a:extLst>
              <a:ext uri="{FF2B5EF4-FFF2-40B4-BE49-F238E27FC236}">
                <a16:creationId xmlns="" xmlns:a16="http://schemas.microsoft.com/office/drawing/2014/main" id="{08DDAD76-4F82-EF46-A47B-48B1AD14292D}"/>
              </a:ext>
            </a:extLst>
          </p:cNvPr>
          <p:cNvSpPr/>
          <p:nvPr/>
        </p:nvSpPr>
        <p:spPr>
          <a:xfrm>
            <a:off x="3564505" y="1750097"/>
            <a:ext cx="3009240" cy="346406"/>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180" name="직사각형 179">
            <a:extLst>
              <a:ext uri="{FF2B5EF4-FFF2-40B4-BE49-F238E27FC236}">
                <a16:creationId xmlns="" xmlns:a16="http://schemas.microsoft.com/office/drawing/2014/main" id="{DFAFAD18-0575-F246-97F4-2BEC81C64975}"/>
              </a:ext>
            </a:extLst>
          </p:cNvPr>
          <p:cNvSpPr/>
          <p:nvPr/>
        </p:nvSpPr>
        <p:spPr>
          <a:xfrm>
            <a:off x="4110078" y="1810661"/>
            <a:ext cx="627095" cy="215444"/>
          </a:xfrm>
          <a:prstGeom prst="rect">
            <a:avLst/>
          </a:prstGeom>
        </p:spPr>
        <p:txBody>
          <a:bodyPr wrap="non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Mua xong</a:t>
            </a:r>
            <a:endParaRPr lang="en-US" altLang="ko-KR" sz="800" b="1" dirty="0">
              <a:latin typeface="Times New Roman" pitchFamily="18" charset="0"/>
              <a:ea typeface="Nanum Gothic" panose="020D0604000000000000" pitchFamily="34" charset="-127"/>
              <a:cs typeface="Times New Roman" pitchFamily="18" charset="0"/>
            </a:endParaRPr>
          </a:p>
        </p:txBody>
      </p:sp>
      <p:cxnSp>
        <p:nvCxnSpPr>
          <p:cNvPr id="181" name="직선 연결선[R] 180">
            <a:extLst>
              <a:ext uri="{FF2B5EF4-FFF2-40B4-BE49-F238E27FC236}">
                <a16:creationId xmlns="" xmlns:a16="http://schemas.microsoft.com/office/drawing/2014/main" id="{FA1B7C4B-A21C-824F-8971-59E834A68ADB}"/>
              </a:ext>
            </a:extLst>
          </p:cNvPr>
          <p:cNvCxnSpPr>
            <a:cxnSpLocks/>
          </p:cNvCxnSpPr>
          <p:nvPr/>
        </p:nvCxnSpPr>
        <p:spPr>
          <a:xfrm>
            <a:off x="3651278" y="2091342"/>
            <a:ext cx="559642" cy="0"/>
          </a:xfrm>
          <a:prstGeom prst="line">
            <a:avLst/>
          </a:prstGeom>
          <a:ln w="3810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2" name="직사각형 181">
            <a:extLst>
              <a:ext uri="{FF2B5EF4-FFF2-40B4-BE49-F238E27FC236}">
                <a16:creationId xmlns="" xmlns:a16="http://schemas.microsoft.com/office/drawing/2014/main" id="{BF6D2B69-CA6E-AA4C-8B29-F18CE07FAB56}"/>
              </a:ext>
            </a:extLst>
          </p:cNvPr>
          <p:cNvSpPr/>
          <p:nvPr/>
        </p:nvSpPr>
        <p:spPr>
          <a:xfrm>
            <a:off x="4676025" y="1810661"/>
            <a:ext cx="579005" cy="338554"/>
          </a:xfrm>
          <a:prstGeom prst="rect">
            <a:avLst/>
          </a:prstGeom>
        </p:spPr>
        <p:txBody>
          <a:bodyPr wrap="non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Sử dụng </a:t>
            </a:r>
          </a:p>
          <a:p>
            <a:pPr algn="ctr"/>
            <a:r>
              <a:rPr lang="en-US" altLang="ko-KR" sz="800" b="1" smtClean="0">
                <a:latin typeface="Times New Roman" pitchFamily="18" charset="0"/>
                <a:ea typeface="Nanum Gothic" panose="020D0604000000000000" pitchFamily="34" charset="-127"/>
                <a:cs typeface="Times New Roman" pitchFamily="18" charset="0"/>
              </a:rPr>
              <a:t>xong</a:t>
            </a:r>
            <a:endParaRPr lang="en-US" altLang="ko-KR" sz="800" b="1" dirty="0">
              <a:latin typeface="Times New Roman" pitchFamily="18" charset="0"/>
              <a:ea typeface="Nanum Gothic" panose="020D0604000000000000" pitchFamily="34" charset="-127"/>
              <a:cs typeface="Times New Roman" pitchFamily="18" charset="0"/>
            </a:endParaRPr>
          </a:p>
        </p:txBody>
      </p:sp>
      <p:sp>
        <p:nvSpPr>
          <p:cNvPr id="183" name="직사각형 182">
            <a:extLst>
              <a:ext uri="{FF2B5EF4-FFF2-40B4-BE49-F238E27FC236}">
                <a16:creationId xmlns="" xmlns:a16="http://schemas.microsoft.com/office/drawing/2014/main" id="{E295F975-41A3-594C-8569-40B3023CC84B}"/>
              </a:ext>
            </a:extLst>
          </p:cNvPr>
          <p:cNvSpPr/>
          <p:nvPr/>
        </p:nvSpPr>
        <p:spPr>
          <a:xfrm>
            <a:off x="5610756" y="1810661"/>
            <a:ext cx="615873" cy="338554"/>
          </a:xfrm>
          <a:prstGeom prst="rect">
            <a:avLst/>
          </a:prstGeom>
        </p:spPr>
        <p:txBody>
          <a:bodyPr wrap="non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Hoàn tiền</a:t>
            </a:r>
          </a:p>
          <a:p>
            <a:pPr algn="ctr"/>
            <a:r>
              <a:rPr lang="en-US" altLang="ko-KR" sz="800" b="1" smtClean="0">
                <a:latin typeface="Times New Roman" pitchFamily="18" charset="0"/>
                <a:ea typeface="Nanum Gothic" panose="020D0604000000000000" pitchFamily="34" charset="-127"/>
                <a:cs typeface="Times New Roman" pitchFamily="18" charset="0"/>
              </a:rPr>
              <a:t>xong</a:t>
            </a:r>
            <a:endParaRPr lang="en-US" altLang="ko-KR" sz="800" b="1" dirty="0">
              <a:latin typeface="Times New Roman" pitchFamily="18" charset="0"/>
              <a:ea typeface="Nanum Gothic" panose="020D0604000000000000" pitchFamily="34" charset="-127"/>
              <a:cs typeface="Times New Roman" pitchFamily="18" charset="0"/>
            </a:endParaRPr>
          </a:p>
        </p:txBody>
      </p:sp>
      <p:sp>
        <p:nvSpPr>
          <p:cNvPr id="184" name="직사각형 183">
            <a:extLst>
              <a:ext uri="{FF2B5EF4-FFF2-40B4-BE49-F238E27FC236}">
                <a16:creationId xmlns="" xmlns:a16="http://schemas.microsoft.com/office/drawing/2014/main" id="{F3082012-AC38-CA4F-9215-8869BDE7D1B9}"/>
              </a:ext>
            </a:extLst>
          </p:cNvPr>
          <p:cNvSpPr/>
          <p:nvPr/>
        </p:nvSpPr>
        <p:spPr>
          <a:xfrm>
            <a:off x="6103857" y="1810661"/>
            <a:ext cx="553357" cy="338554"/>
          </a:xfrm>
          <a:prstGeom prst="rect">
            <a:avLst/>
          </a:prstGeom>
        </p:spPr>
        <p:txBody>
          <a:bodyPr wrap="non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Hết hạn</a:t>
            </a:r>
          </a:p>
          <a:p>
            <a:pPr algn="ctr"/>
            <a:r>
              <a:rPr lang="en-US" altLang="ko-KR" sz="800" b="1" smtClean="0">
                <a:latin typeface="Times New Roman" pitchFamily="18" charset="0"/>
                <a:ea typeface="Nanum Gothic" panose="020D0604000000000000" pitchFamily="34" charset="-127"/>
                <a:cs typeface="Times New Roman" pitchFamily="18" charset="0"/>
              </a:rPr>
              <a:t>sử dụng</a:t>
            </a:r>
            <a:endParaRPr lang="ko-KR" altLang="en-US" sz="800" b="1" dirty="0">
              <a:latin typeface="Times New Roman" pitchFamily="18" charset="0"/>
              <a:ea typeface="Nanum Gothic" panose="020D0604000000000000" pitchFamily="34" charset="-127"/>
              <a:cs typeface="Times New Roman" pitchFamily="18" charset="0"/>
            </a:endParaRPr>
          </a:p>
        </p:txBody>
      </p:sp>
      <p:sp>
        <p:nvSpPr>
          <p:cNvPr id="185" name="직사각형 184">
            <a:extLst>
              <a:ext uri="{FF2B5EF4-FFF2-40B4-BE49-F238E27FC236}">
                <a16:creationId xmlns="" xmlns:a16="http://schemas.microsoft.com/office/drawing/2014/main" id="{CB6CEA89-BC7A-1349-9D2D-46F060CF5B4E}"/>
              </a:ext>
            </a:extLst>
          </p:cNvPr>
          <p:cNvSpPr/>
          <p:nvPr/>
        </p:nvSpPr>
        <p:spPr>
          <a:xfrm>
            <a:off x="3621094" y="1810661"/>
            <a:ext cx="548547" cy="215444"/>
          </a:xfrm>
          <a:prstGeom prst="rect">
            <a:avLst/>
          </a:prstGeom>
        </p:spPr>
        <p:txBody>
          <a:bodyPr wrap="none">
            <a:spAutoFit/>
          </a:bodyPr>
          <a:lstStyle/>
          <a:p>
            <a:pPr algn="ct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Toàn bộ</a:t>
            </a:r>
            <a:endParaRPr lang="en-US" altLang="ko-KR"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87" name="직사각형 186">
            <a:extLst>
              <a:ext uri="{FF2B5EF4-FFF2-40B4-BE49-F238E27FC236}">
                <a16:creationId xmlns="" xmlns:a16="http://schemas.microsoft.com/office/drawing/2014/main" id="{A59D2829-F8B1-EE46-A95B-7A8ED1B3837D}"/>
              </a:ext>
            </a:extLst>
          </p:cNvPr>
          <p:cNvSpPr/>
          <p:nvPr/>
        </p:nvSpPr>
        <p:spPr>
          <a:xfrm>
            <a:off x="3494641" y="1434691"/>
            <a:ext cx="391730" cy="244868"/>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cxnSp>
        <p:nvCxnSpPr>
          <p:cNvPr id="168" name="꺾인 연결선[E] 167">
            <a:extLst>
              <a:ext uri="{FF2B5EF4-FFF2-40B4-BE49-F238E27FC236}">
                <a16:creationId xmlns="" xmlns:a16="http://schemas.microsoft.com/office/drawing/2014/main" id="{F2C044D8-B414-7340-B340-428F6544657E}"/>
              </a:ext>
            </a:extLst>
          </p:cNvPr>
          <p:cNvCxnSpPr>
            <a:cxnSpLocks/>
          </p:cNvCxnSpPr>
          <p:nvPr/>
        </p:nvCxnSpPr>
        <p:spPr>
          <a:xfrm rot="5400000">
            <a:off x="3851194" y="897109"/>
            <a:ext cx="2196547" cy="3721412"/>
          </a:xfrm>
          <a:prstGeom prst="curvedConnector2">
            <a:avLst/>
          </a:prstGeom>
          <a:ln w="3175">
            <a:solidFill>
              <a:srgbClr val="0070C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3" name="꺾인 연결선[E] 162">
            <a:extLst>
              <a:ext uri="{FF2B5EF4-FFF2-40B4-BE49-F238E27FC236}">
                <a16:creationId xmlns="" xmlns:a16="http://schemas.microsoft.com/office/drawing/2014/main" id="{09D796E1-5B36-7541-8C9F-B5080C688073}"/>
              </a:ext>
            </a:extLst>
          </p:cNvPr>
          <p:cNvCxnSpPr>
            <a:cxnSpLocks/>
            <a:stCxn id="187" idx="2"/>
            <a:endCxn id="45" idx="3"/>
          </p:cNvCxnSpPr>
          <p:nvPr/>
        </p:nvCxnSpPr>
        <p:spPr>
          <a:xfrm rot="5400000">
            <a:off x="2364247" y="2399198"/>
            <a:ext cx="2045899" cy="606621"/>
          </a:xfrm>
          <a:prstGeom prst="curvedConnector2">
            <a:avLst/>
          </a:prstGeom>
          <a:ln w="3175">
            <a:solidFill>
              <a:srgbClr val="0070C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 name="그룹 2">
            <a:extLst>
              <a:ext uri="{FF2B5EF4-FFF2-40B4-BE49-F238E27FC236}">
                <a16:creationId xmlns="" xmlns:a16="http://schemas.microsoft.com/office/drawing/2014/main" id="{0E2D3D9D-AADA-4C46-9F18-BA491EDD094E}"/>
              </a:ext>
            </a:extLst>
          </p:cNvPr>
          <p:cNvGrpSpPr/>
          <p:nvPr/>
        </p:nvGrpSpPr>
        <p:grpSpPr>
          <a:xfrm>
            <a:off x="6749388" y="1301029"/>
            <a:ext cx="2801327" cy="5224315"/>
            <a:chOff x="6758376" y="1301029"/>
            <a:chExt cx="3500434" cy="5589667"/>
          </a:xfrm>
        </p:grpSpPr>
        <p:sp>
          <p:nvSpPr>
            <p:cNvPr id="69" name="직사각형 68">
              <a:extLst>
                <a:ext uri="{FF2B5EF4-FFF2-40B4-BE49-F238E27FC236}">
                  <a16:creationId xmlns="" xmlns:a16="http://schemas.microsoft.com/office/drawing/2014/main" id="{FF26E0C3-1CE3-2B45-B4E9-0A46AFB03D58}"/>
                </a:ext>
              </a:extLst>
            </p:cNvPr>
            <p:cNvSpPr/>
            <p:nvPr/>
          </p:nvSpPr>
          <p:spPr>
            <a:xfrm>
              <a:off x="6797276" y="1301029"/>
              <a:ext cx="3456384" cy="520285"/>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pic>
          <p:nvPicPr>
            <p:cNvPr id="70" name="그림 69">
              <a:extLst>
                <a:ext uri="{FF2B5EF4-FFF2-40B4-BE49-F238E27FC236}">
                  <a16:creationId xmlns="" xmlns:a16="http://schemas.microsoft.com/office/drawing/2014/main" id="{D11ED616-B5A0-0B4B-B256-0216B391303E}"/>
                </a:ext>
              </a:extLst>
            </p:cNvPr>
            <p:cNvPicPr>
              <a:picLocks noChangeAspect="1"/>
            </p:cNvPicPr>
            <p:nvPr/>
          </p:nvPicPr>
          <p:blipFill>
            <a:blip r:embed="rId6" cstate="print"/>
            <a:stretch>
              <a:fillRect/>
            </a:stretch>
          </p:blipFill>
          <p:spPr>
            <a:xfrm>
              <a:off x="6850112" y="1403573"/>
              <a:ext cx="291082" cy="291082"/>
            </a:xfrm>
            <a:prstGeom prst="rect">
              <a:avLst/>
            </a:prstGeom>
          </p:spPr>
        </p:pic>
        <p:sp>
          <p:nvSpPr>
            <p:cNvPr id="71" name="TextBox 70">
              <a:extLst>
                <a:ext uri="{FF2B5EF4-FFF2-40B4-BE49-F238E27FC236}">
                  <a16:creationId xmlns="" xmlns:a16="http://schemas.microsoft.com/office/drawing/2014/main" id="{79B82A94-71F6-A04E-A56E-FD575135445C}"/>
                </a:ext>
              </a:extLst>
            </p:cNvPr>
            <p:cNvSpPr txBox="1"/>
            <p:nvPr/>
          </p:nvSpPr>
          <p:spPr>
            <a:xfrm>
              <a:off x="7087588" y="1403574"/>
              <a:ext cx="1745059" cy="279905"/>
            </a:xfrm>
            <a:prstGeom prst="rect">
              <a:avLst/>
            </a:prstGeom>
            <a:noFill/>
          </p:spPr>
          <p:txBody>
            <a:bodyPr wrap="none" rtlCol="0">
              <a:spAutoFit/>
            </a:bodyPr>
            <a:lstStyle/>
            <a:p>
              <a:pPr algn="ctr"/>
              <a:r>
                <a:rPr lang="en-US" altLang="ko-KR" sz="1100" b="1" smtClean="0">
                  <a:latin typeface="Times New Roman" pitchFamily="18" charset="0"/>
                  <a:ea typeface="Nanum Gothic" panose="020D0604000000000000" pitchFamily="34" charset="-127"/>
                  <a:cs typeface="Times New Roman" pitchFamily="18" charset="0"/>
                </a:rPr>
                <a:t>Câu hỏi chưa trả lời</a:t>
              </a:r>
              <a:endParaRPr lang="ko-KR" altLang="en-US" sz="1100" b="1" dirty="0">
                <a:latin typeface="Times New Roman" pitchFamily="18" charset="0"/>
                <a:ea typeface="Nanum Gothic" panose="020D0604000000000000" pitchFamily="34" charset="-127"/>
                <a:cs typeface="Times New Roman" pitchFamily="18" charset="0"/>
              </a:endParaRPr>
            </a:p>
          </p:txBody>
        </p:sp>
        <p:sp>
          <p:nvSpPr>
            <p:cNvPr id="72" name="직사각형 71">
              <a:extLst>
                <a:ext uri="{FF2B5EF4-FFF2-40B4-BE49-F238E27FC236}">
                  <a16:creationId xmlns="" xmlns:a16="http://schemas.microsoft.com/office/drawing/2014/main" id="{4740C125-ED13-C24B-8BB8-7F5BB2AB529A}"/>
                </a:ext>
              </a:extLst>
            </p:cNvPr>
            <p:cNvSpPr/>
            <p:nvPr/>
          </p:nvSpPr>
          <p:spPr>
            <a:xfrm>
              <a:off x="6919358" y="2565570"/>
              <a:ext cx="3262294" cy="823691"/>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endParaRPr lang="en-US" altLang="ko-KR" sz="800" b="1" dirty="0">
                <a:solidFill>
                  <a:srgbClr val="000000"/>
                </a:solidFill>
                <a:latin typeface="Times New Roman" pitchFamily="18" charset="0"/>
                <a:ea typeface="apple sd gothic neo" panose="02000300000000000000" pitchFamily="2" charset="-127"/>
                <a:cs typeface="Times New Roman" pitchFamily="18" charset="0"/>
              </a:endParaRPr>
            </a:p>
            <a:p>
              <a:r>
                <a:rPr lang="en-US" altLang="ko-KR" sz="800" b="1" dirty="0" err="1">
                  <a:solidFill>
                    <a:srgbClr val="000000"/>
                  </a:solidFill>
                  <a:latin typeface="Times New Roman" pitchFamily="18" charset="0"/>
                  <a:ea typeface="apple sd gothic neo" panose="02000300000000000000" pitchFamily="2" charset="-127"/>
                  <a:cs typeface="Times New Roman" pitchFamily="18" charset="0"/>
                </a:rPr>
                <a:t>nam</a:t>
              </a:r>
              <a:r>
                <a:rPr lang="en-US" altLang="ko-KR" sz="800" b="1" dirty="0">
                  <a:solidFill>
                    <a:srgbClr val="000000"/>
                  </a:solidFill>
                  <a:latin typeface="Times New Roman" pitchFamily="18" charset="0"/>
                  <a:ea typeface="apple sd gothic neo" panose="02000300000000000000" pitchFamily="2" charset="-127"/>
                  <a:cs typeface="Times New Roman" pitchFamily="18" charset="0"/>
                </a:rPr>
                <a:t>***@ho</a:t>
              </a:r>
              <a:r>
                <a:rPr lang="en-US" altLang="ko-KR" sz="800" dirty="0">
                  <a:solidFill>
                    <a:srgbClr val="888888"/>
                  </a:solidFill>
                  <a:latin typeface="Times New Roman" pitchFamily="18" charset="0"/>
                  <a:ea typeface="apple sd gothic neo" panose="02000300000000000000" pitchFamily="2" charset="-127"/>
                  <a:cs typeface="Times New Roman" pitchFamily="18" charset="0"/>
                </a:rPr>
                <a:t>2019-12-16 01:53:25</a:t>
              </a:r>
            </a:p>
          </p:txBody>
        </p:sp>
        <p:sp>
          <p:nvSpPr>
            <p:cNvPr id="73" name="직사각형 72">
              <a:extLst>
                <a:ext uri="{FF2B5EF4-FFF2-40B4-BE49-F238E27FC236}">
                  <a16:creationId xmlns="" xmlns:a16="http://schemas.microsoft.com/office/drawing/2014/main" id="{945C9F91-7807-9249-A82A-12CCF67B922F}"/>
                </a:ext>
              </a:extLst>
            </p:cNvPr>
            <p:cNvSpPr/>
            <p:nvPr/>
          </p:nvSpPr>
          <p:spPr>
            <a:xfrm>
              <a:off x="6934892" y="2565570"/>
              <a:ext cx="576914"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800" smtClean="0">
                  <a:solidFill>
                    <a:schemeClr val="bg1"/>
                  </a:solidFill>
                  <a:latin typeface="Times New Roman" pitchFamily="18" charset="0"/>
                  <a:ea typeface="Nanum Gothic" panose="020D0604000000000000" pitchFamily="34" charset="-127"/>
                  <a:cs typeface="Times New Roman" pitchFamily="18" charset="0"/>
                </a:rPr>
                <a:t>Coupang</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77" name="직사각형 76">
              <a:extLst>
                <a:ext uri="{FF2B5EF4-FFF2-40B4-BE49-F238E27FC236}">
                  <a16:creationId xmlns="" xmlns:a16="http://schemas.microsoft.com/office/drawing/2014/main" id="{69990A79-5B64-484A-879D-8D3F43654795}"/>
                </a:ext>
              </a:extLst>
            </p:cNvPr>
            <p:cNvSpPr/>
            <p:nvPr/>
          </p:nvSpPr>
          <p:spPr>
            <a:xfrm>
              <a:off x="9558589" y="2783683"/>
              <a:ext cx="554128" cy="380162"/>
            </a:xfrm>
            <a:prstGeom prst="rect">
              <a:avLst/>
            </a:prstGeom>
            <a:solidFill>
              <a:schemeClr val="bg1"/>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nchorCtr="1"/>
            <a:lstStyle/>
            <a:p>
              <a:pPr algn="ct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Trả lời</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pic>
          <p:nvPicPr>
            <p:cNvPr id="79" name="그림 78">
              <a:extLst>
                <a:ext uri="{FF2B5EF4-FFF2-40B4-BE49-F238E27FC236}">
                  <a16:creationId xmlns="" xmlns:a16="http://schemas.microsoft.com/office/drawing/2014/main" id="{27813469-7AAB-1F48-8F16-EE0F5CCE9064}"/>
                </a:ext>
              </a:extLst>
            </p:cNvPr>
            <p:cNvPicPr>
              <a:picLocks noChangeAspect="1"/>
            </p:cNvPicPr>
            <p:nvPr/>
          </p:nvPicPr>
          <p:blipFill>
            <a:blip r:embed="rId7" cstate="print"/>
            <a:stretch>
              <a:fillRect/>
            </a:stretch>
          </p:blipFill>
          <p:spPr>
            <a:xfrm>
              <a:off x="7060241" y="5864225"/>
              <a:ext cx="3000375" cy="301408"/>
            </a:xfrm>
            <a:prstGeom prst="rect">
              <a:avLst/>
            </a:prstGeom>
          </p:spPr>
        </p:pic>
        <p:sp>
          <p:nvSpPr>
            <p:cNvPr id="80" name="직사각형 79">
              <a:extLst>
                <a:ext uri="{FF2B5EF4-FFF2-40B4-BE49-F238E27FC236}">
                  <a16:creationId xmlns="" xmlns:a16="http://schemas.microsoft.com/office/drawing/2014/main" id="{235948BB-E661-1E49-9AEC-E1ED87C07F05}"/>
                </a:ext>
              </a:extLst>
            </p:cNvPr>
            <p:cNvSpPr/>
            <p:nvPr/>
          </p:nvSpPr>
          <p:spPr>
            <a:xfrm>
              <a:off x="6804850" y="2279309"/>
              <a:ext cx="1066026" cy="230511"/>
            </a:xfrm>
            <a:prstGeom prst="rect">
              <a:avLst/>
            </a:prstGeom>
          </p:spPr>
          <p:txBody>
            <a:bodyPr wrap="none">
              <a:spAutoFit/>
            </a:bodyPr>
            <a:lstStyle/>
            <a:p>
              <a:pPr algn="ctr"/>
              <a:r>
                <a:rPr lang="en-US" altLang="ko-KR" sz="800" smtClean="0">
                  <a:latin typeface="Times New Roman" pitchFamily="18" charset="0"/>
                  <a:ea typeface="Nanum Gothic" panose="020D0604000000000000" pitchFamily="34" charset="-127"/>
                  <a:cs typeface="Times New Roman" pitchFamily="18" charset="0"/>
                </a:rPr>
                <a:t>Tổng 32 kết quả</a:t>
              </a:r>
              <a:endParaRPr lang="en-US" altLang="ko-KR" sz="800" dirty="0">
                <a:latin typeface="Times New Roman" pitchFamily="18" charset="0"/>
                <a:ea typeface="Nanum Gothic" panose="020D0604000000000000" pitchFamily="34" charset="-127"/>
                <a:cs typeface="Times New Roman" pitchFamily="18" charset="0"/>
              </a:endParaRPr>
            </a:p>
          </p:txBody>
        </p:sp>
        <p:sp>
          <p:nvSpPr>
            <p:cNvPr id="81" name="직사각형 80">
              <a:extLst>
                <a:ext uri="{FF2B5EF4-FFF2-40B4-BE49-F238E27FC236}">
                  <a16:creationId xmlns="" xmlns:a16="http://schemas.microsoft.com/office/drawing/2014/main" id="{57880548-3770-C045-891C-448569D8416B}"/>
                </a:ext>
              </a:extLst>
            </p:cNvPr>
            <p:cNvSpPr/>
            <p:nvPr/>
          </p:nvSpPr>
          <p:spPr>
            <a:xfrm>
              <a:off x="6802426" y="6404180"/>
              <a:ext cx="3456384" cy="486516"/>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50" smtClean="0">
                  <a:solidFill>
                    <a:schemeClr val="tx1"/>
                  </a:solidFill>
                  <a:latin typeface="Times New Roman" pitchFamily="18" charset="0"/>
                  <a:ea typeface="Nanum Gothic" panose="020D0604000000000000" pitchFamily="34" charset="-127"/>
                  <a:cs typeface="Times New Roman" pitchFamily="18" charset="0"/>
                </a:rPr>
                <a:t>footer</a:t>
              </a:r>
              <a:endParaRPr lang="ko-KR" altLang="en-US" sz="1050" dirty="0">
                <a:solidFill>
                  <a:schemeClr val="tx1"/>
                </a:solidFill>
                <a:latin typeface="Times New Roman" pitchFamily="18" charset="0"/>
                <a:ea typeface="Nanum Gothic" panose="020D0604000000000000" pitchFamily="34" charset="-127"/>
                <a:cs typeface="Times New Roman" pitchFamily="18" charset="0"/>
              </a:endParaRPr>
            </a:p>
          </p:txBody>
        </p:sp>
        <p:sp>
          <p:nvSpPr>
            <p:cNvPr id="84" name="직사각형 83">
              <a:extLst>
                <a:ext uri="{FF2B5EF4-FFF2-40B4-BE49-F238E27FC236}">
                  <a16:creationId xmlns="" xmlns:a16="http://schemas.microsoft.com/office/drawing/2014/main" id="{25C7DBC5-1CB7-2A41-BF44-CABC51B69EB6}"/>
                </a:ext>
              </a:extLst>
            </p:cNvPr>
            <p:cNvSpPr/>
            <p:nvPr/>
          </p:nvSpPr>
          <p:spPr>
            <a:xfrm>
              <a:off x="6797276" y="1812005"/>
              <a:ext cx="3456384" cy="4592175"/>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85" name="직사각형 84">
              <a:extLst>
                <a:ext uri="{FF2B5EF4-FFF2-40B4-BE49-F238E27FC236}">
                  <a16:creationId xmlns="" xmlns:a16="http://schemas.microsoft.com/office/drawing/2014/main" id="{A0E7A849-489B-4049-ABA1-F75536397AF3}"/>
                </a:ext>
              </a:extLst>
            </p:cNvPr>
            <p:cNvSpPr/>
            <p:nvPr/>
          </p:nvSpPr>
          <p:spPr>
            <a:xfrm>
              <a:off x="6797276" y="1812005"/>
              <a:ext cx="3456384" cy="362975"/>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86" name="직사각형 85">
              <a:extLst>
                <a:ext uri="{FF2B5EF4-FFF2-40B4-BE49-F238E27FC236}">
                  <a16:creationId xmlns="" xmlns:a16="http://schemas.microsoft.com/office/drawing/2014/main" id="{FD409437-DD2E-C84B-88FB-054352E5DE2B}"/>
                </a:ext>
              </a:extLst>
            </p:cNvPr>
            <p:cNvSpPr/>
            <p:nvPr/>
          </p:nvSpPr>
          <p:spPr>
            <a:xfrm>
              <a:off x="7407971" y="1872218"/>
              <a:ext cx="791607" cy="246975"/>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Coupang</a:t>
              </a:r>
              <a:endParaRPr lang="en-US" altLang="ko-KR" sz="900" b="1" dirty="0">
                <a:latin typeface="Times New Roman" pitchFamily="18" charset="0"/>
                <a:ea typeface="Nanum Gothic" panose="020D0604000000000000" pitchFamily="34" charset="-127"/>
                <a:cs typeface="Times New Roman" pitchFamily="18" charset="0"/>
              </a:endParaRPr>
            </a:p>
          </p:txBody>
        </p:sp>
        <p:cxnSp>
          <p:nvCxnSpPr>
            <p:cNvPr id="87" name="직선 연결선[R] 86">
              <a:extLst>
                <a:ext uri="{FF2B5EF4-FFF2-40B4-BE49-F238E27FC236}">
                  <a16:creationId xmlns="" xmlns:a16="http://schemas.microsoft.com/office/drawing/2014/main" id="{5F512A39-54D6-F142-BAE4-087E998F32C8}"/>
                </a:ext>
              </a:extLst>
            </p:cNvPr>
            <p:cNvCxnSpPr>
              <a:cxnSpLocks/>
            </p:cNvCxnSpPr>
            <p:nvPr/>
          </p:nvCxnSpPr>
          <p:spPr>
            <a:xfrm>
              <a:off x="6884049" y="2153251"/>
              <a:ext cx="559642" cy="0"/>
            </a:xfrm>
            <a:prstGeom prst="line">
              <a:avLst/>
            </a:prstGeom>
            <a:ln w="3810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직사각형 87">
              <a:extLst>
                <a:ext uri="{FF2B5EF4-FFF2-40B4-BE49-F238E27FC236}">
                  <a16:creationId xmlns="" xmlns:a16="http://schemas.microsoft.com/office/drawing/2014/main" id="{FCAC88BD-3E4F-7D44-8B02-8BCA1984A915}"/>
                </a:ext>
              </a:extLst>
            </p:cNvPr>
            <p:cNvSpPr/>
            <p:nvPr/>
          </p:nvSpPr>
          <p:spPr>
            <a:xfrm>
              <a:off x="8133858" y="1872218"/>
              <a:ext cx="599314" cy="246975"/>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Tmon</a:t>
              </a:r>
              <a:endParaRPr lang="en-US" altLang="ko-KR" sz="900" b="1" dirty="0">
                <a:latin typeface="Times New Roman" pitchFamily="18" charset="0"/>
                <a:ea typeface="Nanum Gothic" panose="020D0604000000000000" pitchFamily="34" charset="-127"/>
                <a:cs typeface="Times New Roman" pitchFamily="18" charset="0"/>
              </a:endParaRPr>
            </a:p>
          </p:txBody>
        </p:sp>
        <p:sp>
          <p:nvSpPr>
            <p:cNvPr id="89" name="직사각형 88">
              <a:extLst>
                <a:ext uri="{FF2B5EF4-FFF2-40B4-BE49-F238E27FC236}">
                  <a16:creationId xmlns="" xmlns:a16="http://schemas.microsoft.com/office/drawing/2014/main" id="{E1E6BE10-DFF4-AC4E-B7A9-4F33AB7C87CF}"/>
                </a:ext>
              </a:extLst>
            </p:cNvPr>
            <p:cNvSpPr/>
            <p:nvPr/>
          </p:nvSpPr>
          <p:spPr>
            <a:xfrm>
              <a:off x="8708971" y="1872218"/>
              <a:ext cx="607326" cy="246975"/>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Naver</a:t>
              </a:r>
              <a:endParaRPr lang="ko-KR" altLang="en-US" sz="900" b="1" dirty="0">
                <a:latin typeface="Times New Roman" pitchFamily="18" charset="0"/>
                <a:ea typeface="Nanum Gothic" panose="020D0604000000000000" pitchFamily="34" charset="-127"/>
                <a:cs typeface="Times New Roman" pitchFamily="18" charset="0"/>
              </a:endParaRPr>
            </a:p>
          </p:txBody>
        </p:sp>
        <p:sp>
          <p:nvSpPr>
            <p:cNvPr id="90" name="직사각형 89">
              <a:extLst>
                <a:ext uri="{FF2B5EF4-FFF2-40B4-BE49-F238E27FC236}">
                  <a16:creationId xmlns="" xmlns:a16="http://schemas.microsoft.com/office/drawing/2014/main" id="{3D3477B4-E99E-0544-9138-21E68224EF6A}"/>
                </a:ext>
              </a:extLst>
            </p:cNvPr>
            <p:cNvSpPr/>
            <p:nvPr/>
          </p:nvSpPr>
          <p:spPr>
            <a:xfrm>
              <a:off x="6758376" y="1872218"/>
              <a:ext cx="739527" cy="246975"/>
            </a:xfrm>
            <a:prstGeom prst="rect">
              <a:avLst/>
            </a:prstGeom>
          </p:spPr>
          <p:txBody>
            <a:bodyPr wrap="none">
              <a:spAutoFit/>
            </a:bodyPr>
            <a:lstStyle/>
            <a:p>
              <a:pPr algn="ctr"/>
              <a:r>
                <a:rPr lang="en-US" altLang="ko-KR" sz="900" b="1" smtClean="0">
                  <a:solidFill>
                    <a:srgbClr val="C00000"/>
                  </a:solidFill>
                  <a:latin typeface="Times New Roman" pitchFamily="18" charset="0"/>
                  <a:ea typeface="Nanum Gothic" panose="020D0604000000000000" pitchFamily="34" charset="-127"/>
                  <a:cs typeface="Times New Roman" pitchFamily="18" charset="0"/>
                </a:rPr>
                <a:t>Toàn bộ</a:t>
              </a:r>
              <a:endParaRPr lang="en-US" altLang="ko-KR" sz="9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91" name="직사각형 90">
              <a:extLst>
                <a:ext uri="{FF2B5EF4-FFF2-40B4-BE49-F238E27FC236}">
                  <a16:creationId xmlns="" xmlns:a16="http://schemas.microsoft.com/office/drawing/2014/main" id="{B6F930C1-31D3-CA46-B53B-A6E9E89BC2B1}"/>
                </a:ext>
              </a:extLst>
            </p:cNvPr>
            <p:cNvSpPr/>
            <p:nvPr/>
          </p:nvSpPr>
          <p:spPr>
            <a:xfrm>
              <a:off x="9322718" y="1872218"/>
              <a:ext cx="479131" cy="246975"/>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11st</a:t>
              </a:r>
              <a:endParaRPr lang="ko-KR" altLang="en-US" sz="900" b="1" dirty="0">
                <a:latin typeface="Times New Roman" pitchFamily="18" charset="0"/>
                <a:ea typeface="Nanum Gothic" panose="020D0604000000000000" pitchFamily="34" charset="-127"/>
                <a:cs typeface="Times New Roman" pitchFamily="18" charset="0"/>
              </a:endParaRPr>
            </a:p>
          </p:txBody>
        </p:sp>
        <p:sp>
          <p:nvSpPr>
            <p:cNvPr id="92" name="직사각형 91">
              <a:extLst>
                <a:ext uri="{FF2B5EF4-FFF2-40B4-BE49-F238E27FC236}">
                  <a16:creationId xmlns="" xmlns:a16="http://schemas.microsoft.com/office/drawing/2014/main" id="{9F595A26-7131-6F41-B909-795690C1DC6D}"/>
                </a:ext>
              </a:extLst>
            </p:cNvPr>
            <p:cNvSpPr/>
            <p:nvPr/>
          </p:nvSpPr>
          <p:spPr>
            <a:xfrm>
              <a:off x="6914208" y="2961598"/>
              <a:ext cx="2649530" cy="296370"/>
            </a:xfrm>
            <a:prstGeom prst="rect">
              <a:avLst/>
            </a:prstGeom>
          </p:spPr>
          <p:txBody>
            <a:bodyPr wrap="square">
              <a:spAutoFit/>
            </a:bodyPr>
            <a:lstStyle/>
            <a:p>
              <a:pPr marL="6350"/>
              <a:r>
                <a:rPr lang="en-US" altLang="ko-KR" sz="600" dirty="0">
                  <a:solidFill>
                    <a:srgbClr val="000000"/>
                  </a:solidFill>
                  <a:latin typeface="Times New Roman" pitchFamily="18" charset="0"/>
                  <a:ea typeface="apple sd gothic neo" panose="02000300000000000000" pitchFamily="2" charset="-127"/>
                  <a:cs typeface="Times New Roman" pitchFamily="18" charset="0"/>
                </a:rPr>
                <a:t>12</a:t>
              </a:r>
              <a:r>
                <a:rPr lang="ko-KR" altLang="en-US" sz="600" dirty="0">
                  <a:solidFill>
                    <a:srgbClr val="000000"/>
                  </a:solidFill>
                  <a:latin typeface="Times New Roman" pitchFamily="18" charset="0"/>
                  <a:ea typeface="apple sd gothic neo" panose="02000300000000000000" pitchFamily="2" charset="-127"/>
                  <a:cs typeface="Times New Roman" pitchFamily="18" charset="0"/>
                </a:rPr>
                <a:t>월 </a:t>
              </a:r>
              <a:r>
                <a:rPr lang="en-US" altLang="ko-KR" sz="600" dirty="0">
                  <a:solidFill>
                    <a:srgbClr val="000000"/>
                  </a:solidFill>
                  <a:latin typeface="Times New Roman" pitchFamily="18" charset="0"/>
                  <a:ea typeface="apple sd gothic neo" panose="02000300000000000000" pitchFamily="2" charset="-127"/>
                  <a:cs typeface="Times New Roman" pitchFamily="18" charset="0"/>
                </a:rPr>
                <a:t>27</a:t>
              </a:r>
              <a:r>
                <a:rPr lang="ko-KR" altLang="en-US" sz="600" dirty="0">
                  <a:solidFill>
                    <a:srgbClr val="000000"/>
                  </a:solidFill>
                  <a:latin typeface="Times New Roman" pitchFamily="18" charset="0"/>
                  <a:ea typeface="apple sd gothic neo" panose="02000300000000000000" pitchFamily="2" charset="-127"/>
                  <a:cs typeface="Times New Roman" pitchFamily="18" charset="0"/>
                </a:rPr>
                <a:t>일</a:t>
              </a:r>
              <a:r>
                <a:rPr lang="en-US" altLang="ko-KR" sz="600" dirty="0">
                  <a:solidFill>
                    <a:srgbClr val="000000"/>
                  </a:solidFill>
                  <a:latin typeface="Times New Roman" pitchFamily="18" charset="0"/>
                  <a:ea typeface="apple sd gothic neo" panose="02000300000000000000" pitchFamily="2" charset="-127"/>
                  <a:cs typeface="Times New Roman" pitchFamily="18" charset="0"/>
                </a:rPr>
                <a:t>~28</a:t>
              </a:r>
              <a:r>
                <a:rPr lang="ko-KR" altLang="en-US" sz="600" dirty="0">
                  <a:solidFill>
                    <a:srgbClr val="000000"/>
                  </a:solidFill>
                  <a:latin typeface="Times New Roman" pitchFamily="18" charset="0"/>
                  <a:ea typeface="apple sd gothic neo" panose="02000300000000000000" pitchFamily="2" charset="-127"/>
                  <a:cs typeface="Times New Roman" pitchFamily="18" charset="0"/>
                </a:rPr>
                <a:t>일 </a:t>
              </a:r>
              <a:r>
                <a:rPr lang="en-US" altLang="ko-KR" sz="600" dirty="0">
                  <a:solidFill>
                    <a:srgbClr val="000000"/>
                  </a:solidFill>
                  <a:latin typeface="Times New Roman" pitchFamily="18" charset="0"/>
                  <a:ea typeface="apple sd gothic neo" panose="02000300000000000000" pitchFamily="2" charset="-127"/>
                  <a:cs typeface="Times New Roman" pitchFamily="18" charset="0"/>
                </a:rPr>
                <a:t>6</a:t>
              </a:r>
              <a:r>
                <a:rPr lang="ko-KR" altLang="en-US" sz="600" dirty="0" err="1">
                  <a:solidFill>
                    <a:srgbClr val="000000"/>
                  </a:solidFill>
                  <a:latin typeface="Times New Roman" pitchFamily="18" charset="0"/>
                  <a:ea typeface="apple sd gothic neo" panose="02000300000000000000" pitchFamily="2" charset="-127"/>
                  <a:cs typeface="Times New Roman" pitchFamily="18" charset="0"/>
                </a:rPr>
                <a:t>명이서</a:t>
              </a:r>
              <a:r>
                <a:rPr lang="ko-KR" altLang="en-US" sz="600" dirty="0">
                  <a:solidFill>
                    <a:srgbClr val="000000"/>
                  </a:solidFill>
                  <a:latin typeface="Times New Roman" pitchFamily="18" charset="0"/>
                  <a:ea typeface="apple sd gothic neo" panose="02000300000000000000" pitchFamily="2" charset="-127"/>
                  <a:cs typeface="Times New Roman" pitchFamily="18" charset="0"/>
                </a:rPr>
                <a:t> 이용하려는데</a:t>
              </a:r>
              <a:r>
                <a:rPr lang="en-US" altLang="ko-KR" sz="600" dirty="0">
                  <a:solidFill>
                    <a:srgbClr val="000000"/>
                  </a:solidFill>
                  <a:latin typeface="Times New Roman" pitchFamily="18" charset="0"/>
                  <a:ea typeface="apple sd gothic neo" panose="02000300000000000000" pitchFamily="2" charset="-127"/>
                  <a:cs typeface="Times New Roman" pitchFamily="18" charset="0"/>
                </a:rPr>
                <a:t> </a:t>
              </a:r>
              <a:r>
                <a:rPr lang="ko-KR" altLang="en-US" sz="600" dirty="0">
                  <a:solidFill>
                    <a:srgbClr val="000000"/>
                  </a:solidFill>
                  <a:latin typeface="Times New Roman" pitchFamily="18" charset="0"/>
                  <a:ea typeface="apple sd gothic neo" panose="02000300000000000000" pitchFamily="2" charset="-127"/>
                  <a:cs typeface="Times New Roman" pitchFamily="18" charset="0"/>
                </a:rPr>
                <a:t>방을 </a:t>
              </a:r>
              <a:r>
                <a:rPr lang="en-US" altLang="ko-KR" sz="600" dirty="0">
                  <a:solidFill>
                    <a:srgbClr val="000000"/>
                  </a:solidFill>
                  <a:latin typeface="Times New Roman" pitchFamily="18" charset="0"/>
                  <a:ea typeface="apple sd gothic neo" panose="02000300000000000000" pitchFamily="2" charset="-127"/>
                  <a:cs typeface="Times New Roman" pitchFamily="18" charset="0"/>
                </a:rPr>
                <a:t>3</a:t>
              </a:r>
              <a:r>
                <a:rPr lang="ko-KR" altLang="en-US" sz="600" dirty="0">
                  <a:solidFill>
                    <a:srgbClr val="000000"/>
                  </a:solidFill>
                  <a:latin typeface="Times New Roman" pitchFamily="18" charset="0"/>
                  <a:ea typeface="apple sd gothic neo" panose="02000300000000000000" pitchFamily="2" charset="-127"/>
                  <a:cs typeface="Times New Roman" pitchFamily="18" charset="0"/>
                </a:rPr>
                <a:t>개 잡고 싶은데</a:t>
              </a:r>
              <a:r>
                <a:rPr lang="en-US" altLang="ko-KR" sz="600" dirty="0">
                  <a:solidFill>
                    <a:srgbClr val="000000"/>
                  </a:solidFill>
                  <a:latin typeface="Times New Roman" pitchFamily="18" charset="0"/>
                  <a:ea typeface="apple sd gothic neo" panose="02000300000000000000" pitchFamily="2" charset="-127"/>
                  <a:cs typeface="Times New Roman" pitchFamily="18" charset="0"/>
                </a:rPr>
                <a:t>, </a:t>
              </a:r>
              <a:r>
                <a:rPr lang="ko-KR" altLang="en-US" sz="600" dirty="0">
                  <a:solidFill>
                    <a:srgbClr val="000000"/>
                  </a:solidFill>
                  <a:latin typeface="Times New Roman" pitchFamily="18" charset="0"/>
                  <a:ea typeface="apple sd gothic neo" panose="02000300000000000000" pitchFamily="2" charset="-127"/>
                  <a:cs typeface="Times New Roman" pitchFamily="18" charset="0"/>
                </a:rPr>
                <a:t>방은 비슷해 보이는데</a:t>
              </a:r>
              <a:r>
                <a:rPr lang="en-US" altLang="ko-KR" sz="600" dirty="0">
                  <a:solidFill>
                    <a:srgbClr val="000000"/>
                  </a:solidFill>
                  <a:latin typeface="Times New Roman" pitchFamily="18" charset="0"/>
                  <a:ea typeface="apple sd gothic neo" panose="02000300000000000000" pitchFamily="2" charset="-127"/>
                  <a:cs typeface="Times New Roman" pitchFamily="18" charset="0"/>
                </a:rPr>
                <a:t> </a:t>
              </a:r>
              <a:r>
                <a:rPr lang="ko-KR" altLang="en-US" sz="600" dirty="0">
                  <a:solidFill>
                    <a:srgbClr val="000000"/>
                  </a:solidFill>
                  <a:latin typeface="Times New Roman" pitchFamily="18" charset="0"/>
                  <a:ea typeface="apple sd gothic neo" panose="02000300000000000000" pitchFamily="2" charset="-127"/>
                  <a:cs typeface="Times New Roman" pitchFamily="18" charset="0"/>
                </a:rPr>
                <a:t>인원수에 따라서 가격이 </a:t>
              </a:r>
              <a:r>
                <a:rPr lang="en-US" altLang="ko-KR" sz="600" dirty="0">
                  <a:solidFill>
                    <a:srgbClr val="000000"/>
                  </a:solidFill>
                  <a:latin typeface="Times New Roman" pitchFamily="18" charset="0"/>
                  <a:ea typeface="apple sd gothic neo" panose="02000300000000000000" pitchFamily="2" charset="-127"/>
                  <a:cs typeface="Times New Roman" pitchFamily="18" charset="0"/>
                </a:rPr>
                <a:t>…</a:t>
              </a:r>
              <a:endParaRPr lang="en-US" altLang="ko-KR" sz="600" dirty="0">
                <a:latin typeface="Times New Roman" pitchFamily="18" charset="0"/>
                <a:ea typeface="Nanum Gothic" panose="020D0604000000000000" pitchFamily="34" charset="-127"/>
                <a:cs typeface="Times New Roman" pitchFamily="18" charset="0"/>
              </a:endParaRPr>
            </a:p>
          </p:txBody>
        </p:sp>
        <p:sp>
          <p:nvSpPr>
            <p:cNvPr id="93" name="직사각형 92">
              <a:extLst>
                <a:ext uri="{FF2B5EF4-FFF2-40B4-BE49-F238E27FC236}">
                  <a16:creationId xmlns="" xmlns:a16="http://schemas.microsoft.com/office/drawing/2014/main" id="{5FFC4778-E53A-6645-B956-D9EEDC83F586}"/>
                </a:ext>
              </a:extLst>
            </p:cNvPr>
            <p:cNvSpPr/>
            <p:nvPr/>
          </p:nvSpPr>
          <p:spPr>
            <a:xfrm>
              <a:off x="6914208" y="3533074"/>
              <a:ext cx="3262294" cy="823691"/>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endParaRPr lang="en-US" altLang="ko-KR" sz="800" b="1" dirty="0">
                <a:solidFill>
                  <a:schemeClr val="tx1"/>
                </a:solidFill>
                <a:latin typeface="Times New Roman" pitchFamily="18" charset="0"/>
                <a:ea typeface="apple sd gothic neo" panose="02000300000000000000" pitchFamily="2" charset="-127"/>
                <a:cs typeface="Times New Roman" pitchFamily="18" charset="0"/>
              </a:endParaRPr>
            </a:p>
            <a:p>
              <a:r>
                <a:rPr lang="en-US" altLang="ko-KR" sz="800" b="1" dirty="0">
                  <a:solidFill>
                    <a:schemeClr val="tx1"/>
                  </a:solidFill>
                  <a:latin typeface="Times New Roman" pitchFamily="18" charset="0"/>
                  <a:ea typeface="나눔고딕" panose="020D0604000000000000" pitchFamily="34" charset="-127"/>
                  <a:cs typeface="Times New Roman" pitchFamily="18" charset="0"/>
                </a:rPr>
                <a:t> </a:t>
              </a:r>
              <a:r>
                <a:rPr lang="en-US" altLang="ko-KR" sz="800" b="1" dirty="0" err="1">
                  <a:solidFill>
                    <a:schemeClr val="tx1"/>
                  </a:solidFill>
                  <a:latin typeface="Times New Roman" pitchFamily="18" charset="0"/>
                  <a:ea typeface="나눔고딕" panose="020D0604000000000000" pitchFamily="34" charset="-127"/>
                  <a:cs typeface="Times New Roman" pitchFamily="18" charset="0"/>
                </a:rPr>
                <a:t>psy</a:t>
              </a:r>
              <a:r>
                <a:rPr lang="en-US" altLang="ko-KR" sz="800" b="1" dirty="0">
                  <a:solidFill>
                    <a:schemeClr val="tx1"/>
                  </a:solidFill>
                  <a:latin typeface="Times New Roman" pitchFamily="18" charset="0"/>
                  <a:ea typeface="나눔고딕" panose="020D0604000000000000" pitchFamily="34" charset="-127"/>
                  <a:cs typeface="Times New Roman" pitchFamily="18" charset="0"/>
                </a:rPr>
                <a:t>*****</a:t>
              </a:r>
              <a:r>
                <a:rPr lang="en-US" altLang="ko-KR" sz="800" dirty="0">
                  <a:solidFill>
                    <a:srgbClr val="7D7E80"/>
                  </a:solidFill>
                  <a:latin typeface="Times New Roman" pitchFamily="18" charset="0"/>
                  <a:ea typeface="나눔고딕" panose="020D0604000000000000" pitchFamily="34" charset="-127"/>
                  <a:cs typeface="Times New Roman" pitchFamily="18" charset="0"/>
                </a:rPr>
                <a:t>2020-06-05</a:t>
              </a:r>
              <a:endParaRPr lang="en-US" altLang="ko-KR" sz="800" dirty="0">
                <a:solidFill>
                  <a:srgbClr val="888888"/>
                </a:solidFill>
                <a:latin typeface="Times New Roman" pitchFamily="18" charset="0"/>
                <a:ea typeface="apple sd gothic neo" panose="02000300000000000000" pitchFamily="2" charset="-127"/>
                <a:cs typeface="Times New Roman" pitchFamily="18" charset="0"/>
              </a:endParaRPr>
            </a:p>
          </p:txBody>
        </p:sp>
        <p:sp>
          <p:nvSpPr>
            <p:cNvPr id="94" name="직사각형 93">
              <a:extLst>
                <a:ext uri="{FF2B5EF4-FFF2-40B4-BE49-F238E27FC236}">
                  <a16:creationId xmlns="" xmlns:a16="http://schemas.microsoft.com/office/drawing/2014/main" id="{7C3254EF-F8A1-E042-8FCE-4729A75AB21F}"/>
                </a:ext>
              </a:extLst>
            </p:cNvPr>
            <p:cNvSpPr/>
            <p:nvPr/>
          </p:nvSpPr>
          <p:spPr>
            <a:xfrm>
              <a:off x="6929742" y="3533074"/>
              <a:ext cx="576914"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800" smtClean="0">
                  <a:solidFill>
                    <a:schemeClr val="bg1"/>
                  </a:solidFill>
                  <a:latin typeface="Times New Roman" pitchFamily="18" charset="0"/>
                  <a:ea typeface="Nanum Gothic" panose="020D0604000000000000" pitchFamily="34" charset="-127"/>
                  <a:cs typeface="Times New Roman" pitchFamily="18" charset="0"/>
                </a:rPr>
                <a:t>Tmon</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95" name="직사각형 94">
              <a:extLst>
                <a:ext uri="{FF2B5EF4-FFF2-40B4-BE49-F238E27FC236}">
                  <a16:creationId xmlns="" xmlns:a16="http://schemas.microsoft.com/office/drawing/2014/main" id="{61F944BC-0BFA-3748-9FF8-3B5039493EF4}"/>
                </a:ext>
              </a:extLst>
            </p:cNvPr>
            <p:cNvSpPr/>
            <p:nvPr/>
          </p:nvSpPr>
          <p:spPr>
            <a:xfrm>
              <a:off x="9558588" y="3751187"/>
              <a:ext cx="548979" cy="380162"/>
            </a:xfrm>
            <a:prstGeom prst="rect">
              <a:avLst/>
            </a:prstGeom>
            <a:solidFill>
              <a:schemeClr val="bg1"/>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nchorCtr="1"/>
            <a:lstStyle/>
            <a:p>
              <a:pPr algn="ct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Trả lời</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96" name="직사각형 95">
              <a:extLst>
                <a:ext uri="{FF2B5EF4-FFF2-40B4-BE49-F238E27FC236}">
                  <a16:creationId xmlns="" xmlns:a16="http://schemas.microsoft.com/office/drawing/2014/main" id="{201AAD59-A3D1-DF4A-AF7A-B9EA5B1907C0}"/>
                </a:ext>
              </a:extLst>
            </p:cNvPr>
            <p:cNvSpPr/>
            <p:nvPr/>
          </p:nvSpPr>
          <p:spPr>
            <a:xfrm>
              <a:off x="6909058" y="3929102"/>
              <a:ext cx="2649530" cy="197580"/>
            </a:xfrm>
            <a:prstGeom prst="rect">
              <a:avLst/>
            </a:prstGeom>
          </p:spPr>
          <p:txBody>
            <a:bodyPr wrap="square">
              <a:spAutoFit/>
            </a:bodyPr>
            <a:lstStyle/>
            <a:p>
              <a:pPr marL="6350"/>
              <a:r>
                <a:rPr lang="ko-KR" altLang="en-US" sz="600" dirty="0" err="1">
                  <a:solidFill>
                    <a:srgbClr val="000000"/>
                  </a:solidFill>
                  <a:latin typeface="Times New Roman" pitchFamily="18" charset="0"/>
                  <a:ea typeface="apple sd gothic neo" panose="02000300000000000000" pitchFamily="2" charset="-127"/>
                  <a:cs typeface="Times New Roman" pitchFamily="18" charset="0"/>
                </a:rPr>
                <a:t>비밀글입니다</a:t>
              </a:r>
              <a:r>
                <a:rPr lang="en-US" altLang="ko-KR" sz="600" dirty="0">
                  <a:solidFill>
                    <a:srgbClr val="000000"/>
                  </a:solidFill>
                  <a:latin typeface="Times New Roman" pitchFamily="18" charset="0"/>
                  <a:ea typeface="apple sd gothic neo" panose="02000300000000000000" pitchFamily="2" charset="-127"/>
                  <a:cs typeface="Times New Roman" pitchFamily="18" charset="0"/>
                </a:rPr>
                <a:t>.</a:t>
              </a:r>
              <a:endParaRPr lang="en-US" altLang="ko-KR" sz="600" dirty="0">
                <a:latin typeface="Times New Roman" pitchFamily="18" charset="0"/>
                <a:ea typeface="Nanum Gothic" panose="020D0604000000000000" pitchFamily="34" charset="-127"/>
                <a:cs typeface="Times New Roman" pitchFamily="18" charset="0"/>
              </a:endParaRPr>
            </a:p>
          </p:txBody>
        </p:sp>
      </p:grpSp>
      <p:sp>
        <p:nvSpPr>
          <p:cNvPr id="103" name="직사각형 102">
            <a:extLst>
              <a:ext uri="{FF2B5EF4-FFF2-40B4-BE49-F238E27FC236}">
                <a16:creationId xmlns="" xmlns:a16="http://schemas.microsoft.com/office/drawing/2014/main" id="{7E7EA72C-8831-964F-86B8-68BFFD67DC91}"/>
              </a:ext>
            </a:extLst>
          </p:cNvPr>
          <p:cNvSpPr/>
          <p:nvPr/>
        </p:nvSpPr>
        <p:spPr>
          <a:xfrm>
            <a:off x="6694796" y="1420530"/>
            <a:ext cx="391730" cy="244868"/>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76" name="직사각형 52">
            <a:extLst>
              <a:ext uri="{FF2B5EF4-FFF2-40B4-BE49-F238E27FC236}">
                <a16:creationId xmlns="" xmlns:a16="http://schemas.microsoft.com/office/drawing/2014/main" id="{72E04A98-D431-594F-8DA9-DDEDD7702739}"/>
              </a:ext>
            </a:extLst>
          </p:cNvPr>
          <p:cNvSpPr/>
          <p:nvPr/>
        </p:nvSpPr>
        <p:spPr>
          <a:xfrm>
            <a:off x="3564710" y="5705145"/>
            <a:ext cx="2591324" cy="735976"/>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50" smtClean="0">
                <a:solidFill>
                  <a:schemeClr val="tx1"/>
                </a:solidFill>
                <a:latin typeface="Times New Roman" pitchFamily="18" charset="0"/>
                <a:ea typeface="Nanum Gothic" panose="020D0604000000000000" pitchFamily="34" charset="-127"/>
                <a:cs typeface="Times New Roman" pitchFamily="18" charset="0"/>
              </a:rPr>
              <a:t>footer</a:t>
            </a:r>
            <a:r>
              <a:rPr lang="ko-KR" altLang="en-US" sz="1050" smtClean="0">
                <a:solidFill>
                  <a:schemeClr val="tx1"/>
                </a:solidFill>
                <a:latin typeface="Times New Roman" pitchFamily="18" charset="0"/>
                <a:ea typeface="Nanum Gothic" panose="020D0604000000000000" pitchFamily="34" charset="-127"/>
                <a:cs typeface="Times New Roman" pitchFamily="18" charset="0"/>
              </a:rPr>
              <a:t> </a:t>
            </a:r>
            <a:endParaRPr lang="en-US" altLang="ko-KR" sz="1050" dirty="0">
              <a:solidFill>
                <a:schemeClr val="tx1"/>
              </a:solidFill>
              <a:latin typeface="Times New Roman" pitchFamily="18" charset="0"/>
              <a:ea typeface="Nanum Gothic" panose="020D0604000000000000" pitchFamily="34" charset="-127"/>
              <a:cs typeface="Times New Roman" pitchFamily="18" charset="0"/>
            </a:endParaRPr>
          </a:p>
          <a:p>
            <a:pPr algn="ctr"/>
            <a:endParaRPr lang="en-US" altLang="ko-KR" sz="1050" dirty="0">
              <a:solidFill>
                <a:schemeClr val="tx1"/>
              </a:solidFill>
              <a:latin typeface="Times New Roman" pitchFamily="18" charset="0"/>
              <a:ea typeface="Nanum Gothic" panose="020D0604000000000000" pitchFamily="34" charset="-127"/>
              <a:cs typeface="Times New Roman" pitchFamily="18" charset="0"/>
            </a:endParaRPr>
          </a:p>
        </p:txBody>
      </p:sp>
      <p:sp>
        <p:nvSpPr>
          <p:cNvPr id="78" name="직사각형 138">
            <a:extLst>
              <a:ext uri="{FF2B5EF4-FFF2-40B4-BE49-F238E27FC236}">
                <a16:creationId xmlns="" xmlns:a16="http://schemas.microsoft.com/office/drawing/2014/main" id="{FBD53E44-E2D3-C243-A6DF-2E51EE5B117E}"/>
              </a:ext>
            </a:extLst>
          </p:cNvPr>
          <p:cNvSpPr/>
          <p:nvPr/>
        </p:nvSpPr>
        <p:spPr>
          <a:xfrm>
            <a:off x="4303299" y="6107264"/>
            <a:ext cx="511907" cy="157932"/>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chemeClr val="tx1"/>
                </a:solidFill>
                <a:latin typeface="Times New Roman" pitchFamily="18" charset="0"/>
                <a:ea typeface="Nanum Gothic" panose="020D0604000000000000" pitchFamily="34" charset="-127"/>
                <a:cs typeface="Times New Roman" pitchFamily="18" charset="0"/>
              </a:rPr>
              <a:t>Logout</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82" name="직사각형 139">
            <a:extLst>
              <a:ext uri="{FF2B5EF4-FFF2-40B4-BE49-F238E27FC236}">
                <a16:creationId xmlns="" xmlns:a16="http://schemas.microsoft.com/office/drawing/2014/main" id="{AF83ABCD-F9C7-8D48-A066-9369A0CB6503}"/>
              </a:ext>
            </a:extLst>
          </p:cNvPr>
          <p:cNvSpPr/>
          <p:nvPr/>
        </p:nvSpPr>
        <p:spPr>
          <a:xfrm>
            <a:off x="4861830" y="6107264"/>
            <a:ext cx="511907" cy="157932"/>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a:solidFill>
                  <a:schemeClr val="tx1"/>
                </a:solidFill>
                <a:latin typeface="Times New Roman" pitchFamily="18" charset="0"/>
                <a:ea typeface="Nanum Gothic" panose="020D0604000000000000" pitchFamily="34" charset="-127"/>
                <a:cs typeface="Times New Roman" pitchFamily="18" charset="0"/>
              </a:rPr>
              <a:t>PC</a:t>
            </a:r>
            <a:r>
              <a:rPr lang="ko-KR" altLang="en-US" sz="700" b="1">
                <a:solidFill>
                  <a:schemeClr val="tx1"/>
                </a:solidFill>
                <a:latin typeface="Times New Roman" pitchFamily="18" charset="0"/>
                <a:ea typeface="Nanum Gothic" panose="020D0604000000000000" pitchFamily="34" charset="-127"/>
                <a:cs typeface="Times New Roman" pitchFamily="18" charset="0"/>
              </a:rPr>
              <a:t> </a:t>
            </a:r>
            <a:r>
              <a:rPr lang="en-US" altLang="ko-KR" sz="700" b="1" smtClean="0">
                <a:solidFill>
                  <a:schemeClr val="tx1"/>
                </a:solidFill>
                <a:latin typeface="Times New Roman" pitchFamily="18" charset="0"/>
                <a:ea typeface="Nanum Gothic" panose="020D0604000000000000" pitchFamily="34" charset="-127"/>
                <a:cs typeface="Times New Roman" pitchFamily="18" charset="0"/>
              </a:rPr>
              <a:t>version</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83" name="직사각형 181">
            <a:extLst>
              <a:ext uri="{FF2B5EF4-FFF2-40B4-BE49-F238E27FC236}">
                <a16:creationId xmlns="" xmlns:a16="http://schemas.microsoft.com/office/drawing/2014/main" id="{BF6D2B69-CA6E-AA4C-8B29-F18CE07FAB56}"/>
              </a:ext>
            </a:extLst>
          </p:cNvPr>
          <p:cNvSpPr/>
          <p:nvPr/>
        </p:nvSpPr>
        <p:spPr>
          <a:xfrm>
            <a:off x="5084307" y="1703847"/>
            <a:ext cx="696270" cy="461665"/>
          </a:xfrm>
          <a:prstGeom prst="rect">
            <a:avLst/>
          </a:prstGeom>
        </p:spPr>
        <p:txBody>
          <a:bodyPr wrap="squar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Đang yêu cầu hoàn tiền</a:t>
            </a:r>
            <a:endParaRPr lang="en-US" altLang="ko-KR" sz="800" b="1" dirty="0">
              <a:latin typeface="Times New Roman" pitchFamily="18" charset="0"/>
              <a:ea typeface="Nanum Gothic" panose="020D0604000000000000" pitchFamily="34" charset="-127"/>
              <a:cs typeface="Times New Roman" pitchFamily="18" charset="0"/>
            </a:endParaRPr>
          </a:p>
        </p:txBody>
      </p:sp>
    </p:spTree>
    <p:extLst>
      <p:ext uri="{BB962C8B-B14F-4D97-AF65-F5344CB8AC3E}">
        <p14:creationId xmlns="" xmlns:p14="http://schemas.microsoft.com/office/powerpoint/2010/main" val="1674600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 xmlns:a16="http://schemas.microsoft.com/office/drawing/2014/main" id="{A1BCE13F-C0C6-E14F-A86B-C471E3968DFD}"/>
              </a:ext>
            </a:extLst>
          </p:cNvPr>
          <p:cNvSpPr>
            <a:spLocks noGrp="1"/>
          </p:cNvSpPr>
          <p:nvPr>
            <p:ph type="title"/>
          </p:nvPr>
        </p:nvSpPr>
        <p:spPr>
          <a:xfrm>
            <a:off x="128464" y="27460"/>
            <a:ext cx="7957637" cy="521221"/>
          </a:xfrm>
        </p:spPr>
        <p:txBody>
          <a:bodyPr/>
          <a:lstStyle/>
          <a:p>
            <a:r>
              <a:rPr kumimoji="1" lang="en-US" altLang="ko-KR" smtClean="0">
                <a:latin typeface="Times New Roman" pitchFamily="18" charset="0"/>
                <a:cs typeface="Times New Roman" pitchFamily="18" charset="0"/>
              </a:rPr>
              <a:t>Kịch bản di chuyển tìm kiếm tổng hợp</a:t>
            </a:r>
            <a:endParaRPr kumimoji="1" lang="ko-KR" altLang="en-US" dirty="0">
              <a:latin typeface="Times New Roman" pitchFamily="18" charset="0"/>
              <a:cs typeface="Times New Roman" pitchFamily="18" charset="0"/>
            </a:endParaRPr>
          </a:p>
        </p:txBody>
      </p:sp>
      <p:sp>
        <p:nvSpPr>
          <p:cNvPr id="9" name="TextBox 8">
            <a:extLst>
              <a:ext uri="{FF2B5EF4-FFF2-40B4-BE49-F238E27FC236}">
                <a16:creationId xmlns="" xmlns:a16="http://schemas.microsoft.com/office/drawing/2014/main" id="{C2BE44E2-3B8F-D042-990C-7743B7235637}"/>
              </a:ext>
            </a:extLst>
          </p:cNvPr>
          <p:cNvSpPr txBox="1"/>
          <p:nvPr/>
        </p:nvSpPr>
        <p:spPr>
          <a:xfrm>
            <a:off x="442966" y="2199473"/>
            <a:ext cx="1752628" cy="307777"/>
          </a:xfrm>
          <a:prstGeom prst="rect">
            <a:avLst/>
          </a:prstGeom>
          <a:noFill/>
        </p:spPr>
        <p:txBody>
          <a:bodyPr wrap="square" rtlCol="0">
            <a:spAutoFit/>
          </a:bodyPr>
          <a:lstStyle/>
          <a:p>
            <a:r>
              <a:rPr lang="ko-KR" altLang="en-US" sz="1400" b="1" dirty="0">
                <a:latin typeface="Times New Roman" pitchFamily="18" charset="0"/>
                <a:ea typeface="Nanum Gothic" panose="020D0604000000000000" pitchFamily="34" charset="-127"/>
                <a:cs typeface="Times New Roman" pitchFamily="18" charset="0"/>
              </a:rPr>
              <a:t>에버랜드 </a:t>
            </a:r>
            <a:r>
              <a:rPr lang="ko-KR" altLang="en-US" sz="1400" b="1">
                <a:latin typeface="Times New Roman" pitchFamily="18" charset="0"/>
                <a:ea typeface="Nanum Gothic" panose="020D0604000000000000" pitchFamily="34" charset="-127"/>
                <a:cs typeface="Times New Roman" pitchFamily="18" charset="0"/>
              </a:rPr>
              <a:t>님</a:t>
            </a:r>
            <a:r>
              <a:rPr lang="en-US" altLang="ko-KR" sz="1400" b="1" smtClean="0">
                <a:latin typeface="Times New Roman" pitchFamily="18" charset="0"/>
                <a:ea typeface="Nanum Gothic" panose="020D0604000000000000" pitchFamily="34" charset="-127"/>
                <a:cs typeface="Times New Roman" pitchFamily="18" charset="0"/>
              </a:rPr>
              <a:t>, </a:t>
            </a:r>
            <a:r>
              <a:rPr lang="en-US" altLang="ko-KR" sz="1400" b="1" smtClean="0">
                <a:solidFill>
                  <a:srgbClr val="FF0000"/>
                </a:solidFill>
                <a:latin typeface="Times New Roman" pitchFamily="18" charset="0"/>
                <a:ea typeface="Nanum Gothic" panose="020D0604000000000000" pitchFamily="34" charset="-127"/>
                <a:cs typeface="Times New Roman" pitchFamily="18" charset="0"/>
              </a:rPr>
              <a:t>(name)</a:t>
            </a:r>
            <a:endParaRPr lang="ko-KR" altLang="en-US" sz="1400" b="1" dirty="0">
              <a:solidFill>
                <a:srgbClr val="FF0000"/>
              </a:solidFill>
              <a:latin typeface="Times New Roman" pitchFamily="18" charset="0"/>
              <a:ea typeface="Nanum Gothic" panose="020D0604000000000000" pitchFamily="34" charset="-127"/>
              <a:cs typeface="Times New Roman" pitchFamily="18" charset="0"/>
            </a:endParaRPr>
          </a:p>
        </p:txBody>
      </p:sp>
      <p:sp>
        <p:nvSpPr>
          <p:cNvPr id="10" name="TextBox 9">
            <a:extLst>
              <a:ext uri="{FF2B5EF4-FFF2-40B4-BE49-F238E27FC236}">
                <a16:creationId xmlns="" xmlns:a16="http://schemas.microsoft.com/office/drawing/2014/main" id="{3AAF3D32-8018-3241-90C5-5C153CF819E7}"/>
              </a:ext>
            </a:extLst>
          </p:cNvPr>
          <p:cNvSpPr txBox="1"/>
          <p:nvPr/>
        </p:nvSpPr>
        <p:spPr>
          <a:xfrm>
            <a:off x="2212724" y="2261028"/>
            <a:ext cx="940075" cy="215444"/>
          </a:xfrm>
          <a:prstGeom prst="rect">
            <a:avLst/>
          </a:prstGeom>
          <a:noFill/>
        </p:spPr>
        <p:txBody>
          <a:bodyPr wrap="square" rtlCol="0">
            <a:spAutoFit/>
          </a:bodyPr>
          <a:lstStyle/>
          <a:p>
            <a:pPr algn="ctr"/>
            <a:r>
              <a:rPr lang="en-US" altLang="ko-KR" sz="800" smtClean="0">
                <a:latin typeface="Times New Roman" pitchFamily="18" charset="0"/>
                <a:ea typeface="Nanum Gothic" panose="020D0604000000000000" pitchFamily="34" charset="-127"/>
                <a:cs typeface="Times New Roman" pitchFamily="18" charset="0"/>
              </a:rPr>
              <a:t>Gần nhất</a:t>
            </a:r>
            <a:r>
              <a:rPr lang="ko-KR" altLang="en-US" sz="800" smtClean="0">
                <a:latin typeface="Times New Roman" pitchFamily="18" charset="0"/>
                <a:ea typeface="Nanum Gothic" panose="020D0604000000000000" pitchFamily="34" charset="-127"/>
                <a:cs typeface="Times New Roman" pitchFamily="18" charset="0"/>
              </a:rPr>
              <a:t> </a:t>
            </a:r>
            <a:r>
              <a:rPr lang="en-US" altLang="ko-KR" sz="800" dirty="0">
                <a:latin typeface="Times New Roman" pitchFamily="18" charset="0"/>
                <a:ea typeface="Nanum Gothic" panose="020D0604000000000000" pitchFamily="34" charset="-127"/>
                <a:cs typeface="Times New Roman" pitchFamily="18" charset="0"/>
              </a:rPr>
              <a:t>01:39</a:t>
            </a:r>
            <a:endParaRPr lang="ko-KR" altLang="en-US" sz="800" dirty="0">
              <a:latin typeface="Times New Roman" pitchFamily="18" charset="0"/>
              <a:ea typeface="Nanum Gothic" panose="020D0604000000000000" pitchFamily="34" charset="-127"/>
              <a:cs typeface="Times New Roman" pitchFamily="18" charset="0"/>
            </a:endParaRPr>
          </a:p>
        </p:txBody>
      </p:sp>
      <p:pic>
        <p:nvPicPr>
          <p:cNvPr id="11" name="그림 10">
            <a:extLst>
              <a:ext uri="{FF2B5EF4-FFF2-40B4-BE49-F238E27FC236}">
                <a16:creationId xmlns="" xmlns:a16="http://schemas.microsoft.com/office/drawing/2014/main" id="{D38A3A95-F4B3-3F45-952B-F42FBDE56FA3}"/>
              </a:ext>
            </a:extLst>
          </p:cNvPr>
          <p:cNvPicPr>
            <a:picLocks noChangeAspect="1"/>
          </p:cNvPicPr>
          <p:nvPr/>
        </p:nvPicPr>
        <p:blipFill>
          <a:blip r:embed="rId2" cstate="print"/>
          <a:stretch>
            <a:fillRect/>
          </a:stretch>
        </p:blipFill>
        <p:spPr>
          <a:xfrm>
            <a:off x="3008356" y="2261371"/>
            <a:ext cx="200003" cy="200003"/>
          </a:xfrm>
          <a:prstGeom prst="rect">
            <a:avLst/>
          </a:prstGeom>
        </p:spPr>
      </p:pic>
      <p:sp>
        <p:nvSpPr>
          <p:cNvPr id="16" name="TextBox 15">
            <a:extLst>
              <a:ext uri="{FF2B5EF4-FFF2-40B4-BE49-F238E27FC236}">
                <a16:creationId xmlns="" xmlns:a16="http://schemas.microsoft.com/office/drawing/2014/main" id="{5B3AC60E-601A-E143-8E5B-F528E9BAA3DA}"/>
              </a:ext>
            </a:extLst>
          </p:cNvPr>
          <p:cNvSpPr txBox="1"/>
          <p:nvPr/>
        </p:nvSpPr>
        <p:spPr>
          <a:xfrm>
            <a:off x="488504" y="2583051"/>
            <a:ext cx="1296143" cy="469359"/>
          </a:xfrm>
          <a:prstGeom prst="rect">
            <a:avLst/>
          </a:prstGeom>
          <a:noFill/>
        </p:spPr>
        <p:txBody>
          <a:bodyPr wrap="square" rtlCol="0">
            <a:spAutoFit/>
          </a:bodyPr>
          <a:lstStyle/>
          <a:p>
            <a:pPr algn="ctr"/>
            <a:r>
              <a:rPr kumimoji="1" lang="en-US" altLang="ko-KR" sz="1400" b="1" u="sng">
                <a:latin typeface="Times New Roman" pitchFamily="18" charset="0"/>
                <a:ea typeface="Nanum Gothic" panose="020D0604000000000000" pitchFamily="34" charset="-127"/>
                <a:cs typeface="Times New Roman" pitchFamily="18" charset="0"/>
              </a:rPr>
              <a:t>60 </a:t>
            </a:r>
            <a:r>
              <a:rPr kumimoji="1" lang="en-US" altLang="ko-KR" sz="1400" b="1" u="sng" smtClean="0">
                <a:latin typeface="Times New Roman" pitchFamily="18" charset="0"/>
                <a:ea typeface="Nanum Gothic" panose="020D0604000000000000" pitchFamily="34" charset="-127"/>
                <a:cs typeface="Times New Roman" pitchFamily="18" charset="0"/>
              </a:rPr>
              <a:t>kết quả</a:t>
            </a:r>
            <a:endParaRPr kumimoji="1" lang="en-US" altLang="ko-KR" sz="1400" b="1" u="sng" dirty="0">
              <a:latin typeface="Times New Roman" pitchFamily="18" charset="0"/>
              <a:ea typeface="Nanum Gothic" panose="020D0604000000000000" pitchFamily="34" charset="-127"/>
              <a:cs typeface="Times New Roman" pitchFamily="18" charset="0"/>
            </a:endParaRPr>
          </a:p>
          <a:p>
            <a:pPr algn="ctr"/>
            <a:r>
              <a:rPr kumimoji="1" lang="en-US" altLang="ko-KR" sz="1050" b="1" smtClean="0">
                <a:latin typeface="Times New Roman" pitchFamily="18" charset="0"/>
                <a:ea typeface="Nanum Gothic" panose="020D0604000000000000" pitchFamily="34" charset="-127"/>
                <a:cs typeface="Times New Roman" pitchFamily="18" charset="0"/>
              </a:rPr>
              <a:t>Vé chưa sử dụng</a:t>
            </a:r>
            <a:endParaRPr kumimoji="1" lang="en-US" altLang="ko-KR" sz="1400" b="1" dirty="0">
              <a:latin typeface="Times New Roman" pitchFamily="18" charset="0"/>
              <a:ea typeface="Nanum Gothic" panose="020D0604000000000000" pitchFamily="34" charset="-127"/>
              <a:cs typeface="Times New Roman" pitchFamily="18" charset="0"/>
            </a:endParaRPr>
          </a:p>
        </p:txBody>
      </p:sp>
      <p:sp>
        <p:nvSpPr>
          <p:cNvPr id="17" name="TextBox 16">
            <a:extLst>
              <a:ext uri="{FF2B5EF4-FFF2-40B4-BE49-F238E27FC236}">
                <a16:creationId xmlns="" xmlns:a16="http://schemas.microsoft.com/office/drawing/2014/main" id="{A47221C1-B750-4341-BF62-2735F0B7DE6E}"/>
              </a:ext>
            </a:extLst>
          </p:cNvPr>
          <p:cNvSpPr txBox="1"/>
          <p:nvPr/>
        </p:nvSpPr>
        <p:spPr>
          <a:xfrm>
            <a:off x="1893494" y="2597248"/>
            <a:ext cx="1368152" cy="469359"/>
          </a:xfrm>
          <a:prstGeom prst="rect">
            <a:avLst/>
          </a:prstGeom>
          <a:noFill/>
        </p:spPr>
        <p:txBody>
          <a:bodyPr wrap="square" rtlCol="0">
            <a:spAutoFit/>
          </a:bodyPr>
          <a:lstStyle/>
          <a:p>
            <a:pPr algn="ctr"/>
            <a:r>
              <a:rPr kumimoji="1" lang="en-US" altLang="ko-KR" sz="1400" b="1" u="sng">
                <a:latin typeface="Times New Roman" pitchFamily="18" charset="0"/>
                <a:ea typeface="Nanum Gothic" panose="020D0604000000000000" pitchFamily="34" charset="-127"/>
                <a:cs typeface="Times New Roman" pitchFamily="18" charset="0"/>
              </a:rPr>
              <a:t>10 </a:t>
            </a:r>
            <a:r>
              <a:rPr kumimoji="1" lang="en-US" altLang="ko-KR" sz="1400" b="1" u="sng" smtClean="0">
                <a:latin typeface="Times New Roman" pitchFamily="18" charset="0"/>
                <a:ea typeface="Nanum Gothic" panose="020D0604000000000000" pitchFamily="34" charset="-127"/>
                <a:cs typeface="Times New Roman" pitchFamily="18" charset="0"/>
              </a:rPr>
              <a:t>kết quả</a:t>
            </a:r>
            <a:endParaRPr kumimoji="1" lang="en-US" altLang="ko-KR" sz="1400" b="1" u="sng" dirty="0">
              <a:latin typeface="Times New Roman" pitchFamily="18" charset="0"/>
              <a:ea typeface="Nanum Gothic" panose="020D0604000000000000" pitchFamily="34" charset="-127"/>
              <a:cs typeface="Times New Roman" pitchFamily="18" charset="0"/>
            </a:endParaRPr>
          </a:p>
          <a:p>
            <a:pPr algn="ctr"/>
            <a:r>
              <a:rPr kumimoji="1" lang="en-US" altLang="ko-KR" sz="1050" b="1" smtClean="0">
                <a:latin typeface="Times New Roman" pitchFamily="18" charset="0"/>
                <a:ea typeface="Nanum Gothic" panose="020D0604000000000000" pitchFamily="34" charset="-127"/>
                <a:cs typeface="Times New Roman" pitchFamily="18" charset="0"/>
              </a:rPr>
              <a:t>Câu hỏi chưa trả lời</a:t>
            </a:r>
            <a:endParaRPr kumimoji="1" lang="en-US" altLang="ko-KR" sz="1400" b="1" dirty="0">
              <a:latin typeface="Times New Roman" pitchFamily="18" charset="0"/>
              <a:ea typeface="Nanum Gothic" panose="020D0604000000000000" pitchFamily="34" charset="-127"/>
              <a:cs typeface="Times New Roman" pitchFamily="18" charset="0"/>
            </a:endParaRPr>
          </a:p>
        </p:txBody>
      </p:sp>
      <p:sp>
        <p:nvSpPr>
          <p:cNvPr id="18" name="직사각형 17">
            <a:extLst>
              <a:ext uri="{FF2B5EF4-FFF2-40B4-BE49-F238E27FC236}">
                <a16:creationId xmlns="" xmlns:a16="http://schemas.microsoft.com/office/drawing/2014/main" id="{C892306D-8C23-5147-AC7E-B3D85881CCA9}"/>
              </a:ext>
            </a:extLst>
          </p:cNvPr>
          <p:cNvSpPr/>
          <p:nvPr/>
        </p:nvSpPr>
        <p:spPr>
          <a:xfrm>
            <a:off x="525827" y="4702268"/>
            <a:ext cx="2636877" cy="332879"/>
          </a:xfrm>
          <a:prstGeom prst="rect">
            <a:avLst/>
          </a:prstGeom>
          <a:no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1000" b="1" smtClean="0">
                <a:solidFill>
                  <a:srgbClr val="C00000"/>
                </a:solidFill>
                <a:latin typeface="Times New Roman" pitchFamily="18" charset="0"/>
                <a:ea typeface="Nanum Gothic" panose="020D0604000000000000" pitchFamily="34" charset="-127"/>
                <a:cs typeface="Times New Roman" pitchFamily="18" charset="0"/>
              </a:rPr>
              <a:t>Xem toàn bộ đơn hàng</a:t>
            </a:r>
            <a:r>
              <a:rPr lang="ko-KR" altLang="en-US" sz="1000" b="1" smtClean="0">
                <a:solidFill>
                  <a:srgbClr val="C00000"/>
                </a:solidFill>
                <a:latin typeface="Times New Roman" pitchFamily="18" charset="0"/>
                <a:ea typeface="Nanum Gothic" panose="020D0604000000000000" pitchFamily="34" charset="-127"/>
                <a:cs typeface="Times New Roman" pitchFamily="18" charset="0"/>
              </a:rPr>
              <a:t> </a:t>
            </a:r>
            <a:r>
              <a:rPr lang="en-US" altLang="ko-KR" sz="1000" b="1" dirty="0">
                <a:solidFill>
                  <a:srgbClr val="C00000"/>
                </a:solidFill>
                <a:latin typeface="Times New Roman" pitchFamily="18" charset="0"/>
                <a:ea typeface="Nanum Gothic" panose="020D0604000000000000" pitchFamily="34" charset="-127"/>
                <a:cs typeface="Times New Roman" pitchFamily="18" charset="0"/>
              </a:rPr>
              <a:t>&gt; </a:t>
            </a:r>
            <a:endParaRPr lang="ko-KR" altLang="en-US" sz="10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25" name="직사각형 24">
            <a:extLst>
              <a:ext uri="{FF2B5EF4-FFF2-40B4-BE49-F238E27FC236}">
                <a16:creationId xmlns="" xmlns:a16="http://schemas.microsoft.com/office/drawing/2014/main" id="{9051A887-BC7C-E74B-B2E3-17995FEB4713}"/>
              </a:ext>
            </a:extLst>
          </p:cNvPr>
          <p:cNvSpPr/>
          <p:nvPr/>
        </p:nvSpPr>
        <p:spPr>
          <a:xfrm>
            <a:off x="447307" y="2530684"/>
            <a:ext cx="1346182" cy="59510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sp>
        <p:nvSpPr>
          <p:cNvPr id="26" name="직사각형 25">
            <a:extLst>
              <a:ext uri="{FF2B5EF4-FFF2-40B4-BE49-F238E27FC236}">
                <a16:creationId xmlns="" xmlns:a16="http://schemas.microsoft.com/office/drawing/2014/main" id="{A65DA850-6E15-BE4F-A9CB-6222012C8182}"/>
              </a:ext>
            </a:extLst>
          </p:cNvPr>
          <p:cNvSpPr/>
          <p:nvPr/>
        </p:nvSpPr>
        <p:spPr>
          <a:xfrm>
            <a:off x="1940898" y="2532978"/>
            <a:ext cx="1273893" cy="59510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graphicFrame>
        <p:nvGraphicFramePr>
          <p:cNvPr id="27" name="표 26">
            <a:extLst>
              <a:ext uri="{FF2B5EF4-FFF2-40B4-BE49-F238E27FC236}">
                <a16:creationId xmlns="" xmlns:a16="http://schemas.microsoft.com/office/drawing/2014/main" id="{E052E61F-E625-B040-A625-E7D6EC6F8379}"/>
              </a:ext>
            </a:extLst>
          </p:cNvPr>
          <p:cNvGraphicFramePr>
            <a:graphicFrameLocks noGrp="1"/>
          </p:cNvGraphicFramePr>
          <p:nvPr>
            <p:extLst>
              <p:ext uri="{D42A27DB-BD31-4B8C-83A1-F6EECF244321}">
                <p14:modId xmlns="" xmlns:p14="http://schemas.microsoft.com/office/powerpoint/2010/main" val="3401212901"/>
              </p:ext>
            </p:extLst>
          </p:nvPr>
        </p:nvGraphicFramePr>
        <p:xfrm>
          <a:off x="520042" y="3641541"/>
          <a:ext cx="2629154" cy="974406"/>
        </p:xfrm>
        <a:graphic>
          <a:graphicData uri="http://schemas.openxmlformats.org/drawingml/2006/table">
            <a:tbl>
              <a:tblPr/>
              <a:tblGrid>
                <a:gridCol w="900796">
                  <a:extLst>
                    <a:ext uri="{9D8B030D-6E8A-4147-A177-3AD203B41FA5}">
                      <a16:colId xmlns="" xmlns:a16="http://schemas.microsoft.com/office/drawing/2014/main" val="952546124"/>
                    </a:ext>
                  </a:extLst>
                </a:gridCol>
                <a:gridCol w="666444">
                  <a:extLst>
                    <a:ext uri="{9D8B030D-6E8A-4147-A177-3AD203B41FA5}">
                      <a16:colId xmlns="" xmlns:a16="http://schemas.microsoft.com/office/drawing/2014/main" val="90297832"/>
                    </a:ext>
                  </a:extLst>
                </a:gridCol>
                <a:gridCol w="197735">
                  <a:extLst>
                    <a:ext uri="{9D8B030D-6E8A-4147-A177-3AD203B41FA5}">
                      <a16:colId xmlns="" xmlns:a16="http://schemas.microsoft.com/office/drawing/2014/main" val="259899389"/>
                    </a:ext>
                  </a:extLst>
                </a:gridCol>
                <a:gridCol w="666444">
                  <a:extLst>
                    <a:ext uri="{9D8B030D-6E8A-4147-A177-3AD203B41FA5}">
                      <a16:colId xmlns="" xmlns:a16="http://schemas.microsoft.com/office/drawing/2014/main" val="3395975015"/>
                    </a:ext>
                  </a:extLst>
                </a:gridCol>
                <a:gridCol w="197735">
                  <a:extLst>
                    <a:ext uri="{9D8B030D-6E8A-4147-A177-3AD203B41FA5}">
                      <a16:colId xmlns="" xmlns:a16="http://schemas.microsoft.com/office/drawing/2014/main" val="213868304"/>
                    </a:ext>
                  </a:extLst>
                </a:gridCol>
              </a:tblGrid>
              <a:tr h="222634">
                <a:tc>
                  <a:txBody>
                    <a:bodyPr/>
                    <a:lstStyle/>
                    <a:p>
                      <a:pPr algn="l" fontAlgn="ctr"/>
                      <a:endPar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2">
                  <a:txBody>
                    <a:bodyPr/>
                    <a:lstStyle/>
                    <a:p>
                      <a:pPr algn="ctr" fontAlgn="ctr"/>
                      <a:r>
                        <a:rPr lang="en-US" altLang="ko-KR" sz="900" b="1" i="0" u="none" strike="noStrike" smtClean="0">
                          <a:solidFill>
                            <a:schemeClr val="bg1"/>
                          </a:solidFill>
                          <a:effectLst/>
                          <a:latin typeface="Times New Roman" pitchFamily="18" charset="0"/>
                          <a:ea typeface="맑은 고딕" panose="020B0503020000020004" pitchFamily="34" charset="-127"/>
                          <a:cs typeface="Times New Roman" pitchFamily="18" charset="0"/>
                        </a:rPr>
                        <a:t>Hqua (04.01</a:t>
                      </a:r>
                      <a:r>
                        <a:rPr lang="en-US" altLang="ko-KR" sz="900" b="1" i="0" u="none" strike="noStrike" dirty="0">
                          <a:solidFill>
                            <a:schemeClr val="bg1"/>
                          </a:solidFill>
                          <a:effectLst/>
                          <a:latin typeface="Times New Roman" pitchFamily="18" charset="0"/>
                          <a:ea typeface="맑은 고딕" panose="020B0503020000020004" pitchFamily="34" charset="-127"/>
                          <a:cs typeface="Times New Roman" pitchFamily="18" charset="0"/>
                        </a:rPr>
                        <a:t>)</a:t>
                      </a:r>
                    </a:p>
                  </a:txBody>
                  <a:tcPr marL="85157" marR="85157" marT="42579" marB="425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latinLnBrk="1"/>
                      <a:endParaRPr lang="ko-KR" altLang="en-US"/>
                    </a:p>
                  </a:txBody>
                  <a:tcPr/>
                </a:tc>
                <a:tc gridSpan="2">
                  <a:txBody>
                    <a:bodyPr/>
                    <a:lstStyle/>
                    <a:p>
                      <a:pPr algn="ctr" fontAlgn="ctr"/>
                      <a:r>
                        <a:rPr lang="en-US" altLang="ko-KR" sz="900" b="1" i="0" u="none" strike="noStrike" smtClean="0">
                          <a:solidFill>
                            <a:schemeClr val="bg1"/>
                          </a:solidFill>
                          <a:effectLst/>
                          <a:latin typeface="Times New Roman" pitchFamily="18" charset="0"/>
                          <a:ea typeface="맑은 고딕" panose="020B0503020000020004" pitchFamily="34" charset="-127"/>
                          <a:cs typeface="Times New Roman" pitchFamily="18" charset="0"/>
                        </a:rPr>
                        <a:t>Hnay (04.02</a:t>
                      </a:r>
                      <a:r>
                        <a:rPr lang="en-US" altLang="ko-KR" sz="900" b="1" i="0" u="none" strike="noStrike" dirty="0">
                          <a:solidFill>
                            <a:schemeClr val="bg1"/>
                          </a:solidFill>
                          <a:effectLst/>
                          <a:latin typeface="Times New Roman" pitchFamily="18" charset="0"/>
                          <a:ea typeface="맑은 고딕" panose="020B0503020000020004" pitchFamily="34" charset="-127"/>
                          <a:cs typeface="Times New Roman" pitchFamily="18" charset="0"/>
                        </a:rPr>
                        <a:t>)</a:t>
                      </a:r>
                    </a:p>
                  </a:txBody>
                  <a:tcPr marL="85157" marR="85157" marT="42579" marB="425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latinLnBrk="1"/>
                      <a:endParaRPr lang="ko-KR" altLang="en-US"/>
                    </a:p>
                  </a:txBody>
                  <a:tcPr/>
                </a:tc>
                <a:extLst>
                  <a:ext uri="{0D108BD9-81ED-4DB2-BD59-A6C34878D82A}">
                    <a16:rowId xmlns="" xmlns:a16="http://schemas.microsoft.com/office/drawing/2014/main" val="3890285501"/>
                  </a:ext>
                </a:extLst>
              </a:tr>
              <a:tr h="187943">
                <a:tc>
                  <a:txBody>
                    <a:bodyPr/>
                    <a:lstStyle/>
                    <a:p>
                      <a:pPr algn="l" fontAlgn="ctr"/>
                      <a:r>
                        <a:rPr lang="en-US" altLang="ko-KR" sz="900" b="1" i="0" u="none" strike="noStrike" smtClean="0">
                          <a:solidFill>
                            <a:srgbClr val="000000"/>
                          </a:solidFill>
                          <a:effectLst/>
                          <a:latin typeface="Times New Roman" pitchFamily="18" charset="0"/>
                          <a:ea typeface="맑은 고딕" panose="020B0503020000020004" pitchFamily="34" charset="-127"/>
                          <a:cs typeface="Times New Roman" pitchFamily="18" charset="0"/>
                        </a:rPr>
                        <a:t>Số</a:t>
                      </a:r>
                      <a:r>
                        <a:rPr lang="en-US" altLang="ko-KR" sz="900" b="1" i="0" u="none" strike="noStrike" baseline="0" smtClean="0">
                          <a:solidFill>
                            <a:srgbClr val="000000"/>
                          </a:solidFill>
                          <a:effectLst/>
                          <a:latin typeface="Times New Roman" pitchFamily="18" charset="0"/>
                          <a:ea typeface="맑은 고딕" panose="020B0503020000020004" pitchFamily="34" charset="-127"/>
                          <a:cs typeface="Times New Roman" pitchFamily="18" charset="0"/>
                        </a:rPr>
                        <a:t> tiền bán thực</a:t>
                      </a:r>
                      <a:endParaRPr lang="ko-KR" altLang="en-US" sz="900" b="1"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2,000,000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1,500,000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033295670"/>
                  </a:ext>
                </a:extLst>
              </a:tr>
              <a:tr h="187943">
                <a:tc>
                  <a:txBody>
                    <a:bodyPr/>
                    <a:lstStyle/>
                    <a:p>
                      <a:pPr algn="l" fontAlgn="ctr"/>
                      <a:r>
                        <a:rPr lang="en-US" altLang="ko-KR" sz="700" b="1" i="0" u="none" strike="noStrike" smtClean="0">
                          <a:solidFill>
                            <a:srgbClr val="000000"/>
                          </a:solidFill>
                          <a:effectLst/>
                          <a:latin typeface="Times New Roman" pitchFamily="18" charset="0"/>
                          <a:ea typeface="맑은 고딕" panose="020B0503020000020004" pitchFamily="34" charset="-127"/>
                          <a:cs typeface="Times New Roman" pitchFamily="18" charset="0"/>
                        </a:rPr>
                        <a:t>Số</a:t>
                      </a:r>
                      <a:r>
                        <a:rPr lang="en-US" altLang="ko-KR" sz="700" b="1" i="0" u="none" strike="noStrike" baseline="0" smtClean="0">
                          <a:solidFill>
                            <a:srgbClr val="000000"/>
                          </a:solidFill>
                          <a:effectLst/>
                          <a:latin typeface="Times New Roman" pitchFamily="18" charset="0"/>
                          <a:ea typeface="맑은 고딕" panose="020B0503020000020004" pitchFamily="34" charset="-127"/>
                          <a:cs typeface="Times New Roman" pitchFamily="18" charset="0"/>
                        </a:rPr>
                        <a:t> tiền xử lý sử dụng</a:t>
                      </a:r>
                      <a:endParaRPr lang="ko-KR" altLang="en-US" sz="700" b="1"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100,000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50,000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677613152"/>
                  </a:ext>
                </a:extLst>
              </a:tr>
              <a:tr h="187943">
                <a:tc>
                  <a:txBody>
                    <a:bodyPr/>
                    <a:lstStyle/>
                    <a:p>
                      <a:pPr algn="l" fontAlgn="ctr"/>
                      <a:r>
                        <a:rPr lang="en-US" altLang="ko-KR" sz="900" b="1" i="0" u="none" strike="noStrike" smtClean="0">
                          <a:solidFill>
                            <a:srgbClr val="000000"/>
                          </a:solidFill>
                          <a:effectLst/>
                          <a:latin typeface="Times New Roman" pitchFamily="18" charset="0"/>
                          <a:ea typeface="맑은 고딕" panose="020B0503020000020004" pitchFamily="34" charset="-127"/>
                          <a:cs typeface="Times New Roman" pitchFamily="18" charset="0"/>
                        </a:rPr>
                        <a:t>Số</a:t>
                      </a:r>
                      <a:r>
                        <a:rPr lang="en-US" altLang="ko-KR" sz="900" b="1" i="0" u="none" strike="noStrike" baseline="0" smtClean="0">
                          <a:solidFill>
                            <a:srgbClr val="000000"/>
                          </a:solidFill>
                          <a:effectLst/>
                          <a:latin typeface="Times New Roman" pitchFamily="18" charset="0"/>
                          <a:ea typeface="맑은 고딕" panose="020B0503020000020004" pitchFamily="34" charset="-127"/>
                          <a:cs typeface="Times New Roman" pitchFamily="18" charset="0"/>
                        </a:rPr>
                        <a:t> vé bán</a:t>
                      </a:r>
                      <a:endParaRPr lang="ko-KR" altLang="en-US" sz="900" b="1"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80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30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715718042"/>
                  </a:ext>
                </a:extLst>
              </a:tr>
              <a:tr h="187943">
                <a:tc>
                  <a:txBody>
                    <a:bodyPr/>
                    <a:lstStyle/>
                    <a:p>
                      <a:pPr algn="l" fontAlgn="ctr"/>
                      <a:r>
                        <a:rPr lang="en-US" altLang="ko-KR" sz="800" b="1" i="0" u="none" strike="noStrike" smtClean="0">
                          <a:solidFill>
                            <a:srgbClr val="000000"/>
                          </a:solidFill>
                          <a:effectLst/>
                          <a:latin typeface="Times New Roman" pitchFamily="18" charset="0"/>
                          <a:ea typeface="맑은 고딕" panose="020B0503020000020004" pitchFamily="34" charset="-127"/>
                          <a:cs typeface="Times New Roman" pitchFamily="18" charset="0"/>
                        </a:rPr>
                        <a:t>Số</a:t>
                      </a:r>
                      <a:r>
                        <a:rPr lang="en-US" altLang="ko-KR" sz="800" b="1" i="0" u="none" strike="noStrike" baseline="0" smtClean="0">
                          <a:solidFill>
                            <a:srgbClr val="000000"/>
                          </a:solidFill>
                          <a:effectLst/>
                          <a:latin typeface="Times New Roman" pitchFamily="18" charset="0"/>
                          <a:ea typeface="맑은 고딕" panose="020B0503020000020004" pitchFamily="34" charset="-127"/>
                          <a:cs typeface="Times New Roman" pitchFamily="18" charset="0"/>
                        </a:rPr>
                        <a:t> vé xử lý sử dụng</a:t>
                      </a:r>
                      <a:endParaRPr lang="ko-KR" altLang="en-US" sz="800" b="1"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20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dirty="0">
                          <a:solidFill>
                            <a:srgbClr val="000000"/>
                          </a:solidFill>
                          <a:effectLst/>
                          <a:latin typeface="Times New Roman" pitchFamily="18" charset="0"/>
                          <a:ea typeface="맑은 고딕" panose="020B0503020000020004" pitchFamily="34" charset="-127"/>
                          <a:cs typeface="Times New Roman" pitchFamily="18" charset="0"/>
                        </a:rPr>
                        <a:t>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dirty="0">
                          <a:solidFill>
                            <a:srgbClr val="000000"/>
                          </a:solidFill>
                          <a:effectLst/>
                          <a:latin typeface="Times New Roman" pitchFamily="18" charset="0"/>
                          <a:ea typeface="맑은 고딕" panose="020B0503020000020004" pitchFamily="34" charset="-127"/>
                          <a:cs typeface="Times New Roman" pitchFamily="18" charset="0"/>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87530513"/>
                  </a:ext>
                </a:extLst>
              </a:tr>
            </a:tbl>
          </a:graphicData>
        </a:graphic>
      </p:graphicFrame>
      <p:sp>
        <p:nvSpPr>
          <p:cNvPr id="28" name="TextBox 27">
            <a:extLst>
              <a:ext uri="{FF2B5EF4-FFF2-40B4-BE49-F238E27FC236}">
                <a16:creationId xmlns="" xmlns:a16="http://schemas.microsoft.com/office/drawing/2014/main" id="{CECE46D1-53F5-5448-BB1C-2AE0AE4C7E30}"/>
              </a:ext>
            </a:extLst>
          </p:cNvPr>
          <p:cNvSpPr txBox="1"/>
          <p:nvPr/>
        </p:nvSpPr>
        <p:spPr>
          <a:xfrm>
            <a:off x="468040" y="3282031"/>
            <a:ext cx="1244600" cy="261610"/>
          </a:xfrm>
          <a:prstGeom prst="rect">
            <a:avLst/>
          </a:prstGeom>
          <a:noFill/>
        </p:spPr>
        <p:txBody>
          <a:bodyPr wrap="square" rtlCol="0">
            <a:spAutoFit/>
          </a:bodyPr>
          <a:lstStyle/>
          <a:p>
            <a:r>
              <a:rPr lang="en-US" altLang="ko-KR" sz="1100" b="1" smtClean="0">
                <a:latin typeface="Times New Roman" pitchFamily="18" charset="0"/>
                <a:ea typeface="Nanum Gothic" panose="020D0604000000000000" pitchFamily="34" charset="-127"/>
                <a:cs typeface="Times New Roman" pitchFamily="18" charset="0"/>
              </a:rPr>
              <a:t>Tình hình bán vé</a:t>
            </a:r>
            <a:endParaRPr lang="ko-KR" altLang="en-US" sz="1100" b="1" dirty="0">
              <a:latin typeface="Times New Roman" pitchFamily="18" charset="0"/>
              <a:ea typeface="Nanum Gothic" panose="020D0604000000000000" pitchFamily="34" charset="-127"/>
              <a:cs typeface="Times New Roman" pitchFamily="18" charset="0"/>
            </a:endParaRPr>
          </a:p>
        </p:txBody>
      </p:sp>
      <p:cxnSp>
        <p:nvCxnSpPr>
          <p:cNvPr id="29" name="직선 연결선[R] 28">
            <a:extLst>
              <a:ext uri="{FF2B5EF4-FFF2-40B4-BE49-F238E27FC236}">
                <a16:creationId xmlns="" xmlns:a16="http://schemas.microsoft.com/office/drawing/2014/main" id="{5329E78E-54F2-274B-98B4-27D284B70B59}"/>
              </a:ext>
            </a:extLst>
          </p:cNvPr>
          <p:cNvCxnSpPr>
            <a:cxnSpLocks/>
          </p:cNvCxnSpPr>
          <p:nvPr/>
        </p:nvCxnSpPr>
        <p:spPr>
          <a:xfrm>
            <a:off x="503670" y="3540031"/>
            <a:ext cx="2595525" cy="2"/>
          </a:xfrm>
          <a:prstGeom prst="line">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 name="그룹 130">
            <a:extLst>
              <a:ext uri="{FF2B5EF4-FFF2-40B4-BE49-F238E27FC236}">
                <a16:creationId xmlns="" xmlns:a16="http://schemas.microsoft.com/office/drawing/2014/main" id="{912A4EC1-9F09-8640-9830-2DFDAE43995B}"/>
              </a:ext>
            </a:extLst>
          </p:cNvPr>
          <p:cNvGrpSpPr/>
          <p:nvPr/>
        </p:nvGrpSpPr>
        <p:grpSpPr>
          <a:xfrm>
            <a:off x="337529" y="1628800"/>
            <a:ext cx="3042189" cy="3976368"/>
            <a:chOff x="416496" y="1396849"/>
            <a:chExt cx="3223714" cy="3976368"/>
          </a:xfrm>
        </p:grpSpPr>
        <p:sp>
          <p:nvSpPr>
            <p:cNvPr id="5" name="직사각형 4">
              <a:extLst>
                <a:ext uri="{FF2B5EF4-FFF2-40B4-BE49-F238E27FC236}">
                  <a16:creationId xmlns="" xmlns:a16="http://schemas.microsoft.com/office/drawing/2014/main" id="{E691AB19-AD0F-1C43-AFC2-E9E77FCAABCA}"/>
                </a:ext>
              </a:extLst>
            </p:cNvPr>
            <p:cNvSpPr/>
            <p:nvPr/>
          </p:nvSpPr>
          <p:spPr>
            <a:xfrm>
              <a:off x="421307" y="1820649"/>
              <a:ext cx="3218903" cy="3552568"/>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700">
                <a:solidFill>
                  <a:schemeClr val="tx1"/>
                </a:solidFill>
                <a:latin typeface="Times New Roman" pitchFamily="18" charset="0"/>
                <a:ea typeface="Nanum Gothic" panose="020D0604000000000000" pitchFamily="34" charset="-127"/>
                <a:cs typeface="Times New Roman" pitchFamily="18" charset="0"/>
              </a:endParaRPr>
            </a:p>
          </p:txBody>
        </p:sp>
        <p:sp>
          <p:nvSpPr>
            <p:cNvPr id="7" name="직사각형 6">
              <a:extLst>
                <a:ext uri="{FF2B5EF4-FFF2-40B4-BE49-F238E27FC236}">
                  <a16:creationId xmlns="" xmlns:a16="http://schemas.microsoft.com/office/drawing/2014/main" id="{22D77B39-C9F5-7F40-9158-357B411E9848}"/>
                </a:ext>
              </a:extLst>
            </p:cNvPr>
            <p:cNvSpPr/>
            <p:nvPr/>
          </p:nvSpPr>
          <p:spPr>
            <a:xfrm>
              <a:off x="1375776" y="1484784"/>
              <a:ext cx="2174550" cy="254981"/>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ko-KR" altLang="en-US" sz="1050" smtClean="0">
                  <a:solidFill>
                    <a:schemeClr val="tx1"/>
                  </a:solidFill>
                  <a:latin typeface="Times New Roman" pitchFamily="18" charset="0"/>
                  <a:ea typeface="Nanum Gothic" panose="020D0604000000000000" pitchFamily="34" charset="-127"/>
                  <a:cs typeface="Times New Roman" pitchFamily="18" charset="0"/>
                </a:rPr>
                <a:t>홍길동 </a:t>
              </a:r>
              <a:r>
                <a:rPr lang="en-US" altLang="ko-KR" sz="1050" smtClean="0">
                  <a:solidFill>
                    <a:srgbClr val="FF0000"/>
                  </a:solidFill>
                  <a:latin typeface="Times New Roman" pitchFamily="18" charset="0"/>
                  <a:ea typeface="Nanum Gothic" panose="020D0604000000000000" pitchFamily="34" charset="-127"/>
                  <a:cs typeface="Times New Roman" pitchFamily="18" charset="0"/>
                </a:rPr>
                <a:t>(name)</a:t>
              </a:r>
              <a:endParaRPr lang="ko-KR" altLang="en-US" sz="1050" dirty="0">
                <a:solidFill>
                  <a:srgbClr val="FF0000"/>
                </a:solidFill>
                <a:latin typeface="Times New Roman" pitchFamily="18" charset="0"/>
                <a:ea typeface="Nanum Gothic" panose="020D0604000000000000" pitchFamily="34" charset="-127"/>
                <a:cs typeface="Times New Roman" pitchFamily="18" charset="0"/>
              </a:endParaRPr>
            </a:p>
          </p:txBody>
        </p:sp>
        <p:pic>
          <p:nvPicPr>
            <p:cNvPr id="8" name="그림 7">
              <a:extLst>
                <a:ext uri="{FF2B5EF4-FFF2-40B4-BE49-F238E27FC236}">
                  <a16:creationId xmlns="" xmlns:a16="http://schemas.microsoft.com/office/drawing/2014/main" id="{3665BFCD-5B1F-544D-82D8-73C3FA5E95C4}"/>
                </a:ext>
              </a:extLst>
            </p:cNvPr>
            <p:cNvPicPr>
              <a:picLocks noChangeAspect="1"/>
            </p:cNvPicPr>
            <p:nvPr/>
          </p:nvPicPr>
          <p:blipFill>
            <a:blip r:embed="rId3" cstate="print"/>
            <a:stretch>
              <a:fillRect/>
            </a:stretch>
          </p:blipFill>
          <p:spPr>
            <a:xfrm>
              <a:off x="3268551" y="1519608"/>
              <a:ext cx="196891" cy="196891"/>
            </a:xfrm>
            <a:prstGeom prst="rect">
              <a:avLst/>
            </a:prstGeom>
          </p:spPr>
        </p:pic>
        <p:grpSp>
          <p:nvGrpSpPr>
            <p:cNvPr id="4" name="그룹 129">
              <a:extLst>
                <a:ext uri="{FF2B5EF4-FFF2-40B4-BE49-F238E27FC236}">
                  <a16:creationId xmlns="" xmlns:a16="http://schemas.microsoft.com/office/drawing/2014/main" id="{EB0C7686-9331-7942-974E-03E992FC92B9}"/>
                </a:ext>
              </a:extLst>
            </p:cNvPr>
            <p:cNvGrpSpPr/>
            <p:nvPr/>
          </p:nvGrpSpPr>
          <p:grpSpPr>
            <a:xfrm>
              <a:off x="507667" y="1517217"/>
              <a:ext cx="864167" cy="185628"/>
              <a:chOff x="507667" y="1517217"/>
              <a:chExt cx="864167" cy="185628"/>
            </a:xfrm>
          </p:grpSpPr>
          <p:sp>
            <p:nvSpPr>
              <p:cNvPr id="33" name="TextBox 32">
                <a:extLst>
                  <a:ext uri="{FF2B5EF4-FFF2-40B4-BE49-F238E27FC236}">
                    <a16:creationId xmlns="" xmlns:a16="http://schemas.microsoft.com/office/drawing/2014/main" id="{B685C3C0-D296-2D45-9DE1-8C4430B22C3D}"/>
                  </a:ext>
                </a:extLst>
              </p:cNvPr>
              <p:cNvSpPr txBox="1"/>
              <p:nvPr/>
            </p:nvSpPr>
            <p:spPr>
              <a:xfrm>
                <a:off x="507667" y="1518179"/>
                <a:ext cx="185492" cy="184666"/>
              </a:xfrm>
              <a:prstGeom prst="rect">
                <a:avLst/>
              </a:prstGeom>
              <a:solidFill>
                <a:srgbClr val="C00000"/>
              </a:solidFill>
            </p:spPr>
            <p:txBody>
              <a:bodyPr wrap="square" lIns="36000" tIns="0" rIns="36000" bIns="0" rtlCol="0">
                <a:spAutoFit/>
              </a:bodyPr>
              <a:lstStyle/>
              <a:p>
                <a:pPr algn="ctr"/>
                <a:r>
                  <a:rPr lang="en-US" altLang="ko-KR" sz="1200" b="1" dirty="0">
                    <a:solidFill>
                      <a:schemeClr val="bg1"/>
                    </a:solidFill>
                    <a:latin typeface="Times New Roman" pitchFamily="18" charset="0"/>
                    <a:ea typeface="Nanum Gothic" panose="020D0604000000000000" pitchFamily="34" charset="-127"/>
                    <a:cs typeface="Times New Roman" pitchFamily="18" charset="0"/>
                  </a:rPr>
                  <a:t>T</a:t>
                </a:r>
                <a:endParaRPr lang="ko-KR" altLang="en-US" sz="1200" b="1" dirty="0">
                  <a:solidFill>
                    <a:schemeClr val="bg1"/>
                  </a:solidFill>
                  <a:latin typeface="Times New Roman" pitchFamily="18" charset="0"/>
                  <a:ea typeface="Nanum Gothic" panose="020D0604000000000000" pitchFamily="34" charset="-127"/>
                  <a:cs typeface="Times New Roman" pitchFamily="18" charset="0"/>
                </a:endParaRPr>
              </a:p>
            </p:txBody>
          </p:sp>
          <p:sp>
            <p:nvSpPr>
              <p:cNvPr id="34" name="TextBox 33">
                <a:extLst>
                  <a:ext uri="{FF2B5EF4-FFF2-40B4-BE49-F238E27FC236}">
                    <a16:creationId xmlns="" xmlns:a16="http://schemas.microsoft.com/office/drawing/2014/main" id="{5902DF24-D42E-6049-8F75-6C08120B3D3A}"/>
                  </a:ext>
                </a:extLst>
              </p:cNvPr>
              <p:cNvSpPr txBox="1"/>
              <p:nvPr/>
            </p:nvSpPr>
            <p:spPr>
              <a:xfrm>
                <a:off x="591179" y="1517217"/>
                <a:ext cx="780655" cy="184666"/>
              </a:xfrm>
              <a:prstGeom prst="rect">
                <a:avLst/>
              </a:prstGeom>
              <a:noFill/>
            </p:spPr>
            <p:txBody>
              <a:bodyPr wrap="square" lIns="36000" tIns="0" rIns="36000" bIns="0" rtlCol="0">
                <a:spAutoFit/>
              </a:bodyPr>
              <a:lstStyle/>
              <a:p>
                <a:pPr algn="ctr"/>
                <a:r>
                  <a:rPr lang="en-US" altLang="ko-KR" sz="1200" b="1" dirty="0">
                    <a:latin typeface="Times New Roman" pitchFamily="18" charset="0"/>
                    <a:ea typeface="Nanum Gothic" panose="020D0604000000000000" pitchFamily="34" charset="-127"/>
                    <a:cs typeface="Times New Roman" pitchFamily="18" charset="0"/>
                  </a:rPr>
                  <a:t>BRIDGE</a:t>
                </a:r>
                <a:endParaRPr lang="ko-KR" altLang="en-US" sz="1200" b="1" dirty="0">
                  <a:latin typeface="Times New Roman" pitchFamily="18" charset="0"/>
                  <a:ea typeface="Nanum Gothic" panose="020D0604000000000000" pitchFamily="34" charset="-127"/>
                  <a:cs typeface="Times New Roman" pitchFamily="18" charset="0"/>
                </a:endParaRPr>
              </a:p>
            </p:txBody>
          </p:sp>
        </p:grpSp>
        <p:sp>
          <p:nvSpPr>
            <p:cNvPr id="35" name="직사각형 34">
              <a:extLst>
                <a:ext uri="{FF2B5EF4-FFF2-40B4-BE49-F238E27FC236}">
                  <a16:creationId xmlns="" xmlns:a16="http://schemas.microsoft.com/office/drawing/2014/main" id="{EA6FFC61-F960-8547-ABA7-8D1899008F52}"/>
                </a:ext>
              </a:extLst>
            </p:cNvPr>
            <p:cNvSpPr/>
            <p:nvPr/>
          </p:nvSpPr>
          <p:spPr>
            <a:xfrm>
              <a:off x="416496" y="1396849"/>
              <a:ext cx="3223713" cy="42380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700">
                <a:solidFill>
                  <a:schemeClr val="tx1"/>
                </a:solidFill>
                <a:latin typeface="Times New Roman" pitchFamily="18" charset="0"/>
                <a:ea typeface="Nanum Gothic" panose="020D0604000000000000" pitchFamily="34" charset="-127"/>
                <a:cs typeface="Times New Roman" pitchFamily="18" charset="0"/>
              </a:endParaRPr>
            </a:p>
          </p:txBody>
        </p:sp>
        <p:sp>
          <p:nvSpPr>
            <p:cNvPr id="59" name="타원 58">
              <a:extLst>
                <a:ext uri="{FF2B5EF4-FFF2-40B4-BE49-F238E27FC236}">
                  <a16:creationId xmlns="" xmlns:a16="http://schemas.microsoft.com/office/drawing/2014/main" id="{CB3B88E1-0893-3D4F-85FC-74AB2F3F90C3}"/>
                </a:ext>
              </a:extLst>
            </p:cNvPr>
            <p:cNvSpPr/>
            <p:nvPr/>
          </p:nvSpPr>
          <p:spPr>
            <a:xfrm>
              <a:off x="3060054" y="1512353"/>
              <a:ext cx="184846" cy="184846"/>
            </a:xfrm>
            <a:prstGeom prst="ellipse">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ko-KR" sz="1000" dirty="0">
                  <a:solidFill>
                    <a:schemeClr val="tx1"/>
                  </a:solidFill>
                  <a:latin typeface="Times New Roman" pitchFamily="18" charset="0"/>
                  <a:ea typeface="Nanum Gothic" panose="020D0604000000000000" pitchFamily="34" charset="-127"/>
                  <a:cs typeface="Times New Roman" pitchFamily="18" charset="0"/>
                </a:rPr>
                <a:t>X</a:t>
              </a:r>
              <a:endParaRPr kumimoji="1" lang="ko-KR" altLang="en-US" sz="1000" dirty="0">
                <a:solidFill>
                  <a:schemeClr val="tx1"/>
                </a:solidFill>
                <a:latin typeface="Times New Roman" pitchFamily="18" charset="0"/>
                <a:ea typeface="Nanum Gothic" panose="020D0604000000000000" pitchFamily="34" charset="-127"/>
                <a:cs typeface="Times New Roman" pitchFamily="18" charset="0"/>
              </a:endParaRPr>
            </a:p>
          </p:txBody>
        </p:sp>
      </p:grpSp>
      <p:sp>
        <p:nvSpPr>
          <p:cNvPr id="96" name="직사각형 95">
            <a:extLst>
              <a:ext uri="{FF2B5EF4-FFF2-40B4-BE49-F238E27FC236}">
                <a16:creationId xmlns="" xmlns:a16="http://schemas.microsoft.com/office/drawing/2014/main" id="{89B9F063-5A42-7647-B715-69FDCF137D34}"/>
              </a:ext>
            </a:extLst>
          </p:cNvPr>
          <p:cNvSpPr/>
          <p:nvPr/>
        </p:nvSpPr>
        <p:spPr>
          <a:xfrm>
            <a:off x="3653796" y="1628800"/>
            <a:ext cx="2862593" cy="4696447"/>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sp>
        <p:nvSpPr>
          <p:cNvPr id="97" name="직사각형 96">
            <a:extLst>
              <a:ext uri="{FF2B5EF4-FFF2-40B4-BE49-F238E27FC236}">
                <a16:creationId xmlns="" xmlns:a16="http://schemas.microsoft.com/office/drawing/2014/main" id="{255CE196-4FEE-3844-84FE-137BB272776D}"/>
              </a:ext>
            </a:extLst>
          </p:cNvPr>
          <p:cNvSpPr/>
          <p:nvPr/>
        </p:nvSpPr>
        <p:spPr>
          <a:xfrm>
            <a:off x="3757042" y="2494936"/>
            <a:ext cx="2577099" cy="771621"/>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sp>
        <p:nvSpPr>
          <p:cNvPr id="98" name="직사각형 97">
            <a:extLst>
              <a:ext uri="{FF2B5EF4-FFF2-40B4-BE49-F238E27FC236}">
                <a16:creationId xmlns="" xmlns:a16="http://schemas.microsoft.com/office/drawing/2014/main" id="{002DD6CF-1EFF-814B-ADFC-159969CFE35B}"/>
              </a:ext>
            </a:extLst>
          </p:cNvPr>
          <p:cNvSpPr/>
          <p:nvPr/>
        </p:nvSpPr>
        <p:spPr>
          <a:xfrm>
            <a:off x="3858151" y="2904023"/>
            <a:ext cx="2432385" cy="28184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a:t>
            </a: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Mọi lúc</a:t>
            </a:r>
            <a:r>
              <a:rPr lang="ko-KR" altLang="en-US" sz="1000" b="1" smtClean="0">
                <a:solidFill>
                  <a:schemeClr val="tx1"/>
                </a:solidFill>
                <a:latin typeface="Times New Roman" pitchFamily="18" charset="0"/>
                <a:ea typeface="Nanum Gothic" panose="020D0604000000000000" pitchFamily="34" charset="-127"/>
                <a:cs typeface="Times New Roman" pitchFamily="18" charset="0"/>
              </a:rPr>
              <a:t> </a:t>
            </a: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#Toàn bộ kênh</a:t>
            </a:r>
            <a:r>
              <a:rPr lang="ko-KR" altLang="en-US" sz="1000" b="1" smtClean="0">
                <a:solidFill>
                  <a:schemeClr val="tx1"/>
                </a:solidFill>
                <a:latin typeface="Times New Roman" pitchFamily="18" charset="0"/>
                <a:ea typeface="Nanum Gothic" panose="020D0604000000000000" pitchFamily="34" charset="-127"/>
                <a:cs typeface="Times New Roman" pitchFamily="18" charset="0"/>
              </a:rPr>
              <a:t>  </a:t>
            </a: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#Toàn bộ NCC</a:t>
            </a:r>
            <a:endParaRPr lang="ko-KR" altLang="en-US" sz="1000" b="1" dirty="0">
              <a:solidFill>
                <a:schemeClr val="tx1"/>
              </a:solidFill>
              <a:latin typeface="Times New Roman" pitchFamily="18" charset="0"/>
              <a:ea typeface="Nanum Gothic" panose="020D0604000000000000" pitchFamily="34" charset="-127"/>
              <a:cs typeface="Times New Roman" pitchFamily="18" charset="0"/>
            </a:endParaRPr>
          </a:p>
        </p:txBody>
      </p:sp>
      <p:pic>
        <p:nvPicPr>
          <p:cNvPr id="99" name="그림 98">
            <a:extLst>
              <a:ext uri="{FF2B5EF4-FFF2-40B4-BE49-F238E27FC236}">
                <a16:creationId xmlns="" xmlns:a16="http://schemas.microsoft.com/office/drawing/2014/main" id="{AC33A32C-15F2-B644-920A-68528F0B1DCC}"/>
              </a:ext>
            </a:extLst>
          </p:cNvPr>
          <p:cNvPicPr>
            <a:picLocks noChangeAspect="1"/>
          </p:cNvPicPr>
          <p:nvPr/>
        </p:nvPicPr>
        <p:blipFill>
          <a:blip r:embed="rId4" cstate="print"/>
          <a:stretch>
            <a:fillRect/>
          </a:stretch>
        </p:blipFill>
        <p:spPr>
          <a:xfrm>
            <a:off x="3697555" y="1750293"/>
            <a:ext cx="185187" cy="223600"/>
          </a:xfrm>
          <a:prstGeom prst="rect">
            <a:avLst/>
          </a:prstGeom>
        </p:spPr>
      </p:pic>
      <p:sp>
        <p:nvSpPr>
          <p:cNvPr id="100" name="직사각형 99">
            <a:extLst>
              <a:ext uri="{FF2B5EF4-FFF2-40B4-BE49-F238E27FC236}">
                <a16:creationId xmlns="" xmlns:a16="http://schemas.microsoft.com/office/drawing/2014/main" id="{12B631BA-7E1A-174C-894F-7C7777CC58EF}"/>
              </a:ext>
            </a:extLst>
          </p:cNvPr>
          <p:cNvSpPr/>
          <p:nvPr/>
        </p:nvSpPr>
        <p:spPr>
          <a:xfrm>
            <a:off x="3773071" y="3644036"/>
            <a:ext cx="2627533" cy="116351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01" name="TextBox 2">
            <a:extLst>
              <a:ext uri="{FF2B5EF4-FFF2-40B4-BE49-F238E27FC236}">
                <a16:creationId xmlns="" xmlns:a16="http://schemas.microsoft.com/office/drawing/2014/main" id="{FCCB247E-251B-6D4E-BDE2-86D78A2DDF4D}"/>
              </a:ext>
            </a:extLst>
          </p:cNvPr>
          <p:cNvSpPr txBox="1"/>
          <p:nvPr/>
        </p:nvSpPr>
        <p:spPr>
          <a:xfrm>
            <a:off x="4309807" y="3670947"/>
            <a:ext cx="2027670" cy="1231106"/>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ko-KR" sz="800" b="1" smtClean="0">
                <a:latin typeface="Times New Roman" pitchFamily="18" charset="0"/>
                <a:ea typeface="Nanum Gothic" panose="020D0604000000000000" pitchFamily="34" charset="-127"/>
                <a:cs typeface="Times New Roman" pitchFamily="18" charset="0"/>
              </a:rPr>
              <a:t>T-Bridge</a:t>
            </a:r>
            <a:r>
              <a:rPr lang="ko-KR" altLang="en-US" sz="800" b="1" smtClean="0">
                <a:latin typeface="Times New Roman" pitchFamily="18" charset="0"/>
                <a:ea typeface="Nanum Gothic" panose="020D0604000000000000" pitchFamily="34" charset="-127"/>
                <a:cs typeface="Times New Roman" pitchFamily="18" charset="0"/>
              </a:rPr>
              <a:t> </a:t>
            </a:r>
            <a:r>
              <a:rPr lang="en-US" altLang="ko-KR" sz="800" b="1" dirty="0">
                <a:latin typeface="Times New Roman" pitchFamily="18" charset="0"/>
                <a:ea typeface="Nanum Gothic" panose="020D0604000000000000" pitchFamily="34" charset="-127"/>
                <a:cs typeface="Times New Roman" pitchFamily="18" charset="0"/>
              </a:rPr>
              <a:t>: T123CD123451</a:t>
            </a:r>
            <a:endParaRPr lang="ko-KR" altLang="en-US" sz="800" b="1" dirty="0">
              <a:latin typeface="Times New Roman" pitchFamily="18" charset="0"/>
              <a:ea typeface="Nanum Gothic" panose="020D0604000000000000" pitchFamily="34" charset="-127"/>
              <a:cs typeface="Times New Roman" pitchFamily="18" charset="0"/>
            </a:endParaRPr>
          </a:p>
          <a:p>
            <a:r>
              <a:rPr lang="en-US" altLang="ko-KR" sz="800" b="1" smtClean="0">
                <a:latin typeface="Times New Roman" pitchFamily="18" charset="0"/>
                <a:ea typeface="Nanum Gothic" panose="020D0604000000000000" pitchFamily="34" charset="-127"/>
                <a:cs typeface="Times New Roman" pitchFamily="18" charset="0"/>
              </a:rPr>
              <a:t>Gmarket : </a:t>
            </a:r>
            <a:r>
              <a:rPr lang="en-US" altLang="ko-KR" sz="800" b="1" dirty="0">
                <a:latin typeface="Times New Roman" pitchFamily="18" charset="0"/>
                <a:ea typeface="Nanum Gothic" panose="020D0604000000000000" pitchFamily="34" charset="-127"/>
                <a:cs typeface="Times New Roman" pitchFamily="18" charset="0"/>
              </a:rPr>
              <a:t>P0909_111</a:t>
            </a:r>
          </a:p>
          <a:p>
            <a:endParaRPr lang="en-US" altLang="ko-KR" sz="800" dirty="0">
              <a:latin typeface="Times New Roman" pitchFamily="18" charset="0"/>
              <a:ea typeface="Nanum Gothic" panose="020D0604000000000000" pitchFamily="34" charset="-127"/>
              <a:cs typeface="Times New Roman" pitchFamily="18" charset="0"/>
            </a:endParaRPr>
          </a:p>
          <a:p>
            <a:r>
              <a:rPr lang="ko-KR" altLang="en-US" sz="1000" dirty="0">
                <a:latin typeface="Times New Roman" pitchFamily="18" charset="0"/>
                <a:ea typeface="Nanum Gothic" panose="020D0604000000000000" pitchFamily="34" charset="-127"/>
                <a:cs typeface="Times New Roman" pitchFamily="18" charset="0"/>
              </a:rPr>
              <a:t>충주 </a:t>
            </a:r>
            <a:r>
              <a:rPr lang="ko-KR" altLang="en-US" sz="1000" dirty="0" err="1">
                <a:latin typeface="Times New Roman" pitchFamily="18" charset="0"/>
                <a:ea typeface="Nanum Gothic" panose="020D0604000000000000" pitchFamily="34" charset="-127"/>
                <a:cs typeface="Times New Roman" pitchFamily="18" charset="0"/>
              </a:rPr>
              <a:t>미노스랩</a:t>
            </a:r>
            <a:r>
              <a:rPr lang="ko-KR" altLang="en-US" sz="1000" dirty="0">
                <a:latin typeface="Times New Roman" pitchFamily="18" charset="0"/>
                <a:ea typeface="Nanum Gothic" panose="020D0604000000000000" pitchFamily="34" charset="-127"/>
                <a:cs typeface="Times New Roman" pitchFamily="18" charset="0"/>
              </a:rPr>
              <a:t> </a:t>
            </a:r>
            <a:r>
              <a:rPr lang="ko-KR" altLang="en-US" sz="1000" dirty="0" err="1">
                <a:latin typeface="Times New Roman" pitchFamily="18" charset="0"/>
                <a:ea typeface="Nanum Gothic" panose="020D0604000000000000" pitchFamily="34" charset="-127"/>
                <a:cs typeface="Times New Roman" pitchFamily="18" charset="0"/>
              </a:rPr>
              <a:t>힐링앤</a:t>
            </a:r>
            <a:r>
              <a:rPr lang="ko-KR" altLang="en-US" sz="1000" dirty="0">
                <a:latin typeface="Times New Roman" pitchFamily="18" charset="0"/>
                <a:ea typeface="Nanum Gothic" panose="020D0604000000000000" pitchFamily="34" charset="-127"/>
                <a:cs typeface="Times New Roman" pitchFamily="18" charset="0"/>
              </a:rPr>
              <a:t> </a:t>
            </a:r>
            <a:r>
              <a:rPr lang="ko-KR" altLang="en-US" sz="1000" dirty="0" err="1">
                <a:latin typeface="Times New Roman" pitchFamily="18" charset="0"/>
                <a:ea typeface="Nanum Gothic" panose="020D0604000000000000" pitchFamily="34" charset="-127"/>
                <a:cs typeface="Times New Roman" pitchFamily="18" charset="0"/>
              </a:rPr>
              <a:t>사조리조트</a:t>
            </a:r>
            <a:endParaRPr lang="en-US" altLang="ko-KR" sz="1000" dirty="0">
              <a:latin typeface="Times New Roman" pitchFamily="18" charset="0"/>
              <a:ea typeface="Nanum Gothic" panose="020D0604000000000000" pitchFamily="34" charset="-127"/>
              <a:cs typeface="Times New Roman" pitchFamily="18" charset="0"/>
            </a:endParaRPr>
          </a:p>
          <a:p>
            <a:r>
              <a:rPr lang="en-US" altLang="ko-KR" sz="1000" dirty="0">
                <a:latin typeface="Times New Roman" pitchFamily="18" charset="0"/>
                <a:ea typeface="Nanum Gothic" panose="020D0604000000000000" pitchFamily="34" charset="-127"/>
                <a:cs typeface="Times New Roman" pitchFamily="18" charset="0"/>
              </a:rPr>
              <a:t>89.25M </a:t>
            </a:r>
            <a:r>
              <a:rPr lang="ko-KR" altLang="en-US" sz="1000" dirty="0">
                <a:latin typeface="Times New Roman" pitchFamily="18" charset="0"/>
                <a:ea typeface="Nanum Gothic" panose="020D0604000000000000" pitchFamily="34" charset="-127"/>
                <a:cs typeface="Times New Roman" pitchFamily="18" charset="0"/>
              </a:rPr>
              <a:t>객실 </a:t>
            </a:r>
            <a:r>
              <a:rPr lang="en-US" altLang="ko-KR" sz="1000" dirty="0">
                <a:latin typeface="Times New Roman" pitchFamily="18" charset="0"/>
                <a:ea typeface="Nanum Gothic" panose="020D0604000000000000" pitchFamily="34" charset="-127"/>
                <a:cs typeface="Times New Roman" pitchFamily="18" charset="0"/>
              </a:rPr>
              <a:t>1</a:t>
            </a:r>
            <a:r>
              <a:rPr lang="ko-KR" altLang="en-US" sz="1000" dirty="0">
                <a:latin typeface="Times New Roman" pitchFamily="18" charset="0"/>
                <a:ea typeface="Nanum Gothic" panose="020D0604000000000000" pitchFamily="34" charset="-127"/>
                <a:cs typeface="Times New Roman" pitchFamily="18" charset="0"/>
              </a:rPr>
              <a:t>박</a:t>
            </a:r>
            <a:endParaRPr lang="en-US" altLang="ko-KR" sz="1000" dirty="0">
              <a:latin typeface="Times New Roman" pitchFamily="18" charset="0"/>
              <a:ea typeface="Nanum Gothic" panose="020D0604000000000000" pitchFamily="34" charset="-127"/>
              <a:cs typeface="Times New Roman" pitchFamily="18" charset="0"/>
            </a:endParaRPr>
          </a:p>
          <a:p>
            <a:r>
              <a:rPr lang="ko-KR" altLang="en-US" sz="1000" b="1" dirty="0">
                <a:solidFill>
                  <a:srgbClr val="0070C0"/>
                </a:solidFill>
                <a:latin typeface="Times New Roman" pitchFamily="18" charset="0"/>
                <a:ea typeface="Nanum Gothic" panose="020D0604000000000000" pitchFamily="34" charset="-127"/>
                <a:cs typeface="Times New Roman" pitchFamily="18" charset="0"/>
              </a:rPr>
              <a:t>홍길동</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[ 010-222-2222</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a:t>
            </a:r>
          </a:p>
          <a:p>
            <a:r>
              <a:rPr lang="en-US" altLang="ko-KR" sz="1000" smtClean="0">
                <a:latin typeface="Times New Roman" pitchFamily="18" charset="0"/>
                <a:ea typeface="Nanum Gothic" panose="020D0604000000000000" pitchFamily="34" charset="-127"/>
                <a:cs typeface="Times New Roman" pitchFamily="18" charset="0"/>
              </a:rPr>
              <a:t>Ngày mua</a:t>
            </a:r>
            <a:r>
              <a:rPr lang="ko-KR" altLang="en-US" sz="1000" smtClean="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 2020-02-01 </a:t>
            </a:r>
          </a:p>
        </p:txBody>
      </p:sp>
      <p:sp>
        <p:nvSpPr>
          <p:cNvPr id="102" name="직사각형 101">
            <a:extLst>
              <a:ext uri="{FF2B5EF4-FFF2-40B4-BE49-F238E27FC236}">
                <a16:creationId xmlns="" xmlns:a16="http://schemas.microsoft.com/office/drawing/2014/main" id="{276CE8E4-B4E1-E349-8715-BFD0B5B40613}"/>
              </a:ext>
            </a:extLst>
          </p:cNvPr>
          <p:cNvSpPr/>
          <p:nvPr/>
        </p:nvSpPr>
        <p:spPr>
          <a:xfrm>
            <a:off x="3968677" y="4011896"/>
            <a:ext cx="205161" cy="24771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03" name="직사각형 102">
            <a:extLst>
              <a:ext uri="{FF2B5EF4-FFF2-40B4-BE49-F238E27FC236}">
                <a16:creationId xmlns="" xmlns:a16="http://schemas.microsoft.com/office/drawing/2014/main" id="{5827E1D3-2F2C-6542-87C5-095B8F73743E}"/>
              </a:ext>
            </a:extLst>
          </p:cNvPr>
          <p:cNvSpPr/>
          <p:nvPr/>
        </p:nvSpPr>
        <p:spPr>
          <a:xfrm>
            <a:off x="3858151" y="2561328"/>
            <a:ext cx="2432385" cy="285179"/>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ko-KR" altLang="en-US" sz="1000" dirty="0">
                <a:solidFill>
                  <a:schemeClr val="tx1"/>
                </a:solidFill>
                <a:latin typeface="Times New Roman" pitchFamily="18" charset="0"/>
                <a:ea typeface="Nanum Gothic" panose="020D0604000000000000" pitchFamily="34" charset="-127"/>
                <a:cs typeface="Times New Roman" pitchFamily="18" charset="0"/>
              </a:rPr>
              <a:t>홍길동</a:t>
            </a:r>
          </a:p>
        </p:txBody>
      </p:sp>
      <p:pic>
        <p:nvPicPr>
          <p:cNvPr id="104" name="그림 103">
            <a:extLst>
              <a:ext uri="{FF2B5EF4-FFF2-40B4-BE49-F238E27FC236}">
                <a16:creationId xmlns="" xmlns:a16="http://schemas.microsoft.com/office/drawing/2014/main" id="{9C25A317-2276-2D43-BDB3-6E1E9AAFE672}"/>
              </a:ext>
            </a:extLst>
          </p:cNvPr>
          <p:cNvPicPr>
            <a:picLocks noChangeAspect="1"/>
          </p:cNvPicPr>
          <p:nvPr/>
        </p:nvPicPr>
        <p:blipFill>
          <a:blip r:embed="rId5" cstate="print"/>
          <a:stretch>
            <a:fillRect/>
          </a:stretch>
        </p:blipFill>
        <p:spPr>
          <a:xfrm>
            <a:off x="6066577" y="2616099"/>
            <a:ext cx="181793" cy="191390"/>
          </a:xfrm>
          <a:prstGeom prst="rect">
            <a:avLst/>
          </a:prstGeom>
        </p:spPr>
      </p:pic>
      <p:sp>
        <p:nvSpPr>
          <p:cNvPr id="105" name="직사각형 104">
            <a:extLst>
              <a:ext uri="{FF2B5EF4-FFF2-40B4-BE49-F238E27FC236}">
                <a16:creationId xmlns="" xmlns:a16="http://schemas.microsoft.com/office/drawing/2014/main" id="{2FEFDC85-3527-2A41-B37A-952C92159B90}"/>
              </a:ext>
            </a:extLst>
          </p:cNvPr>
          <p:cNvSpPr/>
          <p:nvPr/>
        </p:nvSpPr>
        <p:spPr>
          <a:xfrm>
            <a:off x="3773071" y="4913307"/>
            <a:ext cx="2627533" cy="116351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06" name="TextBox 2">
            <a:extLst>
              <a:ext uri="{FF2B5EF4-FFF2-40B4-BE49-F238E27FC236}">
                <a16:creationId xmlns="" xmlns:a16="http://schemas.microsoft.com/office/drawing/2014/main" id="{807CCBA4-8C00-9D4A-8D0B-2AEB62696564}"/>
              </a:ext>
            </a:extLst>
          </p:cNvPr>
          <p:cNvSpPr txBox="1"/>
          <p:nvPr/>
        </p:nvSpPr>
        <p:spPr>
          <a:xfrm>
            <a:off x="4309807" y="4940218"/>
            <a:ext cx="2027670" cy="1077218"/>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ko-KR" sz="800" b="1" smtClean="0">
                <a:latin typeface="Times New Roman" pitchFamily="18" charset="0"/>
                <a:ea typeface="Nanum Gothic" panose="020D0604000000000000" pitchFamily="34" charset="-127"/>
                <a:cs typeface="Times New Roman" pitchFamily="18" charset="0"/>
              </a:rPr>
              <a:t>T-Bridge</a:t>
            </a:r>
            <a:r>
              <a:rPr lang="ko-KR" altLang="en-US" sz="800" b="1" smtClean="0">
                <a:latin typeface="Times New Roman" pitchFamily="18" charset="0"/>
                <a:ea typeface="Nanum Gothic" panose="020D0604000000000000" pitchFamily="34" charset="-127"/>
                <a:cs typeface="Times New Roman" pitchFamily="18" charset="0"/>
              </a:rPr>
              <a:t> </a:t>
            </a:r>
            <a:r>
              <a:rPr lang="en-US" altLang="ko-KR" sz="800" b="1" dirty="0">
                <a:latin typeface="Times New Roman" pitchFamily="18" charset="0"/>
                <a:ea typeface="Nanum Gothic" panose="020D0604000000000000" pitchFamily="34" charset="-127"/>
                <a:cs typeface="Times New Roman" pitchFamily="18" charset="0"/>
              </a:rPr>
              <a:t>: T123CD123451</a:t>
            </a:r>
            <a:endParaRPr lang="ko-KR" altLang="en-US" sz="800" b="1" dirty="0">
              <a:latin typeface="Times New Roman" pitchFamily="18" charset="0"/>
              <a:ea typeface="Nanum Gothic" panose="020D0604000000000000" pitchFamily="34" charset="-127"/>
              <a:cs typeface="Times New Roman" pitchFamily="18" charset="0"/>
            </a:endParaRPr>
          </a:p>
          <a:p>
            <a:r>
              <a:rPr lang="en-US" altLang="ko-KR" sz="800" b="1" smtClean="0">
                <a:latin typeface="Times New Roman" pitchFamily="18" charset="0"/>
                <a:ea typeface="Nanum Gothic" panose="020D0604000000000000" pitchFamily="34" charset="-127"/>
                <a:cs typeface="Times New Roman" pitchFamily="18" charset="0"/>
              </a:rPr>
              <a:t>Gmarket</a:t>
            </a:r>
            <a:r>
              <a:rPr lang="ko-KR" altLang="en-US" sz="800" b="1" smtClean="0">
                <a:latin typeface="Times New Roman" pitchFamily="18" charset="0"/>
                <a:ea typeface="Nanum Gothic" panose="020D0604000000000000" pitchFamily="34" charset="-127"/>
                <a:cs typeface="Times New Roman" pitchFamily="18" charset="0"/>
              </a:rPr>
              <a:t> </a:t>
            </a:r>
            <a:r>
              <a:rPr lang="en-US" altLang="ko-KR" sz="800" b="1" dirty="0">
                <a:latin typeface="Times New Roman" pitchFamily="18" charset="0"/>
                <a:ea typeface="Nanum Gothic" panose="020D0604000000000000" pitchFamily="34" charset="-127"/>
                <a:cs typeface="Times New Roman" pitchFamily="18" charset="0"/>
              </a:rPr>
              <a:t>: P0909_111</a:t>
            </a:r>
          </a:p>
          <a:p>
            <a:endParaRPr lang="en-US" altLang="ko-KR" sz="800" dirty="0">
              <a:latin typeface="Times New Roman" pitchFamily="18" charset="0"/>
              <a:ea typeface="Nanum Gothic" panose="020D0604000000000000" pitchFamily="34" charset="-127"/>
              <a:cs typeface="Times New Roman" pitchFamily="18" charset="0"/>
            </a:endParaRPr>
          </a:p>
          <a:p>
            <a:r>
              <a:rPr lang="en-US" altLang="ko-KR" sz="1000" smtClean="0">
                <a:latin typeface="Times New Roman" pitchFamily="18" charset="0"/>
                <a:ea typeface="Nanum Gothic" panose="020D0604000000000000" pitchFamily="34" charset="-127"/>
                <a:cs typeface="Times New Roman" pitchFamily="18" charset="0"/>
              </a:rPr>
              <a:t>Tên sản phẩm</a:t>
            </a:r>
            <a:endParaRPr lang="en-US" altLang="ko-KR" sz="1000" dirty="0">
              <a:latin typeface="Times New Roman" pitchFamily="18" charset="0"/>
              <a:ea typeface="Nanum Gothic" panose="020D0604000000000000" pitchFamily="34" charset="-127"/>
              <a:cs typeface="Times New Roman" pitchFamily="18" charset="0"/>
            </a:endParaRPr>
          </a:p>
          <a:p>
            <a:r>
              <a:rPr lang="en-US" altLang="ko-KR" sz="1000" smtClean="0">
                <a:latin typeface="Times New Roman" pitchFamily="18" charset="0"/>
                <a:ea typeface="Nanum Gothic" panose="020D0604000000000000" pitchFamily="34" charset="-127"/>
                <a:cs typeface="Times New Roman" pitchFamily="18" charset="0"/>
              </a:rPr>
              <a:t>Tên option</a:t>
            </a:r>
            <a:endParaRPr lang="en-US" altLang="ko-KR" sz="1000" dirty="0">
              <a:latin typeface="Times New Roman" pitchFamily="18" charset="0"/>
              <a:ea typeface="Nanum Gothic" panose="020D0604000000000000" pitchFamily="34" charset="-127"/>
              <a:cs typeface="Times New Roman" pitchFamily="18" charset="0"/>
            </a:endParaRPr>
          </a:p>
          <a:p>
            <a:r>
              <a:rPr lang="ko-KR" altLang="en-US" sz="1000" b="1" dirty="0">
                <a:solidFill>
                  <a:srgbClr val="0070C0"/>
                </a:solidFill>
                <a:latin typeface="Times New Roman" pitchFamily="18" charset="0"/>
                <a:ea typeface="Nanum Gothic" panose="020D0604000000000000" pitchFamily="34" charset="-127"/>
                <a:cs typeface="Times New Roman" pitchFamily="18" charset="0"/>
              </a:rPr>
              <a:t>홍길동</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[ 010-222-2222</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a:t>
            </a:r>
          </a:p>
          <a:p>
            <a:r>
              <a:rPr lang="en-US" altLang="ko-KR" sz="1000" smtClean="0">
                <a:latin typeface="Times New Roman" pitchFamily="18" charset="0"/>
                <a:ea typeface="Nanum Gothic" panose="020D0604000000000000" pitchFamily="34" charset="-127"/>
                <a:cs typeface="Times New Roman" pitchFamily="18" charset="0"/>
              </a:rPr>
              <a:t>Ngày mua</a:t>
            </a:r>
            <a:r>
              <a:rPr lang="ko-KR" altLang="en-US" sz="1000" smtClean="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 2020-02-01 </a:t>
            </a:r>
          </a:p>
        </p:txBody>
      </p:sp>
      <p:sp>
        <p:nvSpPr>
          <p:cNvPr id="107" name="직사각형 106">
            <a:extLst>
              <a:ext uri="{FF2B5EF4-FFF2-40B4-BE49-F238E27FC236}">
                <a16:creationId xmlns="" xmlns:a16="http://schemas.microsoft.com/office/drawing/2014/main" id="{92088DBD-02AB-784B-AA7E-45D3699B637A}"/>
              </a:ext>
            </a:extLst>
          </p:cNvPr>
          <p:cNvSpPr/>
          <p:nvPr/>
        </p:nvSpPr>
        <p:spPr>
          <a:xfrm>
            <a:off x="3968677" y="5281167"/>
            <a:ext cx="205161" cy="24771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08" name="직사각형 107">
            <a:extLst>
              <a:ext uri="{FF2B5EF4-FFF2-40B4-BE49-F238E27FC236}">
                <a16:creationId xmlns="" xmlns:a16="http://schemas.microsoft.com/office/drawing/2014/main" id="{24D5C0A1-AA22-F04F-86C5-48CE297E0497}"/>
              </a:ext>
            </a:extLst>
          </p:cNvPr>
          <p:cNvSpPr/>
          <p:nvPr/>
        </p:nvSpPr>
        <p:spPr>
          <a:xfrm>
            <a:off x="3767770" y="3648328"/>
            <a:ext cx="477803"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800" smtClean="0">
                <a:solidFill>
                  <a:schemeClr val="bg1"/>
                </a:solidFill>
                <a:latin typeface="Times New Roman" pitchFamily="18" charset="0"/>
                <a:ea typeface="Nanum Gothic" panose="020D0604000000000000" pitchFamily="34" charset="-127"/>
                <a:cs typeface="Times New Roman" pitchFamily="18" charset="0"/>
              </a:rPr>
              <a:t>Mua xong</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109" name="직사각형 108">
            <a:extLst>
              <a:ext uri="{FF2B5EF4-FFF2-40B4-BE49-F238E27FC236}">
                <a16:creationId xmlns="" xmlns:a16="http://schemas.microsoft.com/office/drawing/2014/main" id="{AFA704FE-3C2F-8C4C-9782-9EFC926F29DD}"/>
              </a:ext>
            </a:extLst>
          </p:cNvPr>
          <p:cNvSpPr/>
          <p:nvPr/>
        </p:nvSpPr>
        <p:spPr>
          <a:xfrm>
            <a:off x="3773071" y="4914365"/>
            <a:ext cx="477803"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800" smtClean="0">
                <a:solidFill>
                  <a:schemeClr val="bg1"/>
                </a:solidFill>
                <a:latin typeface="Times New Roman" pitchFamily="18" charset="0"/>
                <a:ea typeface="Nanum Gothic" panose="020D0604000000000000" pitchFamily="34" charset="-127"/>
                <a:cs typeface="Times New Roman" pitchFamily="18" charset="0"/>
              </a:rPr>
              <a:t>Sử dụng xong</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110" name="TextBox 109">
            <a:extLst>
              <a:ext uri="{FF2B5EF4-FFF2-40B4-BE49-F238E27FC236}">
                <a16:creationId xmlns="" xmlns:a16="http://schemas.microsoft.com/office/drawing/2014/main" id="{F60FBD6A-96C7-174D-9B12-86A67B38FB90}"/>
              </a:ext>
            </a:extLst>
          </p:cNvPr>
          <p:cNvSpPr txBox="1"/>
          <p:nvPr/>
        </p:nvSpPr>
        <p:spPr>
          <a:xfrm>
            <a:off x="3801548" y="1723594"/>
            <a:ext cx="1366079" cy="276999"/>
          </a:xfrm>
          <a:prstGeom prst="rect">
            <a:avLst/>
          </a:prstGeom>
          <a:noFill/>
        </p:spPr>
        <p:txBody>
          <a:bodyPr wrap="none" rtlCol="0">
            <a:spAutoFit/>
          </a:bodyPr>
          <a:lstStyle/>
          <a:p>
            <a:pPr algn="ctr"/>
            <a:r>
              <a:rPr lang="en-US" altLang="ko-KR" sz="1200" b="1" smtClean="0">
                <a:latin typeface="Times New Roman" pitchFamily="18" charset="0"/>
                <a:ea typeface="Nanum Gothic" panose="020D0604000000000000" pitchFamily="34" charset="-127"/>
                <a:cs typeface="Times New Roman" pitchFamily="18" charset="0"/>
              </a:rPr>
              <a:t>Quản lý đơn hàng</a:t>
            </a:r>
            <a:endParaRPr lang="ko-KR" altLang="en-US" sz="1200" b="1" dirty="0">
              <a:latin typeface="Times New Roman" pitchFamily="18" charset="0"/>
              <a:ea typeface="Nanum Gothic" panose="020D0604000000000000" pitchFamily="34" charset="-127"/>
              <a:cs typeface="Times New Roman" pitchFamily="18" charset="0"/>
            </a:endParaRPr>
          </a:p>
        </p:txBody>
      </p:sp>
      <p:pic>
        <p:nvPicPr>
          <p:cNvPr id="119" name="그림 118">
            <a:extLst>
              <a:ext uri="{FF2B5EF4-FFF2-40B4-BE49-F238E27FC236}">
                <a16:creationId xmlns="" xmlns:a16="http://schemas.microsoft.com/office/drawing/2014/main" id="{F77BDE0D-74D8-FD4B-886F-7190F6F68EAB}"/>
              </a:ext>
            </a:extLst>
          </p:cNvPr>
          <p:cNvPicPr>
            <a:picLocks noChangeAspect="1"/>
          </p:cNvPicPr>
          <p:nvPr/>
        </p:nvPicPr>
        <p:blipFill>
          <a:blip r:embed="rId6" cstate="print"/>
          <a:stretch>
            <a:fillRect/>
          </a:stretch>
        </p:blipFill>
        <p:spPr>
          <a:xfrm>
            <a:off x="6119575" y="2974957"/>
            <a:ext cx="128796" cy="155512"/>
          </a:xfrm>
          <a:prstGeom prst="rect">
            <a:avLst/>
          </a:prstGeom>
        </p:spPr>
      </p:pic>
      <p:sp>
        <p:nvSpPr>
          <p:cNvPr id="120" name="직사각형 119">
            <a:extLst>
              <a:ext uri="{FF2B5EF4-FFF2-40B4-BE49-F238E27FC236}">
                <a16:creationId xmlns="" xmlns:a16="http://schemas.microsoft.com/office/drawing/2014/main" id="{D2B21352-C3D5-AC4B-953F-5C98488E05CB}"/>
              </a:ext>
            </a:extLst>
          </p:cNvPr>
          <p:cNvSpPr/>
          <p:nvPr/>
        </p:nvSpPr>
        <p:spPr>
          <a:xfrm>
            <a:off x="5433265" y="3428679"/>
            <a:ext cx="462823"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Xử lý sử dụng</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21" name="직사각형 120">
            <a:extLst>
              <a:ext uri="{FF2B5EF4-FFF2-40B4-BE49-F238E27FC236}">
                <a16:creationId xmlns="" xmlns:a16="http://schemas.microsoft.com/office/drawing/2014/main" id="{86925450-9EC3-E940-8E21-16E9BE310E53}"/>
              </a:ext>
            </a:extLst>
          </p:cNvPr>
          <p:cNvSpPr/>
          <p:nvPr/>
        </p:nvSpPr>
        <p:spPr>
          <a:xfrm>
            <a:off x="5937781" y="3428679"/>
            <a:ext cx="462823"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rgbClr val="C00000"/>
                </a:solidFill>
                <a:latin typeface="Times New Roman" pitchFamily="18" charset="0"/>
                <a:ea typeface="Nanum Gothic" panose="020D0604000000000000" pitchFamily="34" charset="-127"/>
                <a:cs typeface="Times New Roman" pitchFamily="18" charset="0"/>
              </a:rPr>
              <a:t>Xử lý khôi phục</a:t>
            </a:r>
            <a:endParaRPr lang="ko-KR" altLang="en-US" sz="7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22" name="직사각형 121">
            <a:extLst>
              <a:ext uri="{FF2B5EF4-FFF2-40B4-BE49-F238E27FC236}">
                <a16:creationId xmlns="" xmlns:a16="http://schemas.microsoft.com/office/drawing/2014/main" id="{06CC0881-379E-8243-B596-9CEF47140FFE}"/>
              </a:ext>
            </a:extLst>
          </p:cNvPr>
          <p:cNvSpPr/>
          <p:nvPr/>
        </p:nvSpPr>
        <p:spPr>
          <a:xfrm>
            <a:off x="4934277" y="3428679"/>
            <a:ext cx="462823" cy="157932"/>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Chọn toàn bộ</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123" name="직사각형 122">
            <a:extLst>
              <a:ext uri="{FF2B5EF4-FFF2-40B4-BE49-F238E27FC236}">
                <a16:creationId xmlns="" xmlns:a16="http://schemas.microsoft.com/office/drawing/2014/main" id="{4622ACCB-94BA-F14D-840D-F7918990FF1D}"/>
              </a:ext>
            </a:extLst>
          </p:cNvPr>
          <p:cNvSpPr/>
          <p:nvPr/>
        </p:nvSpPr>
        <p:spPr>
          <a:xfrm>
            <a:off x="3655201" y="3399923"/>
            <a:ext cx="904415" cy="215444"/>
          </a:xfrm>
          <a:prstGeom prst="rect">
            <a:avLst/>
          </a:prstGeom>
        </p:spPr>
        <p:txBody>
          <a:bodyPr wrap="none">
            <a:spAutoFit/>
          </a:bodyPr>
          <a:lstStyle/>
          <a:p>
            <a:pPr algn="ctr"/>
            <a:r>
              <a:rPr lang="en-US" altLang="ko-KR" sz="800" smtClean="0">
                <a:latin typeface="Times New Roman" pitchFamily="18" charset="0"/>
                <a:ea typeface="Nanum Gothic" panose="020D0604000000000000" pitchFamily="34" charset="-127"/>
                <a:cs typeface="Times New Roman" pitchFamily="18" charset="0"/>
              </a:rPr>
              <a:t>Tổng 231 kết quả</a:t>
            </a:r>
            <a:endParaRPr lang="en-US" altLang="ko-KR" sz="800" dirty="0">
              <a:latin typeface="Times New Roman" pitchFamily="18" charset="0"/>
              <a:ea typeface="Nanum Gothic" panose="020D0604000000000000" pitchFamily="34" charset="-127"/>
              <a:cs typeface="Times New Roman" pitchFamily="18" charset="0"/>
            </a:endParaRPr>
          </a:p>
        </p:txBody>
      </p:sp>
      <p:sp>
        <p:nvSpPr>
          <p:cNvPr id="128" name="타원 127">
            <a:extLst>
              <a:ext uri="{FF2B5EF4-FFF2-40B4-BE49-F238E27FC236}">
                <a16:creationId xmlns="" xmlns:a16="http://schemas.microsoft.com/office/drawing/2014/main" id="{639D62CF-AC01-E74C-8BDE-8749D6C9F0DF}"/>
              </a:ext>
            </a:extLst>
          </p:cNvPr>
          <p:cNvSpPr/>
          <p:nvPr/>
        </p:nvSpPr>
        <p:spPr>
          <a:xfrm>
            <a:off x="5848016" y="2616098"/>
            <a:ext cx="176179" cy="166687"/>
          </a:xfrm>
          <a:prstGeom prst="ellipse">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ko-KR" sz="1000" dirty="0">
                <a:solidFill>
                  <a:schemeClr val="tx1"/>
                </a:solidFill>
                <a:latin typeface="Times New Roman" pitchFamily="18" charset="0"/>
                <a:ea typeface="Nanum Gothic" panose="020D0604000000000000" pitchFamily="34" charset="-127"/>
                <a:cs typeface="Times New Roman" pitchFamily="18" charset="0"/>
              </a:rPr>
              <a:t>X</a:t>
            </a:r>
            <a:endParaRPr kumimoji="1" lang="ko-KR" altLang="en-US" sz="10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162" name="직사각형 161">
            <a:extLst>
              <a:ext uri="{FF2B5EF4-FFF2-40B4-BE49-F238E27FC236}">
                <a16:creationId xmlns="" xmlns:a16="http://schemas.microsoft.com/office/drawing/2014/main" id="{307CAF11-4DA6-1C4A-AF18-ABB7E8D41F75}"/>
              </a:ext>
            </a:extLst>
          </p:cNvPr>
          <p:cNvSpPr/>
          <p:nvPr/>
        </p:nvSpPr>
        <p:spPr>
          <a:xfrm>
            <a:off x="6889779" y="1663672"/>
            <a:ext cx="2862593" cy="4696447"/>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sp>
        <p:nvSpPr>
          <p:cNvPr id="163" name="직사각형 162">
            <a:extLst>
              <a:ext uri="{FF2B5EF4-FFF2-40B4-BE49-F238E27FC236}">
                <a16:creationId xmlns="" xmlns:a16="http://schemas.microsoft.com/office/drawing/2014/main" id="{77C9CE1E-8C94-B040-80A3-4D53F773E426}"/>
              </a:ext>
            </a:extLst>
          </p:cNvPr>
          <p:cNvSpPr/>
          <p:nvPr/>
        </p:nvSpPr>
        <p:spPr>
          <a:xfrm>
            <a:off x="6993025" y="2529808"/>
            <a:ext cx="2577099" cy="771621"/>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sp>
        <p:nvSpPr>
          <p:cNvPr id="164" name="직사각형 163">
            <a:extLst>
              <a:ext uri="{FF2B5EF4-FFF2-40B4-BE49-F238E27FC236}">
                <a16:creationId xmlns="" xmlns:a16="http://schemas.microsoft.com/office/drawing/2014/main" id="{D660F425-7D0C-3A48-8668-6A8D1EED8F3C}"/>
              </a:ext>
            </a:extLst>
          </p:cNvPr>
          <p:cNvSpPr/>
          <p:nvPr/>
        </p:nvSpPr>
        <p:spPr>
          <a:xfrm>
            <a:off x="7094134" y="2938895"/>
            <a:ext cx="2432385" cy="28184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#Hôm nay</a:t>
            </a:r>
            <a:r>
              <a:rPr lang="ko-KR" altLang="en-US" sz="1000" b="1" smtClean="0">
                <a:solidFill>
                  <a:schemeClr val="tx1"/>
                </a:solidFill>
                <a:latin typeface="Times New Roman" pitchFamily="18" charset="0"/>
                <a:ea typeface="Nanum Gothic" panose="020D0604000000000000" pitchFamily="34" charset="-127"/>
                <a:cs typeface="Times New Roman" pitchFamily="18" charset="0"/>
              </a:rPr>
              <a:t> </a:t>
            </a: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#Toàn bộ kênh</a:t>
            </a:r>
            <a:r>
              <a:rPr lang="ko-KR" altLang="en-US" sz="1000" b="1" smtClean="0">
                <a:solidFill>
                  <a:schemeClr val="tx1"/>
                </a:solidFill>
                <a:latin typeface="Times New Roman" pitchFamily="18" charset="0"/>
                <a:ea typeface="Nanum Gothic" panose="020D0604000000000000" pitchFamily="34" charset="-127"/>
                <a:cs typeface="Times New Roman" pitchFamily="18" charset="0"/>
              </a:rPr>
              <a:t>  </a:t>
            </a: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#Toàn bộ NCC</a:t>
            </a:r>
            <a:endParaRPr lang="ko-KR" altLang="en-US" sz="1000" b="1" dirty="0">
              <a:solidFill>
                <a:schemeClr val="tx1"/>
              </a:solidFill>
              <a:latin typeface="Times New Roman" pitchFamily="18" charset="0"/>
              <a:ea typeface="Nanum Gothic" panose="020D0604000000000000" pitchFamily="34" charset="-127"/>
              <a:cs typeface="Times New Roman" pitchFamily="18" charset="0"/>
            </a:endParaRPr>
          </a:p>
        </p:txBody>
      </p:sp>
      <p:pic>
        <p:nvPicPr>
          <p:cNvPr id="165" name="그림 164">
            <a:extLst>
              <a:ext uri="{FF2B5EF4-FFF2-40B4-BE49-F238E27FC236}">
                <a16:creationId xmlns="" xmlns:a16="http://schemas.microsoft.com/office/drawing/2014/main" id="{6ACB8E6D-FEBE-D84E-A7A4-5E2C66634560}"/>
              </a:ext>
            </a:extLst>
          </p:cNvPr>
          <p:cNvPicPr>
            <a:picLocks noChangeAspect="1"/>
          </p:cNvPicPr>
          <p:nvPr/>
        </p:nvPicPr>
        <p:blipFill>
          <a:blip r:embed="rId4" cstate="print"/>
          <a:stretch>
            <a:fillRect/>
          </a:stretch>
        </p:blipFill>
        <p:spPr>
          <a:xfrm>
            <a:off x="6933538" y="1785165"/>
            <a:ext cx="185187" cy="223600"/>
          </a:xfrm>
          <a:prstGeom prst="rect">
            <a:avLst/>
          </a:prstGeom>
        </p:spPr>
      </p:pic>
      <p:sp>
        <p:nvSpPr>
          <p:cNvPr id="166" name="직사각형 165">
            <a:extLst>
              <a:ext uri="{FF2B5EF4-FFF2-40B4-BE49-F238E27FC236}">
                <a16:creationId xmlns="" xmlns:a16="http://schemas.microsoft.com/office/drawing/2014/main" id="{51BD54A2-3ECF-AC47-89EA-902CA67327C2}"/>
              </a:ext>
            </a:extLst>
          </p:cNvPr>
          <p:cNvSpPr/>
          <p:nvPr/>
        </p:nvSpPr>
        <p:spPr>
          <a:xfrm>
            <a:off x="7009054" y="3678908"/>
            <a:ext cx="2627533" cy="116351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67" name="TextBox 2">
            <a:extLst>
              <a:ext uri="{FF2B5EF4-FFF2-40B4-BE49-F238E27FC236}">
                <a16:creationId xmlns="" xmlns:a16="http://schemas.microsoft.com/office/drawing/2014/main" id="{9BB0A9B2-C38B-FA4C-8DB8-5737C4698E0E}"/>
              </a:ext>
            </a:extLst>
          </p:cNvPr>
          <p:cNvSpPr txBox="1"/>
          <p:nvPr/>
        </p:nvSpPr>
        <p:spPr>
          <a:xfrm>
            <a:off x="7545790" y="3705819"/>
            <a:ext cx="2027670" cy="1231106"/>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ko-KR" sz="800" b="1" smtClean="0">
                <a:latin typeface="Times New Roman" pitchFamily="18" charset="0"/>
                <a:ea typeface="Nanum Gothic" panose="020D0604000000000000" pitchFamily="34" charset="-127"/>
                <a:cs typeface="Times New Roman" pitchFamily="18" charset="0"/>
              </a:rPr>
              <a:t>T-Bridge : </a:t>
            </a:r>
            <a:r>
              <a:rPr lang="en-US" altLang="ko-KR" sz="800" b="1" dirty="0">
                <a:latin typeface="Times New Roman" pitchFamily="18" charset="0"/>
                <a:ea typeface="Nanum Gothic" panose="020D0604000000000000" pitchFamily="34" charset="-127"/>
                <a:cs typeface="Times New Roman" pitchFamily="18" charset="0"/>
              </a:rPr>
              <a:t>T333CD1111111</a:t>
            </a:r>
            <a:endParaRPr lang="ko-KR" altLang="en-US" sz="800" b="1" dirty="0">
              <a:latin typeface="Times New Roman" pitchFamily="18" charset="0"/>
              <a:ea typeface="Nanum Gothic" panose="020D0604000000000000" pitchFamily="34" charset="-127"/>
              <a:cs typeface="Times New Roman" pitchFamily="18" charset="0"/>
            </a:endParaRPr>
          </a:p>
          <a:p>
            <a:r>
              <a:rPr lang="en-US" altLang="ko-KR" sz="800" b="1" smtClean="0">
                <a:latin typeface="Times New Roman" pitchFamily="18" charset="0"/>
                <a:ea typeface="Nanum Gothic" panose="020D0604000000000000" pitchFamily="34" charset="-127"/>
                <a:cs typeface="Times New Roman" pitchFamily="18" charset="0"/>
              </a:rPr>
              <a:t>Gmarket : </a:t>
            </a:r>
            <a:r>
              <a:rPr lang="en-US" altLang="ko-KR" sz="800" b="1" dirty="0">
                <a:latin typeface="Times New Roman" pitchFamily="18" charset="0"/>
                <a:ea typeface="Nanum Gothic" panose="020D0604000000000000" pitchFamily="34" charset="-127"/>
                <a:cs typeface="Times New Roman" pitchFamily="18" charset="0"/>
              </a:rPr>
              <a:t>P0909_222</a:t>
            </a:r>
          </a:p>
          <a:p>
            <a:endParaRPr lang="en-US" altLang="ko-KR" sz="800" dirty="0">
              <a:latin typeface="Times New Roman" pitchFamily="18" charset="0"/>
              <a:ea typeface="Nanum Gothic" panose="020D0604000000000000" pitchFamily="34" charset="-127"/>
              <a:cs typeface="Times New Roman" pitchFamily="18" charset="0"/>
            </a:endParaRPr>
          </a:p>
          <a:p>
            <a:r>
              <a:rPr lang="ko-KR" altLang="en-US" sz="1000" dirty="0">
                <a:latin typeface="Times New Roman" pitchFamily="18" charset="0"/>
                <a:ea typeface="Nanum Gothic" panose="020D0604000000000000" pitchFamily="34" charset="-127"/>
                <a:cs typeface="Times New Roman" pitchFamily="18" charset="0"/>
              </a:rPr>
              <a:t>충주 </a:t>
            </a:r>
            <a:r>
              <a:rPr lang="ko-KR" altLang="en-US" sz="1000" dirty="0" err="1">
                <a:latin typeface="Times New Roman" pitchFamily="18" charset="0"/>
                <a:ea typeface="Nanum Gothic" panose="020D0604000000000000" pitchFamily="34" charset="-127"/>
                <a:cs typeface="Times New Roman" pitchFamily="18" charset="0"/>
              </a:rPr>
              <a:t>미노스랩</a:t>
            </a:r>
            <a:r>
              <a:rPr lang="ko-KR" altLang="en-US" sz="1000" dirty="0">
                <a:latin typeface="Times New Roman" pitchFamily="18" charset="0"/>
                <a:ea typeface="Nanum Gothic" panose="020D0604000000000000" pitchFamily="34" charset="-127"/>
                <a:cs typeface="Times New Roman" pitchFamily="18" charset="0"/>
              </a:rPr>
              <a:t> </a:t>
            </a:r>
            <a:r>
              <a:rPr lang="ko-KR" altLang="en-US" sz="1000" dirty="0" err="1">
                <a:latin typeface="Times New Roman" pitchFamily="18" charset="0"/>
                <a:ea typeface="Nanum Gothic" panose="020D0604000000000000" pitchFamily="34" charset="-127"/>
                <a:cs typeface="Times New Roman" pitchFamily="18" charset="0"/>
              </a:rPr>
              <a:t>힐링앤</a:t>
            </a:r>
            <a:r>
              <a:rPr lang="ko-KR" altLang="en-US" sz="1000" dirty="0">
                <a:latin typeface="Times New Roman" pitchFamily="18" charset="0"/>
                <a:ea typeface="Nanum Gothic" panose="020D0604000000000000" pitchFamily="34" charset="-127"/>
                <a:cs typeface="Times New Roman" pitchFamily="18" charset="0"/>
              </a:rPr>
              <a:t> </a:t>
            </a:r>
            <a:r>
              <a:rPr lang="ko-KR" altLang="en-US" sz="1000" dirty="0" err="1">
                <a:latin typeface="Times New Roman" pitchFamily="18" charset="0"/>
                <a:ea typeface="Nanum Gothic" panose="020D0604000000000000" pitchFamily="34" charset="-127"/>
                <a:cs typeface="Times New Roman" pitchFamily="18" charset="0"/>
              </a:rPr>
              <a:t>사조리조트</a:t>
            </a:r>
            <a:endParaRPr lang="en-US" altLang="ko-KR" sz="1000" dirty="0">
              <a:latin typeface="Times New Roman" pitchFamily="18" charset="0"/>
              <a:ea typeface="Nanum Gothic" panose="020D0604000000000000" pitchFamily="34" charset="-127"/>
              <a:cs typeface="Times New Roman" pitchFamily="18" charset="0"/>
            </a:endParaRPr>
          </a:p>
          <a:p>
            <a:r>
              <a:rPr lang="en-US" altLang="ko-KR" sz="1000" dirty="0">
                <a:latin typeface="Times New Roman" pitchFamily="18" charset="0"/>
                <a:ea typeface="Nanum Gothic" panose="020D0604000000000000" pitchFamily="34" charset="-127"/>
                <a:cs typeface="Times New Roman" pitchFamily="18" charset="0"/>
              </a:rPr>
              <a:t>89.25M </a:t>
            </a:r>
            <a:r>
              <a:rPr lang="ko-KR" altLang="en-US" sz="1000" dirty="0">
                <a:latin typeface="Times New Roman" pitchFamily="18" charset="0"/>
                <a:ea typeface="Nanum Gothic" panose="020D0604000000000000" pitchFamily="34" charset="-127"/>
                <a:cs typeface="Times New Roman" pitchFamily="18" charset="0"/>
              </a:rPr>
              <a:t>객실 </a:t>
            </a:r>
            <a:r>
              <a:rPr lang="en-US" altLang="ko-KR" sz="1000" dirty="0">
                <a:latin typeface="Times New Roman" pitchFamily="18" charset="0"/>
                <a:ea typeface="Nanum Gothic" panose="020D0604000000000000" pitchFamily="34" charset="-127"/>
                <a:cs typeface="Times New Roman" pitchFamily="18" charset="0"/>
              </a:rPr>
              <a:t>1</a:t>
            </a:r>
            <a:r>
              <a:rPr lang="ko-KR" altLang="en-US" sz="1000" dirty="0">
                <a:latin typeface="Times New Roman" pitchFamily="18" charset="0"/>
                <a:ea typeface="Nanum Gothic" panose="020D0604000000000000" pitchFamily="34" charset="-127"/>
                <a:cs typeface="Times New Roman" pitchFamily="18" charset="0"/>
              </a:rPr>
              <a:t>박</a:t>
            </a:r>
            <a:endParaRPr lang="en-US" altLang="ko-KR" sz="1000" dirty="0">
              <a:latin typeface="Times New Roman" pitchFamily="18" charset="0"/>
              <a:ea typeface="Nanum Gothic" panose="020D0604000000000000" pitchFamily="34" charset="-127"/>
              <a:cs typeface="Times New Roman" pitchFamily="18" charset="0"/>
            </a:endParaRPr>
          </a:p>
          <a:p>
            <a:r>
              <a:rPr lang="ko-KR" altLang="en-US" sz="1000" dirty="0" err="1">
                <a:latin typeface="Times New Roman" pitchFamily="18" charset="0"/>
                <a:ea typeface="Nanum Gothic" panose="020D0604000000000000" pitchFamily="34" charset="-127"/>
                <a:cs typeface="Times New Roman" pitchFamily="18" charset="0"/>
              </a:rPr>
              <a:t>이예지</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[ 010-111-1111</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a:t>
            </a:r>
          </a:p>
          <a:p>
            <a:r>
              <a:rPr lang="en-US" altLang="ko-KR" sz="1000" smtClean="0">
                <a:latin typeface="Times New Roman" pitchFamily="18" charset="0"/>
                <a:ea typeface="Nanum Gothic" panose="020D0604000000000000" pitchFamily="34" charset="-127"/>
                <a:cs typeface="Times New Roman" pitchFamily="18" charset="0"/>
              </a:rPr>
              <a:t>Ngày mua</a:t>
            </a:r>
            <a:r>
              <a:rPr lang="ko-KR" altLang="en-US" sz="1000" smtClean="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 2020-02-01 </a:t>
            </a:r>
          </a:p>
        </p:txBody>
      </p:sp>
      <p:sp>
        <p:nvSpPr>
          <p:cNvPr id="168" name="직사각형 167">
            <a:extLst>
              <a:ext uri="{FF2B5EF4-FFF2-40B4-BE49-F238E27FC236}">
                <a16:creationId xmlns="" xmlns:a16="http://schemas.microsoft.com/office/drawing/2014/main" id="{4049F1CC-DFCD-1B47-8EC0-FCC97390A402}"/>
              </a:ext>
            </a:extLst>
          </p:cNvPr>
          <p:cNvSpPr/>
          <p:nvPr/>
        </p:nvSpPr>
        <p:spPr>
          <a:xfrm>
            <a:off x="7204660" y="4046768"/>
            <a:ext cx="205161" cy="24771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69" name="직사각형 168">
            <a:extLst>
              <a:ext uri="{FF2B5EF4-FFF2-40B4-BE49-F238E27FC236}">
                <a16:creationId xmlns="" xmlns:a16="http://schemas.microsoft.com/office/drawing/2014/main" id="{8A65A824-7372-544E-8E19-371A944EC66B}"/>
              </a:ext>
            </a:extLst>
          </p:cNvPr>
          <p:cNvSpPr/>
          <p:nvPr/>
        </p:nvSpPr>
        <p:spPr>
          <a:xfrm>
            <a:off x="7094134" y="2596200"/>
            <a:ext cx="2432385" cy="285179"/>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smtClean="0">
                <a:solidFill>
                  <a:schemeClr val="bg1">
                    <a:lumMod val="75000"/>
                  </a:schemeClr>
                </a:solidFill>
                <a:latin typeface="Times New Roman" pitchFamily="18" charset="0"/>
                <a:ea typeface="Nanum Gothic" panose="020D0604000000000000" pitchFamily="34" charset="-127"/>
                <a:cs typeface="Times New Roman" pitchFamily="18" charset="0"/>
              </a:rPr>
              <a:t>Tìm tên/ số điện thoại/mã vé</a:t>
            </a:r>
            <a:endParaRPr lang="ko-KR" altLang="en-US" sz="100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pic>
        <p:nvPicPr>
          <p:cNvPr id="170" name="그림 169">
            <a:extLst>
              <a:ext uri="{FF2B5EF4-FFF2-40B4-BE49-F238E27FC236}">
                <a16:creationId xmlns="" xmlns:a16="http://schemas.microsoft.com/office/drawing/2014/main" id="{39D08D66-36EA-F24A-B6CD-4EBDB54B66DC}"/>
              </a:ext>
            </a:extLst>
          </p:cNvPr>
          <p:cNvPicPr>
            <a:picLocks noChangeAspect="1"/>
          </p:cNvPicPr>
          <p:nvPr/>
        </p:nvPicPr>
        <p:blipFill>
          <a:blip r:embed="rId5" cstate="print"/>
          <a:stretch>
            <a:fillRect/>
          </a:stretch>
        </p:blipFill>
        <p:spPr>
          <a:xfrm>
            <a:off x="9302560" y="2650971"/>
            <a:ext cx="181793" cy="191390"/>
          </a:xfrm>
          <a:prstGeom prst="rect">
            <a:avLst/>
          </a:prstGeom>
        </p:spPr>
      </p:pic>
      <p:sp>
        <p:nvSpPr>
          <p:cNvPr id="171" name="직사각형 170">
            <a:extLst>
              <a:ext uri="{FF2B5EF4-FFF2-40B4-BE49-F238E27FC236}">
                <a16:creationId xmlns="" xmlns:a16="http://schemas.microsoft.com/office/drawing/2014/main" id="{5667470F-0CFA-7B47-8681-436B2CDAFDD0}"/>
              </a:ext>
            </a:extLst>
          </p:cNvPr>
          <p:cNvSpPr/>
          <p:nvPr/>
        </p:nvSpPr>
        <p:spPr>
          <a:xfrm>
            <a:off x="7009054" y="4948179"/>
            <a:ext cx="2627533" cy="116351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72" name="TextBox 2">
            <a:extLst>
              <a:ext uri="{FF2B5EF4-FFF2-40B4-BE49-F238E27FC236}">
                <a16:creationId xmlns="" xmlns:a16="http://schemas.microsoft.com/office/drawing/2014/main" id="{D60F5F93-D0B8-8048-A7CE-94AE541F538B}"/>
              </a:ext>
            </a:extLst>
          </p:cNvPr>
          <p:cNvSpPr txBox="1"/>
          <p:nvPr/>
        </p:nvSpPr>
        <p:spPr>
          <a:xfrm>
            <a:off x="7545790" y="4975090"/>
            <a:ext cx="2027670" cy="1077218"/>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ko-KR" sz="800" b="1" smtClean="0">
                <a:latin typeface="Times New Roman" pitchFamily="18" charset="0"/>
                <a:ea typeface="Nanum Gothic" panose="020D0604000000000000" pitchFamily="34" charset="-127"/>
                <a:cs typeface="Times New Roman" pitchFamily="18" charset="0"/>
              </a:rPr>
              <a:t>T-Bridge : </a:t>
            </a:r>
            <a:r>
              <a:rPr lang="en-US" altLang="ko-KR" sz="800" b="1" dirty="0">
                <a:latin typeface="Times New Roman" pitchFamily="18" charset="0"/>
                <a:ea typeface="Nanum Gothic" panose="020D0604000000000000" pitchFamily="34" charset="-127"/>
                <a:cs typeface="Times New Roman" pitchFamily="18" charset="0"/>
              </a:rPr>
              <a:t>T123CD123451</a:t>
            </a:r>
            <a:endParaRPr lang="ko-KR" altLang="en-US" sz="800" b="1" dirty="0">
              <a:latin typeface="Times New Roman" pitchFamily="18" charset="0"/>
              <a:ea typeface="Nanum Gothic" panose="020D0604000000000000" pitchFamily="34" charset="-127"/>
              <a:cs typeface="Times New Roman" pitchFamily="18" charset="0"/>
            </a:endParaRPr>
          </a:p>
          <a:p>
            <a:r>
              <a:rPr lang="en-US" altLang="ko-KR" sz="800" b="1" smtClean="0">
                <a:latin typeface="Times New Roman" pitchFamily="18" charset="0"/>
                <a:ea typeface="Nanum Gothic" panose="020D0604000000000000" pitchFamily="34" charset="-127"/>
                <a:cs typeface="Times New Roman" pitchFamily="18" charset="0"/>
              </a:rPr>
              <a:t>Gmarket : </a:t>
            </a:r>
            <a:r>
              <a:rPr lang="en-US" altLang="ko-KR" sz="800" b="1" dirty="0">
                <a:latin typeface="Times New Roman" pitchFamily="18" charset="0"/>
                <a:ea typeface="Nanum Gothic" panose="020D0604000000000000" pitchFamily="34" charset="-127"/>
                <a:cs typeface="Times New Roman" pitchFamily="18" charset="0"/>
              </a:rPr>
              <a:t>P0909_111</a:t>
            </a:r>
          </a:p>
          <a:p>
            <a:endParaRPr lang="en-US" altLang="ko-KR" sz="800" dirty="0">
              <a:latin typeface="Times New Roman" pitchFamily="18" charset="0"/>
              <a:ea typeface="Nanum Gothic" panose="020D0604000000000000" pitchFamily="34" charset="-127"/>
              <a:cs typeface="Times New Roman" pitchFamily="18" charset="0"/>
            </a:endParaRPr>
          </a:p>
          <a:p>
            <a:r>
              <a:rPr lang="en-US" altLang="ko-KR" sz="1000" smtClean="0">
                <a:latin typeface="Times New Roman" pitchFamily="18" charset="0"/>
                <a:ea typeface="Nanum Gothic" panose="020D0604000000000000" pitchFamily="34" charset="-127"/>
                <a:cs typeface="Times New Roman" pitchFamily="18" charset="0"/>
              </a:rPr>
              <a:t>Tên sản phẩm</a:t>
            </a:r>
            <a:endParaRPr lang="en-US" altLang="ko-KR" sz="1000" dirty="0">
              <a:latin typeface="Times New Roman" pitchFamily="18" charset="0"/>
              <a:ea typeface="Nanum Gothic" panose="020D0604000000000000" pitchFamily="34" charset="-127"/>
              <a:cs typeface="Times New Roman" pitchFamily="18" charset="0"/>
            </a:endParaRPr>
          </a:p>
          <a:p>
            <a:r>
              <a:rPr lang="en-US" altLang="ko-KR" sz="1000" smtClean="0">
                <a:latin typeface="Times New Roman" pitchFamily="18" charset="0"/>
                <a:ea typeface="Nanum Gothic" panose="020D0604000000000000" pitchFamily="34" charset="-127"/>
                <a:cs typeface="Times New Roman" pitchFamily="18" charset="0"/>
              </a:rPr>
              <a:t>Tên option</a:t>
            </a:r>
            <a:endParaRPr lang="en-US" altLang="ko-KR" sz="1000" dirty="0">
              <a:latin typeface="Times New Roman" pitchFamily="18" charset="0"/>
              <a:ea typeface="Nanum Gothic" panose="020D0604000000000000" pitchFamily="34" charset="-127"/>
              <a:cs typeface="Times New Roman" pitchFamily="18" charset="0"/>
            </a:endParaRPr>
          </a:p>
          <a:p>
            <a:r>
              <a:rPr lang="ko-KR" altLang="en-US" sz="1000" dirty="0">
                <a:latin typeface="Times New Roman" pitchFamily="18" charset="0"/>
                <a:ea typeface="Nanum Gothic" panose="020D0604000000000000" pitchFamily="34" charset="-127"/>
                <a:cs typeface="Times New Roman" pitchFamily="18" charset="0"/>
              </a:rPr>
              <a:t>홍길동 </a:t>
            </a:r>
            <a:r>
              <a:rPr lang="en-US" altLang="ko-KR" sz="1000" dirty="0">
                <a:latin typeface="Times New Roman" pitchFamily="18" charset="0"/>
                <a:ea typeface="Nanum Gothic" panose="020D0604000000000000" pitchFamily="34" charset="-127"/>
                <a:cs typeface="Times New Roman" pitchFamily="18" charset="0"/>
              </a:rPr>
              <a:t>[ 010-222-2222</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a:t>
            </a:r>
          </a:p>
          <a:p>
            <a:r>
              <a:rPr lang="en-US" altLang="ko-KR" sz="1000" smtClean="0">
                <a:latin typeface="Times New Roman" pitchFamily="18" charset="0"/>
                <a:ea typeface="Nanum Gothic" panose="020D0604000000000000" pitchFamily="34" charset="-127"/>
                <a:cs typeface="Times New Roman" pitchFamily="18" charset="0"/>
              </a:rPr>
              <a:t>Ngày mua</a:t>
            </a:r>
            <a:r>
              <a:rPr lang="ko-KR" altLang="en-US" sz="1000" smtClean="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 2020-02-01 </a:t>
            </a:r>
          </a:p>
        </p:txBody>
      </p:sp>
      <p:sp>
        <p:nvSpPr>
          <p:cNvPr id="173" name="직사각형 172">
            <a:extLst>
              <a:ext uri="{FF2B5EF4-FFF2-40B4-BE49-F238E27FC236}">
                <a16:creationId xmlns="" xmlns:a16="http://schemas.microsoft.com/office/drawing/2014/main" id="{EDA1984D-0123-E647-BDE5-B67E65C111FC}"/>
              </a:ext>
            </a:extLst>
          </p:cNvPr>
          <p:cNvSpPr/>
          <p:nvPr/>
        </p:nvSpPr>
        <p:spPr>
          <a:xfrm>
            <a:off x="7204660" y="5316039"/>
            <a:ext cx="205161" cy="24771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74" name="직사각형 173">
            <a:extLst>
              <a:ext uri="{FF2B5EF4-FFF2-40B4-BE49-F238E27FC236}">
                <a16:creationId xmlns="" xmlns:a16="http://schemas.microsoft.com/office/drawing/2014/main" id="{D3D17459-CECE-6E47-B4CE-99CFBE10AAD1}"/>
              </a:ext>
            </a:extLst>
          </p:cNvPr>
          <p:cNvSpPr/>
          <p:nvPr/>
        </p:nvSpPr>
        <p:spPr>
          <a:xfrm>
            <a:off x="7003753" y="3683200"/>
            <a:ext cx="477803"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800" smtClean="0">
                <a:solidFill>
                  <a:schemeClr val="bg1"/>
                </a:solidFill>
                <a:latin typeface="Times New Roman" pitchFamily="18" charset="0"/>
                <a:ea typeface="Nanum Gothic" panose="020D0604000000000000" pitchFamily="34" charset="-127"/>
                <a:cs typeface="Times New Roman" pitchFamily="18" charset="0"/>
              </a:rPr>
              <a:t>Mua xong</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175" name="직사각형 174">
            <a:extLst>
              <a:ext uri="{FF2B5EF4-FFF2-40B4-BE49-F238E27FC236}">
                <a16:creationId xmlns="" xmlns:a16="http://schemas.microsoft.com/office/drawing/2014/main" id="{1873201E-8095-EA43-B690-F3B686F8F2B0}"/>
              </a:ext>
            </a:extLst>
          </p:cNvPr>
          <p:cNvSpPr/>
          <p:nvPr/>
        </p:nvSpPr>
        <p:spPr>
          <a:xfrm>
            <a:off x="7009054" y="4949237"/>
            <a:ext cx="477803"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800" smtClean="0">
                <a:solidFill>
                  <a:schemeClr val="bg1"/>
                </a:solidFill>
                <a:latin typeface="Times New Roman" pitchFamily="18" charset="0"/>
                <a:ea typeface="Nanum Gothic" panose="020D0604000000000000" pitchFamily="34" charset="-127"/>
                <a:cs typeface="Times New Roman" pitchFamily="18" charset="0"/>
              </a:rPr>
              <a:t>Sử dụng xong</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176" name="TextBox 175">
            <a:extLst>
              <a:ext uri="{FF2B5EF4-FFF2-40B4-BE49-F238E27FC236}">
                <a16:creationId xmlns="" xmlns:a16="http://schemas.microsoft.com/office/drawing/2014/main" id="{69E6E5F2-0A20-1541-B959-19824C79631D}"/>
              </a:ext>
            </a:extLst>
          </p:cNvPr>
          <p:cNvSpPr txBox="1"/>
          <p:nvPr/>
        </p:nvSpPr>
        <p:spPr>
          <a:xfrm>
            <a:off x="7016428" y="1758466"/>
            <a:ext cx="1366080" cy="276999"/>
          </a:xfrm>
          <a:prstGeom prst="rect">
            <a:avLst/>
          </a:prstGeom>
          <a:noFill/>
        </p:spPr>
        <p:txBody>
          <a:bodyPr wrap="none" rtlCol="0">
            <a:spAutoFit/>
          </a:bodyPr>
          <a:lstStyle/>
          <a:p>
            <a:pPr algn="ctr"/>
            <a:r>
              <a:rPr lang="en-US" altLang="ko-KR" sz="1200" b="1" smtClean="0">
                <a:latin typeface="Times New Roman" pitchFamily="18" charset="0"/>
                <a:ea typeface="Nanum Gothic" panose="020D0604000000000000" pitchFamily="34" charset="-127"/>
                <a:cs typeface="Times New Roman" pitchFamily="18" charset="0"/>
              </a:rPr>
              <a:t>Quản lý đơn hàng</a:t>
            </a:r>
            <a:endParaRPr lang="ko-KR" altLang="en-US" sz="1200" b="1" dirty="0">
              <a:latin typeface="Times New Roman" pitchFamily="18" charset="0"/>
              <a:ea typeface="Nanum Gothic" panose="020D0604000000000000" pitchFamily="34" charset="-127"/>
              <a:cs typeface="Times New Roman" pitchFamily="18" charset="0"/>
            </a:endParaRPr>
          </a:p>
        </p:txBody>
      </p:sp>
      <p:pic>
        <p:nvPicPr>
          <p:cNvPr id="184" name="그림 183">
            <a:extLst>
              <a:ext uri="{FF2B5EF4-FFF2-40B4-BE49-F238E27FC236}">
                <a16:creationId xmlns="" xmlns:a16="http://schemas.microsoft.com/office/drawing/2014/main" id="{F7818E6E-FF7F-844A-B0AF-6F3D8B85DA1D}"/>
              </a:ext>
            </a:extLst>
          </p:cNvPr>
          <p:cNvPicPr>
            <a:picLocks noChangeAspect="1"/>
          </p:cNvPicPr>
          <p:nvPr/>
        </p:nvPicPr>
        <p:blipFill>
          <a:blip r:embed="rId6" cstate="print"/>
          <a:stretch>
            <a:fillRect/>
          </a:stretch>
        </p:blipFill>
        <p:spPr>
          <a:xfrm>
            <a:off x="9355558" y="3009829"/>
            <a:ext cx="128796" cy="155512"/>
          </a:xfrm>
          <a:prstGeom prst="rect">
            <a:avLst/>
          </a:prstGeom>
        </p:spPr>
      </p:pic>
      <p:sp>
        <p:nvSpPr>
          <p:cNvPr id="185" name="직사각형 184">
            <a:extLst>
              <a:ext uri="{FF2B5EF4-FFF2-40B4-BE49-F238E27FC236}">
                <a16:creationId xmlns="" xmlns:a16="http://schemas.microsoft.com/office/drawing/2014/main" id="{24BF4D1C-7C8D-5944-9AB9-0F56E5EF24B4}"/>
              </a:ext>
            </a:extLst>
          </p:cNvPr>
          <p:cNvSpPr/>
          <p:nvPr/>
        </p:nvSpPr>
        <p:spPr>
          <a:xfrm>
            <a:off x="8669248" y="3463551"/>
            <a:ext cx="462823"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Xử lý sử dụng</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86" name="직사각형 185">
            <a:extLst>
              <a:ext uri="{FF2B5EF4-FFF2-40B4-BE49-F238E27FC236}">
                <a16:creationId xmlns="" xmlns:a16="http://schemas.microsoft.com/office/drawing/2014/main" id="{2DE0BDB2-54DD-E240-B9F6-CE8BFC726A15}"/>
              </a:ext>
            </a:extLst>
          </p:cNvPr>
          <p:cNvSpPr/>
          <p:nvPr/>
        </p:nvSpPr>
        <p:spPr>
          <a:xfrm>
            <a:off x="9173764" y="3463551"/>
            <a:ext cx="462823"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700" b="1" smtClean="0">
                <a:solidFill>
                  <a:srgbClr val="C00000"/>
                </a:solidFill>
                <a:latin typeface="Times New Roman" pitchFamily="18" charset="0"/>
                <a:ea typeface="Nanum Gothic" panose="020D0604000000000000" pitchFamily="34" charset="-127"/>
                <a:cs typeface="Times New Roman" pitchFamily="18" charset="0"/>
              </a:rPr>
              <a:t>Xử lý khôi phục</a:t>
            </a:r>
            <a:endParaRPr lang="ko-KR" altLang="en-US" sz="7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87" name="직사각형 186">
            <a:extLst>
              <a:ext uri="{FF2B5EF4-FFF2-40B4-BE49-F238E27FC236}">
                <a16:creationId xmlns="" xmlns:a16="http://schemas.microsoft.com/office/drawing/2014/main" id="{D2B312D0-1220-FB41-BD45-BDF14B5A0786}"/>
              </a:ext>
            </a:extLst>
          </p:cNvPr>
          <p:cNvSpPr/>
          <p:nvPr/>
        </p:nvSpPr>
        <p:spPr>
          <a:xfrm>
            <a:off x="8170260" y="3463551"/>
            <a:ext cx="462823" cy="157932"/>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Chọn toàn bộ</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188" name="직사각형 187">
            <a:extLst>
              <a:ext uri="{FF2B5EF4-FFF2-40B4-BE49-F238E27FC236}">
                <a16:creationId xmlns="" xmlns:a16="http://schemas.microsoft.com/office/drawing/2014/main" id="{DDF219CD-9C6E-C347-B856-AF82FEE3D531}"/>
              </a:ext>
            </a:extLst>
          </p:cNvPr>
          <p:cNvSpPr/>
          <p:nvPr/>
        </p:nvSpPr>
        <p:spPr>
          <a:xfrm>
            <a:off x="6898217" y="3434795"/>
            <a:ext cx="904415" cy="215444"/>
          </a:xfrm>
          <a:prstGeom prst="rect">
            <a:avLst/>
          </a:prstGeom>
        </p:spPr>
        <p:txBody>
          <a:bodyPr wrap="none">
            <a:spAutoFit/>
          </a:bodyPr>
          <a:lstStyle/>
          <a:p>
            <a:pPr algn="ctr"/>
            <a:r>
              <a:rPr lang="en-US" altLang="ko-KR" sz="800" smtClean="0">
                <a:latin typeface="Times New Roman" pitchFamily="18" charset="0"/>
                <a:ea typeface="Nanum Gothic" panose="020D0604000000000000" pitchFamily="34" charset="-127"/>
                <a:cs typeface="Times New Roman" pitchFamily="18" charset="0"/>
              </a:rPr>
              <a:t>Tổng 231 kết quả</a:t>
            </a:r>
            <a:endParaRPr lang="en-US" altLang="ko-KR" sz="800" dirty="0">
              <a:latin typeface="Times New Roman" pitchFamily="18" charset="0"/>
              <a:ea typeface="Nanum Gothic" panose="020D0604000000000000" pitchFamily="34" charset="-127"/>
              <a:cs typeface="Times New Roman" pitchFamily="18" charset="0"/>
            </a:endParaRPr>
          </a:p>
        </p:txBody>
      </p:sp>
      <p:sp>
        <p:nvSpPr>
          <p:cNvPr id="191" name="직사각형 190">
            <a:extLst>
              <a:ext uri="{FF2B5EF4-FFF2-40B4-BE49-F238E27FC236}">
                <a16:creationId xmlns="" xmlns:a16="http://schemas.microsoft.com/office/drawing/2014/main" id="{D9A813D8-4FE9-2B41-823B-C3B40E246828}"/>
              </a:ext>
            </a:extLst>
          </p:cNvPr>
          <p:cNvSpPr/>
          <p:nvPr/>
        </p:nvSpPr>
        <p:spPr>
          <a:xfrm>
            <a:off x="3031938" y="1732231"/>
            <a:ext cx="226612" cy="276534"/>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92" name="직사각형 191">
            <a:extLst>
              <a:ext uri="{FF2B5EF4-FFF2-40B4-BE49-F238E27FC236}">
                <a16:creationId xmlns="" xmlns:a16="http://schemas.microsoft.com/office/drawing/2014/main" id="{9D213E26-6DB9-5A4E-A6F9-5808E4FD76C5}"/>
              </a:ext>
            </a:extLst>
          </p:cNvPr>
          <p:cNvSpPr/>
          <p:nvPr/>
        </p:nvSpPr>
        <p:spPr>
          <a:xfrm>
            <a:off x="1159752" y="1061184"/>
            <a:ext cx="2174550" cy="254981"/>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ko-KR" sz="1050" smtClean="0">
                <a:solidFill>
                  <a:schemeClr val="bg1">
                    <a:lumMod val="75000"/>
                  </a:schemeClr>
                </a:solidFill>
                <a:latin typeface="Times New Roman" pitchFamily="18" charset="0"/>
                <a:ea typeface="Nanum Gothic" panose="020D0604000000000000" pitchFamily="34" charset="-127"/>
                <a:cs typeface="Times New Roman" pitchFamily="18" charset="0"/>
              </a:rPr>
              <a:t>Tìm tên/ số điện thoại/mã vé</a:t>
            </a: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pic>
        <p:nvPicPr>
          <p:cNvPr id="193" name="그림 192">
            <a:extLst>
              <a:ext uri="{FF2B5EF4-FFF2-40B4-BE49-F238E27FC236}">
                <a16:creationId xmlns="" xmlns:a16="http://schemas.microsoft.com/office/drawing/2014/main" id="{C4EF19F1-6C43-8742-AEAC-1091CFADA80D}"/>
              </a:ext>
            </a:extLst>
          </p:cNvPr>
          <p:cNvPicPr>
            <a:picLocks noChangeAspect="1"/>
          </p:cNvPicPr>
          <p:nvPr/>
        </p:nvPicPr>
        <p:blipFill>
          <a:blip r:embed="rId7" cstate="print"/>
          <a:stretch>
            <a:fillRect/>
          </a:stretch>
        </p:blipFill>
        <p:spPr>
          <a:xfrm>
            <a:off x="3094301" y="1088753"/>
            <a:ext cx="196891" cy="196891"/>
          </a:xfrm>
          <a:prstGeom prst="rect">
            <a:avLst/>
          </a:prstGeom>
        </p:spPr>
      </p:pic>
      <p:grpSp>
        <p:nvGrpSpPr>
          <p:cNvPr id="6" name="그룹 193">
            <a:extLst>
              <a:ext uri="{FF2B5EF4-FFF2-40B4-BE49-F238E27FC236}">
                <a16:creationId xmlns="" xmlns:a16="http://schemas.microsoft.com/office/drawing/2014/main" id="{F1F7D5CF-92CE-7B41-8637-2FBC09FD19F8}"/>
              </a:ext>
            </a:extLst>
          </p:cNvPr>
          <p:cNvGrpSpPr/>
          <p:nvPr/>
        </p:nvGrpSpPr>
        <p:grpSpPr>
          <a:xfrm>
            <a:off x="291643" y="1093618"/>
            <a:ext cx="864167" cy="185630"/>
            <a:chOff x="266951" y="710204"/>
            <a:chExt cx="993277" cy="213364"/>
          </a:xfrm>
        </p:grpSpPr>
        <p:sp>
          <p:nvSpPr>
            <p:cNvPr id="195" name="TextBox 194">
              <a:extLst>
                <a:ext uri="{FF2B5EF4-FFF2-40B4-BE49-F238E27FC236}">
                  <a16:creationId xmlns="" xmlns:a16="http://schemas.microsoft.com/office/drawing/2014/main" id="{14E8917C-88E2-2A44-B019-0ABFC3234820}"/>
                </a:ext>
              </a:extLst>
            </p:cNvPr>
            <p:cNvSpPr txBox="1"/>
            <p:nvPr/>
          </p:nvSpPr>
          <p:spPr>
            <a:xfrm>
              <a:off x="266951" y="711311"/>
              <a:ext cx="213205" cy="212257"/>
            </a:xfrm>
            <a:prstGeom prst="rect">
              <a:avLst/>
            </a:prstGeom>
            <a:solidFill>
              <a:srgbClr val="C00000"/>
            </a:solidFill>
          </p:spPr>
          <p:txBody>
            <a:bodyPr wrap="square" lIns="36000" tIns="0" rIns="36000" bIns="0" rtlCol="0">
              <a:spAutoFit/>
            </a:bodyPr>
            <a:lstStyle/>
            <a:p>
              <a:pPr algn="ctr"/>
              <a:r>
                <a:rPr lang="en-US" altLang="ko-KR" sz="1200" b="1" dirty="0">
                  <a:solidFill>
                    <a:schemeClr val="bg1"/>
                  </a:solidFill>
                  <a:latin typeface="Times New Roman" pitchFamily="18" charset="0"/>
                  <a:ea typeface="Nanum Gothic" panose="020D0604000000000000" pitchFamily="34" charset="-127"/>
                  <a:cs typeface="Times New Roman" pitchFamily="18" charset="0"/>
                </a:rPr>
                <a:t>T</a:t>
              </a:r>
              <a:endParaRPr lang="ko-KR" altLang="en-US" sz="1200" b="1" dirty="0">
                <a:solidFill>
                  <a:schemeClr val="bg1"/>
                </a:solidFill>
                <a:latin typeface="Times New Roman" pitchFamily="18" charset="0"/>
                <a:ea typeface="Nanum Gothic" panose="020D0604000000000000" pitchFamily="34" charset="-127"/>
                <a:cs typeface="Times New Roman" pitchFamily="18" charset="0"/>
              </a:endParaRPr>
            </a:p>
          </p:txBody>
        </p:sp>
        <p:sp>
          <p:nvSpPr>
            <p:cNvPr id="196" name="TextBox 195">
              <a:extLst>
                <a:ext uri="{FF2B5EF4-FFF2-40B4-BE49-F238E27FC236}">
                  <a16:creationId xmlns="" xmlns:a16="http://schemas.microsoft.com/office/drawing/2014/main" id="{31798AE0-E3E9-0347-B39A-0B0E121D3462}"/>
                </a:ext>
              </a:extLst>
            </p:cNvPr>
            <p:cNvSpPr txBox="1"/>
            <p:nvPr/>
          </p:nvSpPr>
          <p:spPr>
            <a:xfrm>
              <a:off x="362940" y="710204"/>
              <a:ext cx="897288" cy="212256"/>
            </a:xfrm>
            <a:prstGeom prst="rect">
              <a:avLst/>
            </a:prstGeom>
            <a:noFill/>
          </p:spPr>
          <p:txBody>
            <a:bodyPr wrap="square" lIns="36000" tIns="0" rIns="36000" bIns="0" rtlCol="0">
              <a:spAutoFit/>
            </a:bodyPr>
            <a:lstStyle/>
            <a:p>
              <a:pPr algn="ctr"/>
              <a:r>
                <a:rPr lang="en-US" altLang="ko-KR" sz="1200" b="1" dirty="0">
                  <a:latin typeface="Times New Roman" pitchFamily="18" charset="0"/>
                  <a:ea typeface="Nanum Gothic" panose="020D0604000000000000" pitchFamily="34" charset="-127"/>
                  <a:cs typeface="Times New Roman" pitchFamily="18" charset="0"/>
                </a:rPr>
                <a:t>BRIDGE</a:t>
              </a:r>
              <a:endParaRPr lang="ko-KR" altLang="en-US" sz="1200" b="1" dirty="0">
                <a:latin typeface="Times New Roman" pitchFamily="18" charset="0"/>
                <a:ea typeface="Nanum Gothic" panose="020D0604000000000000" pitchFamily="34" charset="-127"/>
                <a:cs typeface="Times New Roman" pitchFamily="18" charset="0"/>
              </a:endParaRPr>
            </a:p>
          </p:txBody>
        </p:sp>
      </p:grpSp>
      <p:sp>
        <p:nvSpPr>
          <p:cNvPr id="197" name="직사각형 196">
            <a:extLst>
              <a:ext uri="{FF2B5EF4-FFF2-40B4-BE49-F238E27FC236}">
                <a16:creationId xmlns="" xmlns:a16="http://schemas.microsoft.com/office/drawing/2014/main" id="{D120C459-4F6E-0D43-BD29-0AF366960DED}"/>
              </a:ext>
            </a:extLst>
          </p:cNvPr>
          <p:cNvSpPr/>
          <p:nvPr/>
        </p:nvSpPr>
        <p:spPr>
          <a:xfrm>
            <a:off x="200472" y="973249"/>
            <a:ext cx="3223713" cy="42380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700">
              <a:solidFill>
                <a:schemeClr val="tx1"/>
              </a:solidFill>
              <a:latin typeface="Times New Roman" pitchFamily="18" charset="0"/>
              <a:ea typeface="Nanum Gothic" panose="020D0604000000000000" pitchFamily="34" charset="-127"/>
              <a:cs typeface="Times New Roman" pitchFamily="18" charset="0"/>
            </a:endParaRPr>
          </a:p>
        </p:txBody>
      </p:sp>
      <p:sp>
        <p:nvSpPr>
          <p:cNvPr id="201" name="직사각형 200">
            <a:extLst>
              <a:ext uri="{FF2B5EF4-FFF2-40B4-BE49-F238E27FC236}">
                <a16:creationId xmlns="" xmlns:a16="http://schemas.microsoft.com/office/drawing/2014/main" id="{19FAD037-01D0-754B-BB52-70D2CE8462C9}"/>
              </a:ext>
            </a:extLst>
          </p:cNvPr>
          <p:cNvSpPr/>
          <p:nvPr/>
        </p:nvSpPr>
        <p:spPr>
          <a:xfrm>
            <a:off x="2789740" y="1711431"/>
            <a:ext cx="226612" cy="276534"/>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cxnSp>
        <p:nvCxnSpPr>
          <p:cNvPr id="202" name="꺾인 연결선[E] 162">
            <a:extLst>
              <a:ext uri="{FF2B5EF4-FFF2-40B4-BE49-F238E27FC236}">
                <a16:creationId xmlns="" xmlns:a16="http://schemas.microsoft.com/office/drawing/2014/main" id="{B646EB03-3B3B-4743-A7B1-F1A3A614E08E}"/>
              </a:ext>
            </a:extLst>
          </p:cNvPr>
          <p:cNvCxnSpPr>
            <a:cxnSpLocks/>
            <a:stCxn id="201" idx="0"/>
            <a:endCxn id="192" idx="2"/>
          </p:cNvCxnSpPr>
          <p:nvPr/>
        </p:nvCxnSpPr>
        <p:spPr>
          <a:xfrm rot="16200000" flipV="1">
            <a:off x="2377404" y="1185788"/>
            <a:ext cx="395266" cy="656019"/>
          </a:xfrm>
          <a:prstGeom prst="curvedConnector3">
            <a:avLst>
              <a:gd name="adj1" fmla="val 50000"/>
            </a:avLst>
          </a:prstGeom>
          <a:ln w="3175">
            <a:solidFill>
              <a:srgbClr val="0070C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7" name="꺾인 연결선[E] 162">
            <a:extLst>
              <a:ext uri="{FF2B5EF4-FFF2-40B4-BE49-F238E27FC236}">
                <a16:creationId xmlns="" xmlns:a16="http://schemas.microsoft.com/office/drawing/2014/main" id="{459C3CFB-F02A-5E42-9A27-B1148C9F99AF}"/>
              </a:ext>
            </a:extLst>
          </p:cNvPr>
          <p:cNvCxnSpPr>
            <a:cxnSpLocks/>
            <a:stCxn id="8" idx="0"/>
            <a:endCxn id="96" idx="0"/>
          </p:cNvCxnSpPr>
          <p:nvPr/>
        </p:nvCxnSpPr>
        <p:spPr>
          <a:xfrm rot="5400000" flipH="1" flipV="1">
            <a:off x="4042112" y="708578"/>
            <a:ext cx="122759" cy="1963204"/>
          </a:xfrm>
          <a:prstGeom prst="curvedConnector3">
            <a:avLst>
              <a:gd name="adj1" fmla="val 286219"/>
            </a:avLst>
          </a:prstGeom>
          <a:ln w="3175">
            <a:solidFill>
              <a:srgbClr val="0070C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2" name="꺾인 연결선[E] 162">
            <a:extLst>
              <a:ext uri="{FF2B5EF4-FFF2-40B4-BE49-F238E27FC236}">
                <a16:creationId xmlns="" xmlns:a16="http://schemas.microsoft.com/office/drawing/2014/main" id="{C5DCC562-FE7C-134A-B010-BED97B398F8A}"/>
              </a:ext>
            </a:extLst>
          </p:cNvPr>
          <p:cNvCxnSpPr>
            <a:cxnSpLocks/>
            <a:stCxn id="18" idx="2"/>
          </p:cNvCxnSpPr>
          <p:nvPr/>
        </p:nvCxnSpPr>
        <p:spPr>
          <a:xfrm rot="5400000" flipH="1" flipV="1">
            <a:off x="3760929" y="1906298"/>
            <a:ext cx="1212185" cy="5045513"/>
          </a:xfrm>
          <a:prstGeom prst="curvedConnector4">
            <a:avLst>
              <a:gd name="adj1" fmla="val -18859"/>
              <a:gd name="adj2" fmla="val 63065"/>
            </a:avLst>
          </a:prstGeom>
          <a:ln w="3175">
            <a:solidFill>
              <a:srgbClr val="0070C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4" name="직사각형 178">
            <a:extLst>
              <a:ext uri="{FF2B5EF4-FFF2-40B4-BE49-F238E27FC236}">
                <a16:creationId xmlns="" xmlns:a16="http://schemas.microsoft.com/office/drawing/2014/main" id="{08DDAD76-4F82-EF46-A47B-48B1AD14292D}"/>
              </a:ext>
            </a:extLst>
          </p:cNvPr>
          <p:cNvSpPr/>
          <p:nvPr/>
        </p:nvSpPr>
        <p:spPr>
          <a:xfrm>
            <a:off x="3564505" y="2091624"/>
            <a:ext cx="3009240" cy="346406"/>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95" name="직사각형 179">
            <a:extLst>
              <a:ext uri="{FF2B5EF4-FFF2-40B4-BE49-F238E27FC236}">
                <a16:creationId xmlns="" xmlns:a16="http://schemas.microsoft.com/office/drawing/2014/main" id="{DFAFAD18-0575-F246-97F4-2BEC81C64975}"/>
              </a:ext>
            </a:extLst>
          </p:cNvPr>
          <p:cNvSpPr/>
          <p:nvPr/>
        </p:nvSpPr>
        <p:spPr>
          <a:xfrm>
            <a:off x="4110078" y="2152188"/>
            <a:ext cx="627095" cy="215444"/>
          </a:xfrm>
          <a:prstGeom prst="rect">
            <a:avLst/>
          </a:prstGeom>
        </p:spPr>
        <p:txBody>
          <a:bodyPr wrap="non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Mua xong</a:t>
            </a:r>
            <a:endParaRPr lang="en-US" altLang="ko-KR" sz="800" b="1" dirty="0">
              <a:latin typeface="Times New Roman" pitchFamily="18" charset="0"/>
              <a:ea typeface="Nanum Gothic" panose="020D0604000000000000" pitchFamily="34" charset="-127"/>
              <a:cs typeface="Times New Roman" pitchFamily="18" charset="0"/>
            </a:endParaRPr>
          </a:p>
        </p:txBody>
      </p:sp>
      <p:cxnSp>
        <p:nvCxnSpPr>
          <p:cNvPr id="111" name="직선 연결선[R] 180">
            <a:extLst>
              <a:ext uri="{FF2B5EF4-FFF2-40B4-BE49-F238E27FC236}">
                <a16:creationId xmlns="" xmlns:a16="http://schemas.microsoft.com/office/drawing/2014/main" id="{FA1B7C4B-A21C-824F-8971-59E834A68ADB}"/>
              </a:ext>
            </a:extLst>
          </p:cNvPr>
          <p:cNvCxnSpPr>
            <a:cxnSpLocks/>
          </p:cNvCxnSpPr>
          <p:nvPr/>
        </p:nvCxnSpPr>
        <p:spPr>
          <a:xfrm>
            <a:off x="3651278" y="2432869"/>
            <a:ext cx="559642" cy="0"/>
          </a:xfrm>
          <a:prstGeom prst="line">
            <a:avLst/>
          </a:prstGeom>
          <a:ln w="3810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4" name="직사각형 181">
            <a:extLst>
              <a:ext uri="{FF2B5EF4-FFF2-40B4-BE49-F238E27FC236}">
                <a16:creationId xmlns="" xmlns:a16="http://schemas.microsoft.com/office/drawing/2014/main" id="{BF6D2B69-CA6E-AA4C-8B29-F18CE07FAB56}"/>
              </a:ext>
            </a:extLst>
          </p:cNvPr>
          <p:cNvSpPr/>
          <p:nvPr/>
        </p:nvSpPr>
        <p:spPr>
          <a:xfrm>
            <a:off x="4676025" y="2152188"/>
            <a:ext cx="579005" cy="338554"/>
          </a:xfrm>
          <a:prstGeom prst="rect">
            <a:avLst/>
          </a:prstGeom>
        </p:spPr>
        <p:txBody>
          <a:bodyPr wrap="non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Sử dụng </a:t>
            </a:r>
          </a:p>
          <a:p>
            <a:pPr algn="ctr"/>
            <a:r>
              <a:rPr lang="en-US" altLang="ko-KR" sz="800" b="1" smtClean="0">
                <a:latin typeface="Times New Roman" pitchFamily="18" charset="0"/>
                <a:ea typeface="Nanum Gothic" panose="020D0604000000000000" pitchFamily="34" charset="-127"/>
                <a:cs typeface="Times New Roman" pitchFamily="18" charset="0"/>
              </a:rPr>
              <a:t>xong</a:t>
            </a:r>
            <a:endParaRPr lang="en-US" altLang="ko-KR" sz="800" b="1" dirty="0">
              <a:latin typeface="Times New Roman" pitchFamily="18" charset="0"/>
              <a:ea typeface="Nanum Gothic" panose="020D0604000000000000" pitchFamily="34" charset="-127"/>
              <a:cs typeface="Times New Roman" pitchFamily="18" charset="0"/>
            </a:endParaRPr>
          </a:p>
        </p:txBody>
      </p:sp>
      <p:sp>
        <p:nvSpPr>
          <p:cNvPr id="125" name="직사각형 182">
            <a:extLst>
              <a:ext uri="{FF2B5EF4-FFF2-40B4-BE49-F238E27FC236}">
                <a16:creationId xmlns="" xmlns:a16="http://schemas.microsoft.com/office/drawing/2014/main" id="{E295F975-41A3-594C-8569-40B3023CC84B}"/>
              </a:ext>
            </a:extLst>
          </p:cNvPr>
          <p:cNvSpPr/>
          <p:nvPr/>
        </p:nvSpPr>
        <p:spPr>
          <a:xfrm>
            <a:off x="5610756" y="2152188"/>
            <a:ext cx="615873" cy="338554"/>
          </a:xfrm>
          <a:prstGeom prst="rect">
            <a:avLst/>
          </a:prstGeom>
        </p:spPr>
        <p:txBody>
          <a:bodyPr wrap="non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Hoàn tiền</a:t>
            </a:r>
          </a:p>
          <a:p>
            <a:pPr algn="ctr"/>
            <a:r>
              <a:rPr lang="en-US" altLang="ko-KR" sz="800" b="1" smtClean="0">
                <a:latin typeface="Times New Roman" pitchFamily="18" charset="0"/>
                <a:ea typeface="Nanum Gothic" panose="020D0604000000000000" pitchFamily="34" charset="-127"/>
                <a:cs typeface="Times New Roman" pitchFamily="18" charset="0"/>
              </a:rPr>
              <a:t>xong</a:t>
            </a:r>
            <a:endParaRPr lang="en-US" altLang="ko-KR" sz="800" b="1" dirty="0">
              <a:latin typeface="Times New Roman" pitchFamily="18" charset="0"/>
              <a:ea typeface="Nanum Gothic" panose="020D0604000000000000" pitchFamily="34" charset="-127"/>
              <a:cs typeface="Times New Roman" pitchFamily="18" charset="0"/>
            </a:endParaRPr>
          </a:p>
        </p:txBody>
      </p:sp>
      <p:sp>
        <p:nvSpPr>
          <p:cNvPr id="126" name="직사각형 183">
            <a:extLst>
              <a:ext uri="{FF2B5EF4-FFF2-40B4-BE49-F238E27FC236}">
                <a16:creationId xmlns="" xmlns:a16="http://schemas.microsoft.com/office/drawing/2014/main" id="{F3082012-AC38-CA4F-9215-8869BDE7D1B9}"/>
              </a:ext>
            </a:extLst>
          </p:cNvPr>
          <p:cNvSpPr/>
          <p:nvPr/>
        </p:nvSpPr>
        <p:spPr>
          <a:xfrm>
            <a:off x="6103857" y="2152188"/>
            <a:ext cx="553357" cy="338554"/>
          </a:xfrm>
          <a:prstGeom prst="rect">
            <a:avLst/>
          </a:prstGeom>
        </p:spPr>
        <p:txBody>
          <a:bodyPr wrap="non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Hết hạn</a:t>
            </a:r>
          </a:p>
          <a:p>
            <a:pPr algn="ctr"/>
            <a:r>
              <a:rPr lang="en-US" altLang="ko-KR" sz="800" b="1" smtClean="0">
                <a:latin typeface="Times New Roman" pitchFamily="18" charset="0"/>
                <a:ea typeface="Nanum Gothic" panose="020D0604000000000000" pitchFamily="34" charset="-127"/>
                <a:cs typeface="Times New Roman" pitchFamily="18" charset="0"/>
              </a:rPr>
              <a:t>sử dụng</a:t>
            </a:r>
            <a:endParaRPr lang="ko-KR" altLang="en-US" sz="800" b="1" dirty="0">
              <a:latin typeface="Times New Roman" pitchFamily="18" charset="0"/>
              <a:ea typeface="Nanum Gothic" panose="020D0604000000000000" pitchFamily="34" charset="-127"/>
              <a:cs typeface="Times New Roman" pitchFamily="18" charset="0"/>
            </a:endParaRPr>
          </a:p>
        </p:txBody>
      </p:sp>
      <p:sp>
        <p:nvSpPr>
          <p:cNvPr id="127" name="직사각형 184">
            <a:extLst>
              <a:ext uri="{FF2B5EF4-FFF2-40B4-BE49-F238E27FC236}">
                <a16:creationId xmlns="" xmlns:a16="http://schemas.microsoft.com/office/drawing/2014/main" id="{CB6CEA89-BC7A-1349-9D2D-46F060CF5B4E}"/>
              </a:ext>
            </a:extLst>
          </p:cNvPr>
          <p:cNvSpPr/>
          <p:nvPr/>
        </p:nvSpPr>
        <p:spPr>
          <a:xfrm>
            <a:off x="3621094" y="2152188"/>
            <a:ext cx="548547" cy="215444"/>
          </a:xfrm>
          <a:prstGeom prst="rect">
            <a:avLst/>
          </a:prstGeom>
        </p:spPr>
        <p:txBody>
          <a:bodyPr wrap="none">
            <a:spAutoFit/>
          </a:bodyPr>
          <a:lstStyle/>
          <a:p>
            <a:pPr algn="ct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Toàn bộ</a:t>
            </a:r>
            <a:endParaRPr lang="en-US" altLang="ko-KR"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29" name="직사각형 181">
            <a:extLst>
              <a:ext uri="{FF2B5EF4-FFF2-40B4-BE49-F238E27FC236}">
                <a16:creationId xmlns="" xmlns:a16="http://schemas.microsoft.com/office/drawing/2014/main" id="{BF6D2B69-CA6E-AA4C-8B29-F18CE07FAB56}"/>
              </a:ext>
            </a:extLst>
          </p:cNvPr>
          <p:cNvSpPr/>
          <p:nvPr/>
        </p:nvSpPr>
        <p:spPr>
          <a:xfrm>
            <a:off x="5084307" y="2045374"/>
            <a:ext cx="696270" cy="461665"/>
          </a:xfrm>
          <a:prstGeom prst="rect">
            <a:avLst/>
          </a:prstGeom>
        </p:spPr>
        <p:txBody>
          <a:bodyPr wrap="squar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Đang yêu cầu hoàn tiền</a:t>
            </a:r>
            <a:endParaRPr lang="en-US" altLang="ko-KR" sz="800" b="1" dirty="0">
              <a:latin typeface="Times New Roman" pitchFamily="18" charset="0"/>
              <a:ea typeface="Nanum Gothic" panose="020D0604000000000000" pitchFamily="34" charset="-127"/>
              <a:cs typeface="Times New Roman" pitchFamily="18" charset="0"/>
            </a:endParaRPr>
          </a:p>
        </p:txBody>
      </p:sp>
      <p:sp>
        <p:nvSpPr>
          <p:cNvPr id="130" name="직사각형 178">
            <a:extLst>
              <a:ext uri="{FF2B5EF4-FFF2-40B4-BE49-F238E27FC236}">
                <a16:creationId xmlns="" xmlns:a16="http://schemas.microsoft.com/office/drawing/2014/main" id="{08DDAD76-4F82-EF46-A47B-48B1AD14292D}"/>
              </a:ext>
            </a:extLst>
          </p:cNvPr>
          <p:cNvSpPr/>
          <p:nvPr/>
        </p:nvSpPr>
        <p:spPr>
          <a:xfrm>
            <a:off x="6814520" y="2102641"/>
            <a:ext cx="3009240" cy="346406"/>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131" name="직사각형 179">
            <a:extLst>
              <a:ext uri="{FF2B5EF4-FFF2-40B4-BE49-F238E27FC236}">
                <a16:creationId xmlns="" xmlns:a16="http://schemas.microsoft.com/office/drawing/2014/main" id="{DFAFAD18-0575-F246-97F4-2BEC81C64975}"/>
              </a:ext>
            </a:extLst>
          </p:cNvPr>
          <p:cNvSpPr/>
          <p:nvPr/>
        </p:nvSpPr>
        <p:spPr>
          <a:xfrm>
            <a:off x="7360093" y="2163205"/>
            <a:ext cx="627095" cy="215444"/>
          </a:xfrm>
          <a:prstGeom prst="rect">
            <a:avLst/>
          </a:prstGeom>
        </p:spPr>
        <p:txBody>
          <a:bodyPr wrap="non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Mua xong</a:t>
            </a:r>
            <a:endParaRPr lang="en-US" altLang="ko-KR" sz="800" b="1" dirty="0">
              <a:latin typeface="Times New Roman" pitchFamily="18" charset="0"/>
              <a:ea typeface="Nanum Gothic" panose="020D0604000000000000" pitchFamily="34" charset="-127"/>
              <a:cs typeface="Times New Roman" pitchFamily="18" charset="0"/>
            </a:endParaRPr>
          </a:p>
        </p:txBody>
      </p:sp>
      <p:cxnSp>
        <p:nvCxnSpPr>
          <p:cNvPr id="132" name="직선 연결선[R] 180">
            <a:extLst>
              <a:ext uri="{FF2B5EF4-FFF2-40B4-BE49-F238E27FC236}">
                <a16:creationId xmlns="" xmlns:a16="http://schemas.microsoft.com/office/drawing/2014/main" id="{FA1B7C4B-A21C-824F-8971-59E834A68ADB}"/>
              </a:ext>
            </a:extLst>
          </p:cNvPr>
          <p:cNvCxnSpPr>
            <a:cxnSpLocks/>
          </p:cNvCxnSpPr>
          <p:nvPr/>
        </p:nvCxnSpPr>
        <p:spPr>
          <a:xfrm>
            <a:off x="6901293" y="2443886"/>
            <a:ext cx="559642" cy="0"/>
          </a:xfrm>
          <a:prstGeom prst="line">
            <a:avLst/>
          </a:prstGeom>
          <a:ln w="3810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3" name="직사각형 181">
            <a:extLst>
              <a:ext uri="{FF2B5EF4-FFF2-40B4-BE49-F238E27FC236}">
                <a16:creationId xmlns="" xmlns:a16="http://schemas.microsoft.com/office/drawing/2014/main" id="{BF6D2B69-CA6E-AA4C-8B29-F18CE07FAB56}"/>
              </a:ext>
            </a:extLst>
          </p:cNvPr>
          <p:cNvSpPr/>
          <p:nvPr/>
        </p:nvSpPr>
        <p:spPr>
          <a:xfrm>
            <a:off x="7926040" y="2163205"/>
            <a:ext cx="579005" cy="338554"/>
          </a:xfrm>
          <a:prstGeom prst="rect">
            <a:avLst/>
          </a:prstGeom>
        </p:spPr>
        <p:txBody>
          <a:bodyPr wrap="non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Sử dụng </a:t>
            </a:r>
          </a:p>
          <a:p>
            <a:pPr algn="ctr"/>
            <a:r>
              <a:rPr lang="en-US" altLang="ko-KR" sz="800" b="1" smtClean="0">
                <a:latin typeface="Times New Roman" pitchFamily="18" charset="0"/>
                <a:ea typeface="Nanum Gothic" panose="020D0604000000000000" pitchFamily="34" charset="-127"/>
                <a:cs typeface="Times New Roman" pitchFamily="18" charset="0"/>
              </a:rPr>
              <a:t>xong</a:t>
            </a:r>
            <a:endParaRPr lang="en-US" altLang="ko-KR" sz="800" b="1" dirty="0">
              <a:latin typeface="Times New Roman" pitchFamily="18" charset="0"/>
              <a:ea typeface="Nanum Gothic" panose="020D0604000000000000" pitchFamily="34" charset="-127"/>
              <a:cs typeface="Times New Roman" pitchFamily="18" charset="0"/>
            </a:endParaRPr>
          </a:p>
        </p:txBody>
      </p:sp>
      <p:sp>
        <p:nvSpPr>
          <p:cNvPr id="134" name="직사각형 182">
            <a:extLst>
              <a:ext uri="{FF2B5EF4-FFF2-40B4-BE49-F238E27FC236}">
                <a16:creationId xmlns="" xmlns:a16="http://schemas.microsoft.com/office/drawing/2014/main" id="{E295F975-41A3-594C-8569-40B3023CC84B}"/>
              </a:ext>
            </a:extLst>
          </p:cNvPr>
          <p:cNvSpPr/>
          <p:nvPr/>
        </p:nvSpPr>
        <p:spPr>
          <a:xfrm>
            <a:off x="8860771" y="2163205"/>
            <a:ext cx="615873" cy="338554"/>
          </a:xfrm>
          <a:prstGeom prst="rect">
            <a:avLst/>
          </a:prstGeom>
        </p:spPr>
        <p:txBody>
          <a:bodyPr wrap="non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Hoàn tiền</a:t>
            </a:r>
          </a:p>
          <a:p>
            <a:pPr algn="ctr"/>
            <a:r>
              <a:rPr lang="en-US" altLang="ko-KR" sz="800" b="1" smtClean="0">
                <a:latin typeface="Times New Roman" pitchFamily="18" charset="0"/>
                <a:ea typeface="Nanum Gothic" panose="020D0604000000000000" pitchFamily="34" charset="-127"/>
                <a:cs typeface="Times New Roman" pitchFamily="18" charset="0"/>
              </a:rPr>
              <a:t>xong</a:t>
            </a:r>
            <a:endParaRPr lang="en-US" altLang="ko-KR" sz="800" b="1" dirty="0">
              <a:latin typeface="Times New Roman" pitchFamily="18" charset="0"/>
              <a:ea typeface="Nanum Gothic" panose="020D0604000000000000" pitchFamily="34" charset="-127"/>
              <a:cs typeface="Times New Roman" pitchFamily="18" charset="0"/>
            </a:endParaRPr>
          </a:p>
        </p:txBody>
      </p:sp>
      <p:sp>
        <p:nvSpPr>
          <p:cNvPr id="135" name="직사각형 183">
            <a:extLst>
              <a:ext uri="{FF2B5EF4-FFF2-40B4-BE49-F238E27FC236}">
                <a16:creationId xmlns="" xmlns:a16="http://schemas.microsoft.com/office/drawing/2014/main" id="{F3082012-AC38-CA4F-9215-8869BDE7D1B9}"/>
              </a:ext>
            </a:extLst>
          </p:cNvPr>
          <p:cNvSpPr/>
          <p:nvPr/>
        </p:nvSpPr>
        <p:spPr>
          <a:xfrm>
            <a:off x="9353872" y="2163205"/>
            <a:ext cx="553357" cy="338554"/>
          </a:xfrm>
          <a:prstGeom prst="rect">
            <a:avLst/>
          </a:prstGeom>
        </p:spPr>
        <p:txBody>
          <a:bodyPr wrap="non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Hết hạn</a:t>
            </a:r>
          </a:p>
          <a:p>
            <a:pPr algn="ctr"/>
            <a:r>
              <a:rPr lang="en-US" altLang="ko-KR" sz="800" b="1" smtClean="0">
                <a:latin typeface="Times New Roman" pitchFamily="18" charset="0"/>
                <a:ea typeface="Nanum Gothic" panose="020D0604000000000000" pitchFamily="34" charset="-127"/>
                <a:cs typeface="Times New Roman" pitchFamily="18" charset="0"/>
              </a:rPr>
              <a:t>sử dụng</a:t>
            </a:r>
            <a:endParaRPr lang="ko-KR" altLang="en-US" sz="800" b="1" dirty="0">
              <a:latin typeface="Times New Roman" pitchFamily="18" charset="0"/>
              <a:ea typeface="Nanum Gothic" panose="020D0604000000000000" pitchFamily="34" charset="-127"/>
              <a:cs typeface="Times New Roman" pitchFamily="18" charset="0"/>
            </a:endParaRPr>
          </a:p>
        </p:txBody>
      </p:sp>
      <p:sp>
        <p:nvSpPr>
          <p:cNvPr id="136" name="직사각형 184">
            <a:extLst>
              <a:ext uri="{FF2B5EF4-FFF2-40B4-BE49-F238E27FC236}">
                <a16:creationId xmlns="" xmlns:a16="http://schemas.microsoft.com/office/drawing/2014/main" id="{CB6CEA89-BC7A-1349-9D2D-46F060CF5B4E}"/>
              </a:ext>
            </a:extLst>
          </p:cNvPr>
          <p:cNvSpPr/>
          <p:nvPr/>
        </p:nvSpPr>
        <p:spPr>
          <a:xfrm>
            <a:off x="6871109" y="2163205"/>
            <a:ext cx="548547" cy="215444"/>
          </a:xfrm>
          <a:prstGeom prst="rect">
            <a:avLst/>
          </a:prstGeom>
        </p:spPr>
        <p:txBody>
          <a:bodyPr wrap="none">
            <a:spAutoFit/>
          </a:bodyPr>
          <a:lstStyle/>
          <a:p>
            <a:pPr algn="ct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Toàn bộ</a:t>
            </a:r>
            <a:endParaRPr lang="en-US" altLang="ko-KR"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37" name="직사각형 181">
            <a:extLst>
              <a:ext uri="{FF2B5EF4-FFF2-40B4-BE49-F238E27FC236}">
                <a16:creationId xmlns="" xmlns:a16="http://schemas.microsoft.com/office/drawing/2014/main" id="{BF6D2B69-CA6E-AA4C-8B29-F18CE07FAB56}"/>
              </a:ext>
            </a:extLst>
          </p:cNvPr>
          <p:cNvSpPr/>
          <p:nvPr/>
        </p:nvSpPr>
        <p:spPr>
          <a:xfrm>
            <a:off x="8334322" y="2056391"/>
            <a:ext cx="696270" cy="461665"/>
          </a:xfrm>
          <a:prstGeom prst="rect">
            <a:avLst/>
          </a:prstGeom>
        </p:spPr>
        <p:txBody>
          <a:bodyPr wrap="squar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Đang yêu cầu hoàn tiền</a:t>
            </a:r>
            <a:endParaRPr lang="en-US" altLang="ko-KR" sz="800" b="1" dirty="0">
              <a:latin typeface="Times New Roman" pitchFamily="18" charset="0"/>
              <a:ea typeface="Nanum Gothic" panose="020D0604000000000000" pitchFamily="34" charset="-127"/>
              <a:cs typeface="Times New Roman" pitchFamily="18" charset="0"/>
            </a:endParaRPr>
          </a:p>
        </p:txBody>
      </p:sp>
      <p:sp>
        <p:nvSpPr>
          <p:cNvPr id="138" name="Google Shape;222;p4"/>
          <p:cNvSpPr/>
          <p:nvPr/>
        </p:nvSpPr>
        <p:spPr>
          <a:xfrm>
            <a:off x="7965398" y="116632"/>
            <a:ext cx="1940602" cy="216024"/>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ko-KR" sz="800" smtClean="0">
                <a:solidFill>
                  <a:schemeClr val="lt1"/>
                </a:solidFill>
                <a:latin typeface="Times New Roman" pitchFamily="18" charset="0"/>
                <a:ea typeface="Malgun Gothic"/>
                <a:cs typeface="Times New Roman" pitchFamily="18" charset="0"/>
                <a:sym typeface="Malgun Gothic"/>
              </a:rPr>
              <a:t>Sửa phần liên kết kết quả tìm kiếm</a:t>
            </a:r>
            <a:r>
              <a:rPr lang="ko-KR" sz="800" smtClean="0">
                <a:solidFill>
                  <a:schemeClr val="lt1"/>
                </a:solidFill>
                <a:latin typeface="Times New Roman" pitchFamily="18" charset="0"/>
                <a:ea typeface="Malgun Gothic"/>
                <a:cs typeface="Times New Roman" pitchFamily="18" charset="0"/>
                <a:sym typeface="Malgun Gothic"/>
              </a:rPr>
              <a:t> </a:t>
            </a:r>
            <a:r>
              <a:rPr lang="ko-KR" sz="800">
                <a:solidFill>
                  <a:schemeClr val="lt1"/>
                </a:solidFill>
                <a:latin typeface="Times New Roman" pitchFamily="18" charset="0"/>
                <a:ea typeface="Malgun Gothic"/>
                <a:cs typeface="Times New Roman" pitchFamily="18" charset="0"/>
                <a:sym typeface="Malgun Gothic"/>
              </a:rPr>
              <a:t>(7/3)</a:t>
            </a:r>
            <a:endParaRPr sz="800">
              <a:solidFill>
                <a:schemeClr val="lt1"/>
              </a:solidFill>
              <a:latin typeface="Times New Roman" pitchFamily="18" charset="0"/>
              <a:ea typeface="Malgun Gothic"/>
              <a:cs typeface="Times New Roman" pitchFamily="18" charset="0"/>
              <a:sym typeface="Malgun Gothic"/>
            </a:endParaRPr>
          </a:p>
        </p:txBody>
      </p:sp>
      <p:sp>
        <p:nvSpPr>
          <p:cNvPr id="139" name="Google Shape;221;p4"/>
          <p:cNvSpPr/>
          <p:nvPr/>
        </p:nvSpPr>
        <p:spPr>
          <a:xfrm>
            <a:off x="3682788" y="1162094"/>
            <a:ext cx="4953000" cy="369291"/>
          </a:xfrm>
          <a:prstGeom prst="rect">
            <a:avLst/>
          </a:prstGeom>
          <a:noFill/>
          <a:ln>
            <a:noFill/>
          </a:ln>
        </p:spPr>
        <p:txBody>
          <a:bodyPr spcFirstLastPara="1" wrap="square" lIns="91425" tIns="45700" rIns="91425" bIns="45700" anchor="t" anchorCtr="0">
            <a:spAutoFit/>
          </a:bodyPr>
          <a:lstStyle/>
          <a:p>
            <a:pPr marL="88900" marR="0" lvl="0" indent="-88900" algn="l" rtl="0">
              <a:spcBef>
                <a:spcPts val="0"/>
              </a:spcBef>
              <a:spcAft>
                <a:spcPts val="0"/>
              </a:spcAft>
              <a:buClr>
                <a:srgbClr val="C00000"/>
              </a:buClr>
              <a:buSzPts val="900"/>
              <a:buFont typeface="Arial"/>
              <a:buChar char="•"/>
            </a:pPr>
            <a:r>
              <a:rPr lang="en-US" altLang="ko-KR" sz="900" smtClean="0">
                <a:solidFill>
                  <a:srgbClr val="C00000"/>
                </a:solidFill>
                <a:latin typeface="Times New Roman" pitchFamily="18" charset="0"/>
                <a:ea typeface="Nanum Gothic"/>
                <a:cs typeface="Times New Roman" pitchFamily="18" charset="0"/>
                <a:sym typeface="Nanum Gothic"/>
              </a:rPr>
              <a:t>Nếu trong từ khóa có tiếng Hàn hoặc tiếng Anh</a:t>
            </a:r>
            <a:r>
              <a:rPr lang="ko-KR" sz="900" smtClean="0">
                <a:solidFill>
                  <a:srgbClr val="C00000"/>
                </a:solidFill>
                <a:latin typeface="Times New Roman" pitchFamily="18" charset="0"/>
                <a:ea typeface="Nanum Gothic"/>
                <a:cs typeface="Times New Roman" pitchFamily="18" charset="0"/>
                <a:sym typeface="Nanum Gothic"/>
              </a:rPr>
              <a:t> </a:t>
            </a:r>
            <a:r>
              <a:rPr lang="ko-KR" sz="900">
                <a:solidFill>
                  <a:srgbClr val="C00000"/>
                </a:solidFill>
                <a:latin typeface="Times New Roman" pitchFamily="18" charset="0"/>
                <a:ea typeface="Nanum Gothic"/>
                <a:cs typeface="Times New Roman" pitchFamily="18" charset="0"/>
                <a:sym typeface="Nanum Gothic"/>
              </a:rPr>
              <a:t>: </a:t>
            </a:r>
            <a:r>
              <a:rPr lang="en-US" altLang="ko-KR" sz="900" smtClean="0">
                <a:solidFill>
                  <a:srgbClr val="C00000"/>
                </a:solidFill>
                <a:latin typeface="Times New Roman" pitchFamily="18" charset="0"/>
                <a:ea typeface="Nanum Gothic"/>
                <a:cs typeface="Times New Roman" pitchFamily="18" charset="0"/>
                <a:sym typeface="Nanum Gothic"/>
              </a:rPr>
              <a:t>Tìm theo tên người mua.</a:t>
            </a:r>
            <a:endParaRPr sz="900">
              <a:solidFill>
                <a:srgbClr val="C00000"/>
              </a:solidFill>
              <a:latin typeface="Times New Roman" pitchFamily="18" charset="0"/>
              <a:ea typeface="Nanum Gothic"/>
              <a:cs typeface="Times New Roman" pitchFamily="18" charset="0"/>
              <a:sym typeface="Nanum Gothic"/>
            </a:endParaRPr>
          </a:p>
          <a:p>
            <a:pPr marL="88900" marR="0" lvl="0" indent="-88900" algn="l" rtl="0">
              <a:spcBef>
                <a:spcPts val="0"/>
              </a:spcBef>
              <a:spcAft>
                <a:spcPts val="0"/>
              </a:spcAft>
              <a:buClr>
                <a:srgbClr val="C00000"/>
              </a:buClr>
              <a:buSzPts val="900"/>
              <a:buFont typeface="Arial"/>
              <a:buChar char="•"/>
            </a:pPr>
            <a:r>
              <a:rPr lang="en-US" altLang="ko-KR" sz="900" smtClean="0">
                <a:solidFill>
                  <a:srgbClr val="C00000"/>
                </a:solidFill>
                <a:latin typeface="Times New Roman" pitchFamily="18" charset="0"/>
                <a:ea typeface="Nanum Gothic"/>
                <a:cs typeface="Times New Roman" pitchFamily="18" charset="0"/>
                <a:sym typeface="Nanum Gothic"/>
              </a:rPr>
              <a:t>Nếu trong từ khóa có số</a:t>
            </a:r>
            <a:r>
              <a:rPr lang="ko-KR" sz="900" smtClean="0">
                <a:solidFill>
                  <a:srgbClr val="C00000"/>
                </a:solidFill>
                <a:latin typeface="Times New Roman" pitchFamily="18" charset="0"/>
                <a:ea typeface="Nanum Gothic"/>
                <a:cs typeface="Times New Roman" pitchFamily="18" charset="0"/>
                <a:sym typeface="Nanum Gothic"/>
              </a:rPr>
              <a:t> </a:t>
            </a:r>
            <a:r>
              <a:rPr lang="ko-KR" sz="900">
                <a:solidFill>
                  <a:srgbClr val="C00000"/>
                </a:solidFill>
                <a:latin typeface="Times New Roman" pitchFamily="18" charset="0"/>
                <a:ea typeface="Nanum Gothic"/>
                <a:cs typeface="Times New Roman" pitchFamily="18" charset="0"/>
                <a:sym typeface="Nanum Gothic"/>
              </a:rPr>
              <a:t>: </a:t>
            </a:r>
            <a:r>
              <a:rPr lang="en-US" altLang="ko-KR" sz="900" smtClean="0">
                <a:solidFill>
                  <a:srgbClr val="C00000"/>
                </a:solidFill>
                <a:latin typeface="Times New Roman" pitchFamily="18" charset="0"/>
                <a:ea typeface="Nanum Gothic"/>
                <a:cs typeface="Times New Roman" pitchFamily="18" charset="0"/>
                <a:sym typeface="Nanum Gothic"/>
              </a:rPr>
              <a:t>Tìm theo số điện thoại hoặc mã vé.</a:t>
            </a:r>
            <a:endParaRPr sz="900">
              <a:solidFill>
                <a:srgbClr val="C00000"/>
              </a:solidFill>
              <a:latin typeface="Times New Roman" pitchFamily="18" charset="0"/>
              <a:ea typeface="Nanum Gothic"/>
              <a:cs typeface="Times New Roman" pitchFamily="18" charset="0"/>
              <a:sym typeface="Nanum Gothic"/>
            </a:endParaRPr>
          </a:p>
        </p:txBody>
      </p:sp>
    </p:spTree>
    <p:extLst>
      <p:ext uri="{BB962C8B-B14F-4D97-AF65-F5344CB8AC3E}">
        <p14:creationId xmlns="" xmlns:p14="http://schemas.microsoft.com/office/powerpoint/2010/main" val="1527418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5"/>
          <p:cNvSpPr txBox="1">
            <a:spLocks noGrp="1"/>
          </p:cNvSpPr>
          <p:nvPr>
            <p:ph type="title"/>
          </p:nvPr>
        </p:nvSpPr>
        <p:spPr>
          <a:xfrm>
            <a:off x="128464" y="27460"/>
            <a:ext cx="7957637" cy="52122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95959"/>
              </a:buClr>
              <a:buSzPts val="1600"/>
              <a:buFont typeface="Arial"/>
              <a:buNone/>
            </a:pPr>
            <a:r>
              <a:rPr lang="en-US" altLang="ko-KR" smtClean="0">
                <a:latin typeface="Times New Roman" pitchFamily="18" charset="0"/>
                <a:cs typeface="Times New Roman" pitchFamily="18" charset="0"/>
              </a:rPr>
              <a:t>Refresh giao diện</a:t>
            </a:r>
            <a:endParaRPr>
              <a:latin typeface="Times New Roman" pitchFamily="18" charset="0"/>
              <a:cs typeface="Times New Roman" pitchFamily="18" charset="0"/>
            </a:endParaRPr>
          </a:p>
        </p:txBody>
      </p:sp>
      <p:sp>
        <p:nvSpPr>
          <p:cNvPr id="228" name="Google Shape;228;p5"/>
          <p:cNvSpPr/>
          <p:nvPr/>
        </p:nvSpPr>
        <p:spPr>
          <a:xfrm>
            <a:off x="490938" y="1418897"/>
            <a:ext cx="2588407" cy="402972"/>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Nanum Gothic"/>
              <a:cs typeface="Times New Roman" pitchFamily="18" charset="0"/>
              <a:sym typeface="Nanum Gothic"/>
            </a:endParaRPr>
          </a:p>
        </p:txBody>
      </p:sp>
      <p:sp>
        <p:nvSpPr>
          <p:cNvPr id="229" name="Google Shape;229;p5"/>
          <p:cNvSpPr/>
          <p:nvPr/>
        </p:nvSpPr>
        <p:spPr>
          <a:xfrm>
            <a:off x="1376934" y="1483314"/>
            <a:ext cx="1623441" cy="254981"/>
          </a:xfrm>
          <a:prstGeom prst="rect">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ko-KR" sz="800">
                <a:solidFill>
                  <a:srgbClr val="BFBFBF"/>
                </a:solidFill>
                <a:latin typeface="Times New Roman" pitchFamily="18" charset="0"/>
                <a:ea typeface="Nanum Gothic"/>
                <a:cs typeface="Times New Roman" pitchFamily="18" charset="0"/>
                <a:sym typeface="Nanum Gothic"/>
              </a:rPr>
              <a:t>이름</a:t>
            </a:r>
            <a:r>
              <a:rPr lang="ko-KR" sz="800" smtClean="0">
                <a:solidFill>
                  <a:srgbClr val="BFBFBF"/>
                </a:solidFill>
                <a:latin typeface="Times New Roman" pitchFamily="18" charset="0"/>
                <a:ea typeface="Nanum Gothic"/>
                <a:cs typeface="Times New Roman" pitchFamily="18" charset="0"/>
                <a:sym typeface="Nanum Gothic"/>
              </a:rPr>
              <a:t>/</a:t>
            </a:r>
            <a:r>
              <a:rPr lang="vi-VN" altLang="ko-KR" sz="800" smtClean="0">
                <a:solidFill>
                  <a:srgbClr val="BFBFBF"/>
                </a:solidFill>
                <a:latin typeface="Times New Roman" pitchFamily="18" charset="0"/>
                <a:ea typeface="Nanum Gothic"/>
                <a:cs typeface="Times New Roman" pitchFamily="18" charset="0"/>
                <a:sym typeface="Nanum Gothic"/>
              </a:rPr>
              <a:t>Số điện thoại</a:t>
            </a:r>
            <a:r>
              <a:rPr lang="ko-KR" sz="800" smtClean="0">
                <a:solidFill>
                  <a:srgbClr val="BFBFBF"/>
                </a:solidFill>
                <a:latin typeface="Times New Roman" pitchFamily="18" charset="0"/>
                <a:ea typeface="Nanum Gothic"/>
                <a:cs typeface="Times New Roman" pitchFamily="18" charset="0"/>
                <a:sym typeface="Nanum Gothic"/>
              </a:rPr>
              <a:t>/</a:t>
            </a:r>
            <a:r>
              <a:rPr lang="en-US" altLang="ko-KR" sz="800" smtClean="0">
                <a:solidFill>
                  <a:srgbClr val="BFBFBF"/>
                </a:solidFill>
                <a:latin typeface="Times New Roman" pitchFamily="18" charset="0"/>
                <a:ea typeface="Nanum Gothic"/>
                <a:cs typeface="Times New Roman" pitchFamily="18" charset="0"/>
                <a:sym typeface="Nanum Gothic"/>
              </a:rPr>
              <a:t>Mã vé</a:t>
            </a:r>
            <a:r>
              <a:rPr lang="ko-KR" sz="800" smtClean="0">
                <a:solidFill>
                  <a:srgbClr val="BFBFBF"/>
                </a:solidFill>
                <a:latin typeface="Times New Roman" pitchFamily="18" charset="0"/>
                <a:ea typeface="Nanum Gothic"/>
                <a:cs typeface="Times New Roman" pitchFamily="18" charset="0"/>
                <a:sym typeface="Nanum Gothic"/>
              </a:rPr>
              <a:t> </a:t>
            </a:r>
            <a:r>
              <a:rPr lang="ko-KR" sz="800">
                <a:solidFill>
                  <a:srgbClr val="BFBFBF"/>
                </a:solidFill>
                <a:latin typeface="Times New Roman" pitchFamily="18" charset="0"/>
                <a:ea typeface="Nanum Gothic"/>
                <a:cs typeface="Times New Roman" pitchFamily="18" charset="0"/>
                <a:sym typeface="Nanum Gothic"/>
              </a:rPr>
              <a:t>검색</a:t>
            </a:r>
            <a:endParaRPr>
              <a:latin typeface="Times New Roman" pitchFamily="18" charset="0"/>
              <a:cs typeface="Times New Roman" pitchFamily="18" charset="0"/>
            </a:endParaRPr>
          </a:p>
        </p:txBody>
      </p:sp>
      <p:pic>
        <p:nvPicPr>
          <p:cNvPr id="230" name="Google Shape;230;p5"/>
          <p:cNvPicPr preferRelativeResize="0"/>
          <p:nvPr/>
        </p:nvPicPr>
        <p:blipFill rotWithShape="1">
          <a:blip r:embed="rId3">
            <a:alphaModFix/>
          </a:blip>
          <a:srcRect/>
          <a:stretch/>
        </p:blipFill>
        <p:spPr>
          <a:xfrm>
            <a:off x="2766681" y="1534676"/>
            <a:ext cx="173098" cy="173098"/>
          </a:xfrm>
          <a:prstGeom prst="rect">
            <a:avLst/>
          </a:prstGeom>
          <a:noFill/>
          <a:ln>
            <a:noFill/>
          </a:ln>
        </p:spPr>
      </p:pic>
      <p:grpSp>
        <p:nvGrpSpPr>
          <p:cNvPr id="231" name="Google Shape;231;p5"/>
          <p:cNvGrpSpPr/>
          <p:nvPr/>
        </p:nvGrpSpPr>
        <p:grpSpPr>
          <a:xfrm>
            <a:off x="573272" y="1534676"/>
            <a:ext cx="864167" cy="169101"/>
            <a:chOff x="266951" y="710205"/>
            <a:chExt cx="993277" cy="194366"/>
          </a:xfrm>
        </p:grpSpPr>
        <p:sp>
          <p:nvSpPr>
            <p:cNvPr id="232" name="Google Shape;232;p5"/>
            <p:cNvSpPr txBox="1"/>
            <p:nvPr/>
          </p:nvSpPr>
          <p:spPr>
            <a:xfrm>
              <a:off x="266951" y="711311"/>
              <a:ext cx="213205" cy="193260"/>
            </a:xfrm>
            <a:prstGeom prst="rect">
              <a:avLst/>
            </a:prstGeom>
            <a:solidFill>
              <a:srgbClr val="C00000"/>
            </a:solidFill>
            <a:ln>
              <a:noFill/>
            </a:ln>
          </p:spPr>
          <p:txBody>
            <a:bodyPr spcFirstLastPara="1" wrap="square" lIns="36000" tIns="0" rIns="36000" bIns="0" anchor="t" anchorCtr="0">
              <a:spAutoFit/>
            </a:bodyPr>
            <a:lstStyle/>
            <a:p>
              <a:pPr marL="0" marR="0" lvl="0" indent="0" algn="ctr" rtl="0">
                <a:spcBef>
                  <a:spcPts val="0"/>
                </a:spcBef>
                <a:spcAft>
                  <a:spcPts val="0"/>
                </a:spcAft>
                <a:buNone/>
              </a:pPr>
              <a:r>
                <a:rPr lang="ko-KR" sz="1100" b="1">
                  <a:solidFill>
                    <a:schemeClr val="lt1"/>
                  </a:solidFill>
                  <a:latin typeface="Times New Roman" pitchFamily="18" charset="0"/>
                  <a:ea typeface="Nanum Gothic"/>
                  <a:cs typeface="Times New Roman" pitchFamily="18" charset="0"/>
                  <a:sym typeface="Nanum Gothic"/>
                </a:rPr>
                <a:t>T</a:t>
              </a:r>
              <a:endParaRPr sz="1100" b="1">
                <a:solidFill>
                  <a:schemeClr val="lt1"/>
                </a:solidFill>
                <a:latin typeface="Times New Roman" pitchFamily="18" charset="0"/>
                <a:ea typeface="Nanum Gothic"/>
                <a:cs typeface="Times New Roman" pitchFamily="18" charset="0"/>
                <a:sym typeface="Nanum Gothic"/>
              </a:endParaRPr>
            </a:p>
          </p:txBody>
        </p:sp>
        <p:sp>
          <p:nvSpPr>
            <p:cNvPr id="233" name="Google Shape;233;p5"/>
            <p:cNvSpPr txBox="1"/>
            <p:nvPr/>
          </p:nvSpPr>
          <p:spPr>
            <a:xfrm>
              <a:off x="362940" y="710205"/>
              <a:ext cx="897288" cy="193260"/>
            </a:xfrm>
            <a:prstGeom prst="rect">
              <a:avLst/>
            </a:prstGeom>
            <a:noFill/>
            <a:ln>
              <a:noFill/>
            </a:ln>
          </p:spPr>
          <p:txBody>
            <a:bodyPr spcFirstLastPara="1" wrap="square" lIns="36000" tIns="0" rIns="36000" bIns="0" anchor="t" anchorCtr="0">
              <a:spAutoFit/>
            </a:bodyPr>
            <a:lstStyle/>
            <a:p>
              <a:pPr marL="0" marR="0" lvl="0" indent="0" algn="ctr" rtl="0">
                <a:spcBef>
                  <a:spcPts val="0"/>
                </a:spcBef>
                <a:spcAft>
                  <a:spcPts val="0"/>
                </a:spcAft>
                <a:buNone/>
              </a:pPr>
              <a:r>
                <a:rPr lang="ko-KR" sz="1100" b="1">
                  <a:solidFill>
                    <a:schemeClr val="dk1"/>
                  </a:solidFill>
                  <a:latin typeface="Times New Roman" pitchFamily="18" charset="0"/>
                  <a:ea typeface="Nanum Gothic"/>
                  <a:cs typeface="Times New Roman" pitchFamily="18" charset="0"/>
                  <a:sym typeface="Nanum Gothic"/>
                </a:rPr>
                <a:t>BRIDGE</a:t>
              </a:r>
              <a:endParaRPr sz="1100" b="1">
                <a:solidFill>
                  <a:schemeClr val="dk1"/>
                </a:solidFill>
                <a:latin typeface="Times New Roman" pitchFamily="18" charset="0"/>
                <a:ea typeface="Nanum Gothic"/>
                <a:cs typeface="Times New Roman" pitchFamily="18" charset="0"/>
                <a:sym typeface="Nanum Gothic"/>
              </a:endParaRPr>
            </a:p>
          </p:txBody>
        </p:sp>
      </p:grpSp>
      <p:sp>
        <p:nvSpPr>
          <p:cNvPr id="234" name="Google Shape;234;p5"/>
          <p:cNvSpPr/>
          <p:nvPr/>
        </p:nvSpPr>
        <p:spPr>
          <a:xfrm>
            <a:off x="495478" y="2140840"/>
            <a:ext cx="2588407" cy="3964071"/>
          </a:xfrm>
          <a:prstGeom prst="rect">
            <a:avLst/>
          </a:prstGeom>
          <a:noFill/>
          <a:ln w="9525" cap="flat" cmpd="sng">
            <a:solidFill>
              <a:srgbClr val="7F7F7F"/>
            </a:solidFill>
            <a:prstDash val="solid"/>
            <a:round/>
            <a:headEnd type="none" w="sm" len="sm"/>
            <a:tailEnd type="none" w="sm" len="sm"/>
          </a:ln>
        </p:spPr>
        <p:txBody>
          <a:bodyPr spcFirstLastPara="1" wrap="square" lIns="91425" tIns="144000" rIns="91425" bIns="45700" anchor="t" anchorCtr="0">
            <a:noAutofit/>
          </a:bodyPr>
          <a:lstStyle/>
          <a:p>
            <a:pPr marL="0" marR="0" lvl="0" indent="0" algn="ctr" rtl="0">
              <a:spcBef>
                <a:spcPts val="0"/>
              </a:spcBef>
              <a:spcAft>
                <a:spcPts val="0"/>
              </a:spcAft>
              <a:buNone/>
            </a:pPr>
            <a:r>
              <a:rPr lang="ko-KR" sz="1400" b="1">
                <a:solidFill>
                  <a:schemeClr val="dk1"/>
                </a:solidFill>
                <a:latin typeface="Times New Roman" pitchFamily="18" charset="0"/>
                <a:ea typeface="Nanum Gothic"/>
                <a:cs typeface="Times New Roman" pitchFamily="18" charset="0"/>
                <a:sym typeface="Nanum Gothic"/>
              </a:rPr>
              <a:t>업체명 </a:t>
            </a:r>
            <a:endParaRPr sz="1400" b="1">
              <a:solidFill>
                <a:schemeClr val="dk1"/>
              </a:solidFill>
              <a:latin typeface="Times New Roman" pitchFamily="18" charset="0"/>
              <a:ea typeface="Nanum Gothic"/>
              <a:cs typeface="Times New Roman" pitchFamily="18" charset="0"/>
              <a:sym typeface="Nanum Gothic"/>
            </a:endParaRPr>
          </a:p>
          <a:p>
            <a:pPr marL="0" marR="0" lvl="0" indent="0" algn="ctr" rtl="0">
              <a:spcBef>
                <a:spcPts val="0"/>
              </a:spcBef>
              <a:spcAft>
                <a:spcPts val="0"/>
              </a:spcAft>
              <a:buNone/>
            </a:pPr>
            <a:endParaRPr sz="1400" b="1">
              <a:solidFill>
                <a:schemeClr val="dk1"/>
              </a:solidFill>
              <a:latin typeface="Times New Roman" pitchFamily="18" charset="0"/>
              <a:ea typeface="Nanum Gothic"/>
              <a:cs typeface="Times New Roman" pitchFamily="18" charset="0"/>
              <a:sym typeface="Nanum Gothic"/>
            </a:endParaRPr>
          </a:p>
          <a:p>
            <a:pPr marL="0" marR="0" lvl="0" indent="0" algn="ctr" rtl="0">
              <a:spcBef>
                <a:spcPts val="0"/>
              </a:spcBef>
              <a:spcAft>
                <a:spcPts val="0"/>
              </a:spcAft>
              <a:buNone/>
            </a:pPr>
            <a:endParaRPr sz="1400" b="1">
              <a:solidFill>
                <a:schemeClr val="dk1"/>
              </a:solidFill>
              <a:latin typeface="Times New Roman" pitchFamily="18" charset="0"/>
              <a:ea typeface="Nanum Gothic"/>
              <a:cs typeface="Times New Roman" pitchFamily="18" charset="0"/>
              <a:sym typeface="Nanum Gothic"/>
            </a:endParaRPr>
          </a:p>
          <a:p>
            <a:pPr marL="0" marR="0" lvl="0" indent="0" algn="ctr" rtl="0">
              <a:spcBef>
                <a:spcPts val="0"/>
              </a:spcBef>
              <a:spcAft>
                <a:spcPts val="0"/>
              </a:spcAft>
              <a:buNone/>
            </a:pPr>
            <a:r>
              <a:rPr lang="ko-KR" sz="1400" b="1">
                <a:solidFill>
                  <a:schemeClr val="dk1"/>
                </a:solidFill>
                <a:latin typeface="Times New Roman" pitchFamily="18" charset="0"/>
                <a:ea typeface="Nanum Gothic"/>
                <a:cs typeface="Times New Roman" pitchFamily="18" charset="0"/>
                <a:sym typeface="Nanum Gothic"/>
              </a:rPr>
              <a:t> </a:t>
            </a:r>
            <a:endParaRPr>
              <a:latin typeface="Times New Roman" pitchFamily="18" charset="0"/>
              <a:cs typeface="Times New Roman" pitchFamily="18" charset="0"/>
            </a:endParaRPr>
          </a:p>
        </p:txBody>
      </p:sp>
      <p:sp>
        <p:nvSpPr>
          <p:cNvPr id="235" name="Google Shape;235;p5"/>
          <p:cNvSpPr/>
          <p:nvPr/>
        </p:nvSpPr>
        <p:spPr>
          <a:xfrm>
            <a:off x="622172" y="2592885"/>
            <a:ext cx="1119263" cy="415614"/>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000" smtClean="0">
                <a:solidFill>
                  <a:schemeClr val="dk1"/>
                </a:solidFill>
                <a:latin typeface="Times New Roman" pitchFamily="18" charset="0"/>
                <a:ea typeface="Nanum Gothic"/>
                <a:cs typeface="Times New Roman" pitchFamily="18" charset="0"/>
                <a:sym typeface="Nanum Gothic"/>
              </a:rPr>
              <a:t>N</a:t>
            </a:r>
            <a:r>
              <a:rPr lang="en-US" altLang="ko-KR" sz="1000" smtClean="0">
                <a:solidFill>
                  <a:schemeClr val="dk1"/>
                </a:solidFill>
                <a:latin typeface="Times New Roman" pitchFamily="18" charset="0"/>
                <a:ea typeface="Nanum Gothic"/>
                <a:cs typeface="Times New Roman" pitchFamily="18" charset="0"/>
                <a:sym typeface="Nanum Gothic"/>
              </a:rPr>
              <a:t>kết quả</a:t>
            </a:r>
            <a:endParaRPr sz="1000">
              <a:solidFill>
                <a:schemeClr val="dk1"/>
              </a:solidFill>
              <a:latin typeface="Times New Roman" pitchFamily="18" charset="0"/>
              <a:ea typeface="Nanum Gothic"/>
              <a:cs typeface="Times New Roman" pitchFamily="18" charset="0"/>
              <a:sym typeface="Nanum Gothic"/>
            </a:endParaRPr>
          </a:p>
          <a:p>
            <a:pPr marL="0" marR="0" lvl="0" indent="0" algn="ctr"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미사용티켓수</a:t>
            </a:r>
            <a:endParaRPr sz="1000">
              <a:solidFill>
                <a:schemeClr val="dk1"/>
              </a:solidFill>
              <a:latin typeface="Times New Roman" pitchFamily="18" charset="0"/>
              <a:ea typeface="Nanum Gothic"/>
              <a:cs typeface="Times New Roman" pitchFamily="18" charset="0"/>
              <a:sym typeface="Nanum Gothic"/>
            </a:endParaRPr>
          </a:p>
        </p:txBody>
      </p:sp>
      <p:sp>
        <p:nvSpPr>
          <p:cNvPr id="236" name="Google Shape;236;p5"/>
          <p:cNvSpPr/>
          <p:nvPr/>
        </p:nvSpPr>
        <p:spPr>
          <a:xfrm>
            <a:off x="1852635" y="2592885"/>
            <a:ext cx="1119263" cy="415614"/>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000" smtClean="0">
                <a:solidFill>
                  <a:schemeClr val="dk1"/>
                </a:solidFill>
                <a:latin typeface="Times New Roman" pitchFamily="18" charset="0"/>
                <a:ea typeface="Nanum Gothic"/>
                <a:cs typeface="Times New Roman" pitchFamily="18" charset="0"/>
                <a:sym typeface="Nanum Gothic"/>
              </a:rPr>
              <a:t>N</a:t>
            </a:r>
            <a:r>
              <a:rPr lang="en-US" altLang="ko-KR" sz="1000" smtClean="0">
                <a:solidFill>
                  <a:schemeClr val="dk1"/>
                </a:solidFill>
                <a:latin typeface="Times New Roman" pitchFamily="18" charset="0"/>
                <a:ea typeface="Nanum Gothic"/>
                <a:cs typeface="Times New Roman" pitchFamily="18" charset="0"/>
                <a:sym typeface="Nanum Gothic"/>
              </a:rPr>
              <a:t>kết quả</a:t>
            </a:r>
            <a:endParaRPr sz="1000">
              <a:solidFill>
                <a:schemeClr val="dk1"/>
              </a:solidFill>
              <a:latin typeface="Times New Roman" pitchFamily="18" charset="0"/>
              <a:ea typeface="Nanum Gothic"/>
              <a:cs typeface="Times New Roman" pitchFamily="18" charset="0"/>
              <a:sym typeface="Nanum Gothic"/>
            </a:endParaRPr>
          </a:p>
          <a:p>
            <a:pPr marL="0" marR="0" lvl="0" indent="0" algn="ctr"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미답변 문의수</a:t>
            </a:r>
            <a:endParaRPr sz="1000">
              <a:solidFill>
                <a:schemeClr val="dk1"/>
              </a:solidFill>
              <a:latin typeface="Times New Roman" pitchFamily="18" charset="0"/>
              <a:ea typeface="Nanum Gothic"/>
              <a:cs typeface="Times New Roman" pitchFamily="18" charset="0"/>
              <a:sym typeface="Nanum Gothic"/>
            </a:endParaRPr>
          </a:p>
        </p:txBody>
      </p:sp>
      <p:sp>
        <p:nvSpPr>
          <p:cNvPr id="237" name="Google Shape;237;p5"/>
          <p:cNvSpPr/>
          <p:nvPr/>
        </p:nvSpPr>
        <p:spPr>
          <a:xfrm>
            <a:off x="622172" y="3079666"/>
            <a:ext cx="2349726" cy="747021"/>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판매현황(어제 vs 오늘)</a:t>
            </a:r>
            <a:endParaRPr>
              <a:latin typeface="Times New Roman" pitchFamily="18" charset="0"/>
              <a:cs typeface="Times New Roman" pitchFamily="18" charset="0"/>
            </a:endParaRPr>
          </a:p>
        </p:txBody>
      </p:sp>
      <p:sp>
        <p:nvSpPr>
          <p:cNvPr id="238" name="Google Shape;238;p5"/>
          <p:cNvSpPr/>
          <p:nvPr/>
        </p:nvSpPr>
        <p:spPr>
          <a:xfrm>
            <a:off x="622172" y="3913989"/>
            <a:ext cx="2349726" cy="340898"/>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주문내역 </a:t>
            </a:r>
            <a:r>
              <a:rPr lang="en-US" altLang="ko-KR" sz="1000" smtClean="0">
                <a:solidFill>
                  <a:schemeClr val="dk1"/>
                </a:solidFill>
                <a:latin typeface="Times New Roman" pitchFamily="18" charset="0"/>
                <a:ea typeface="Nanum Gothic"/>
                <a:cs typeface="Times New Roman" pitchFamily="18" charset="0"/>
                <a:sym typeface="Nanum Gothic"/>
              </a:rPr>
              <a:t>Toàn bộ</a:t>
            </a:r>
            <a:r>
              <a:rPr lang="ko-KR" sz="1000" smtClean="0">
                <a:solidFill>
                  <a:schemeClr val="dk1"/>
                </a:solidFill>
                <a:latin typeface="Times New Roman" pitchFamily="18" charset="0"/>
                <a:ea typeface="Nanum Gothic"/>
                <a:cs typeface="Times New Roman" pitchFamily="18" charset="0"/>
                <a:sym typeface="Nanum Gothic"/>
              </a:rPr>
              <a:t>보기 </a:t>
            </a:r>
            <a:r>
              <a:rPr lang="ko-KR" sz="1000">
                <a:solidFill>
                  <a:schemeClr val="dk1"/>
                </a:solidFill>
                <a:latin typeface="Times New Roman" pitchFamily="18" charset="0"/>
                <a:ea typeface="Nanum Gothic"/>
                <a:cs typeface="Times New Roman" pitchFamily="18" charset="0"/>
                <a:sym typeface="Nanum Gothic"/>
              </a:rPr>
              <a:t>&gt;</a:t>
            </a:r>
            <a:endParaRPr>
              <a:latin typeface="Times New Roman" pitchFamily="18" charset="0"/>
              <a:cs typeface="Times New Roman" pitchFamily="18" charset="0"/>
            </a:endParaRPr>
          </a:p>
        </p:txBody>
      </p:sp>
      <p:sp>
        <p:nvSpPr>
          <p:cNvPr id="239" name="Google Shape;239;p5"/>
          <p:cNvSpPr/>
          <p:nvPr/>
        </p:nvSpPr>
        <p:spPr>
          <a:xfrm>
            <a:off x="622172" y="4336751"/>
            <a:ext cx="2349726" cy="934521"/>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주간 판매수량 비교추이 그래프 </a:t>
            </a:r>
            <a:endParaRPr sz="1000">
              <a:solidFill>
                <a:schemeClr val="dk1"/>
              </a:solidFill>
              <a:latin typeface="Times New Roman" pitchFamily="18" charset="0"/>
              <a:ea typeface="Nanum Gothic"/>
              <a:cs typeface="Times New Roman" pitchFamily="18" charset="0"/>
              <a:sym typeface="Nanum Gothic"/>
            </a:endParaRPr>
          </a:p>
        </p:txBody>
      </p:sp>
      <p:sp>
        <p:nvSpPr>
          <p:cNvPr id="240" name="Google Shape;240;p5"/>
          <p:cNvSpPr/>
          <p:nvPr/>
        </p:nvSpPr>
        <p:spPr>
          <a:xfrm>
            <a:off x="622172" y="5342439"/>
            <a:ext cx="2349725" cy="577083"/>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공지사항(최근 </a:t>
            </a:r>
            <a:r>
              <a:rPr lang="ko-KR" sz="1000" smtClean="0">
                <a:solidFill>
                  <a:schemeClr val="dk1"/>
                </a:solidFill>
                <a:latin typeface="Times New Roman" pitchFamily="18" charset="0"/>
                <a:ea typeface="Nanum Gothic"/>
                <a:cs typeface="Times New Roman" pitchFamily="18" charset="0"/>
                <a:sym typeface="Nanum Gothic"/>
              </a:rPr>
              <a:t>5</a:t>
            </a:r>
            <a:r>
              <a:rPr lang="en-US" altLang="ko-KR" sz="1000" smtClean="0">
                <a:solidFill>
                  <a:schemeClr val="dk1"/>
                </a:solidFill>
                <a:latin typeface="Times New Roman" pitchFamily="18" charset="0"/>
                <a:ea typeface="Nanum Gothic"/>
                <a:cs typeface="Times New Roman" pitchFamily="18" charset="0"/>
                <a:sym typeface="Nanum Gothic"/>
              </a:rPr>
              <a:t>kết quả</a:t>
            </a:r>
            <a:r>
              <a:rPr lang="ko-KR" sz="1000" smtClean="0">
                <a:solidFill>
                  <a:schemeClr val="dk1"/>
                </a:solidFill>
                <a:latin typeface="Times New Roman" pitchFamily="18" charset="0"/>
                <a:ea typeface="Nanum Gothic"/>
                <a:cs typeface="Times New Roman" pitchFamily="18" charset="0"/>
                <a:sym typeface="Nanum Gothic"/>
              </a:rPr>
              <a:t>)</a:t>
            </a:r>
            <a:endParaRPr>
              <a:latin typeface="Times New Roman" pitchFamily="18" charset="0"/>
              <a:cs typeface="Times New Roman" pitchFamily="18" charset="0"/>
            </a:endParaRPr>
          </a:p>
        </p:txBody>
      </p:sp>
      <p:pic>
        <p:nvPicPr>
          <p:cNvPr id="241" name="Google Shape;241;p5"/>
          <p:cNvPicPr preferRelativeResize="0"/>
          <p:nvPr/>
        </p:nvPicPr>
        <p:blipFill rotWithShape="1">
          <a:blip r:embed="rId4">
            <a:alphaModFix/>
          </a:blip>
          <a:srcRect/>
          <a:stretch/>
        </p:blipFill>
        <p:spPr>
          <a:xfrm>
            <a:off x="3569381" y="1420412"/>
            <a:ext cx="239130" cy="239130"/>
          </a:xfrm>
          <a:prstGeom prst="rect">
            <a:avLst/>
          </a:prstGeom>
          <a:noFill/>
          <a:ln>
            <a:noFill/>
          </a:ln>
        </p:spPr>
      </p:pic>
      <p:sp>
        <p:nvSpPr>
          <p:cNvPr id="242" name="Google Shape;242;p5"/>
          <p:cNvSpPr/>
          <p:nvPr/>
        </p:nvSpPr>
        <p:spPr>
          <a:xfrm>
            <a:off x="3690528" y="2568117"/>
            <a:ext cx="2324599" cy="760883"/>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Nanum Gothic"/>
              <a:cs typeface="Times New Roman" pitchFamily="18" charset="0"/>
              <a:sym typeface="Nanum Gothic"/>
            </a:endParaRPr>
          </a:p>
        </p:txBody>
      </p:sp>
      <p:sp>
        <p:nvSpPr>
          <p:cNvPr id="243" name="Google Shape;243;p5"/>
          <p:cNvSpPr/>
          <p:nvPr/>
        </p:nvSpPr>
        <p:spPr>
          <a:xfrm>
            <a:off x="3777301" y="2976614"/>
            <a:ext cx="2164381" cy="281848"/>
          </a:xfrm>
          <a:prstGeom prst="rect">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900" b="1">
                <a:solidFill>
                  <a:schemeClr val="dk1"/>
                </a:solidFill>
                <a:latin typeface="Times New Roman" pitchFamily="18" charset="0"/>
                <a:ea typeface="Nanum Gothic"/>
                <a:cs typeface="Times New Roman" pitchFamily="18" charset="0"/>
                <a:sym typeface="Nanum Gothic"/>
              </a:rPr>
              <a:t>#당일 #</a:t>
            </a:r>
            <a:r>
              <a:rPr lang="ko-KR" sz="900" b="1" smtClean="0">
                <a:solidFill>
                  <a:schemeClr val="dk1"/>
                </a:solidFill>
                <a:latin typeface="Times New Roman" pitchFamily="18" charset="0"/>
                <a:ea typeface="Nanum Gothic"/>
                <a:cs typeface="Times New Roman" pitchFamily="18" charset="0"/>
                <a:sym typeface="Nanum Gothic"/>
              </a:rPr>
              <a:t>채널</a:t>
            </a:r>
            <a:r>
              <a:rPr lang="en-US" altLang="ko-KR" sz="900" b="1" smtClean="0">
                <a:solidFill>
                  <a:schemeClr val="dk1"/>
                </a:solidFill>
                <a:latin typeface="Times New Roman" pitchFamily="18" charset="0"/>
                <a:ea typeface="Nanum Gothic"/>
                <a:cs typeface="Times New Roman" pitchFamily="18" charset="0"/>
                <a:sym typeface="Nanum Gothic"/>
              </a:rPr>
              <a:t>Toàn bộ</a:t>
            </a:r>
            <a:r>
              <a:rPr lang="ko-KR" sz="900" b="1" smtClean="0">
                <a:solidFill>
                  <a:schemeClr val="dk1"/>
                </a:solidFill>
                <a:latin typeface="Times New Roman" pitchFamily="18" charset="0"/>
                <a:ea typeface="Nanum Gothic"/>
                <a:cs typeface="Times New Roman" pitchFamily="18" charset="0"/>
                <a:sym typeface="Nanum Gothic"/>
              </a:rPr>
              <a:t>  </a:t>
            </a:r>
            <a:r>
              <a:rPr lang="ko-KR" sz="900" b="1">
                <a:solidFill>
                  <a:schemeClr val="dk1"/>
                </a:solidFill>
                <a:latin typeface="Times New Roman" pitchFamily="18" charset="0"/>
                <a:ea typeface="Nanum Gothic"/>
                <a:cs typeface="Times New Roman" pitchFamily="18" charset="0"/>
                <a:sym typeface="Nanum Gothic"/>
              </a:rPr>
              <a:t>#</a:t>
            </a:r>
            <a:r>
              <a:rPr lang="ko-KR" sz="900" b="1" smtClean="0">
                <a:solidFill>
                  <a:schemeClr val="dk1"/>
                </a:solidFill>
                <a:latin typeface="Times New Roman" pitchFamily="18" charset="0"/>
                <a:ea typeface="Nanum Gothic"/>
                <a:cs typeface="Times New Roman" pitchFamily="18" charset="0"/>
                <a:sym typeface="Nanum Gothic"/>
              </a:rPr>
              <a:t>시설사</a:t>
            </a:r>
            <a:r>
              <a:rPr lang="en-US" altLang="ko-KR" sz="900" b="1" smtClean="0">
                <a:solidFill>
                  <a:schemeClr val="dk1"/>
                </a:solidFill>
                <a:latin typeface="Times New Roman" pitchFamily="18" charset="0"/>
                <a:ea typeface="Nanum Gothic"/>
                <a:cs typeface="Times New Roman" pitchFamily="18" charset="0"/>
                <a:sym typeface="Nanum Gothic"/>
              </a:rPr>
              <a:t>Toàn bộ</a:t>
            </a:r>
            <a:endParaRPr sz="900" b="1">
              <a:solidFill>
                <a:schemeClr val="dk1"/>
              </a:solidFill>
              <a:latin typeface="Times New Roman" pitchFamily="18" charset="0"/>
              <a:ea typeface="Nanum Gothic"/>
              <a:cs typeface="Times New Roman" pitchFamily="18" charset="0"/>
              <a:sym typeface="Nanum Gothic"/>
            </a:endParaRPr>
          </a:p>
        </p:txBody>
      </p:sp>
      <p:sp>
        <p:nvSpPr>
          <p:cNvPr id="244" name="Google Shape;244;p5"/>
          <p:cNvSpPr/>
          <p:nvPr/>
        </p:nvSpPr>
        <p:spPr>
          <a:xfrm>
            <a:off x="3564505" y="2427584"/>
            <a:ext cx="2583867" cy="3677327"/>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dk1"/>
              </a:solidFill>
              <a:latin typeface="Times New Roman" pitchFamily="18" charset="0"/>
              <a:ea typeface="Nanum Gothic"/>
              <a:cs typeface="Times New Roman" pitchFamily="18" charset="0"/>
              <a:sym typeface="Nanum Gothic"/>
            </a:endParaRPr>
          </a:p>
        </p:txBody>
      </p:sp>
      <p:sp>
        <p:nvSpPr>
          <p:cNvPr id="245" name="Google Shape;245;p5"/>
          <p:cNvSpPr/>
          <p:nvPr/>
        </p:nvSpPr>
        <p:spPr>
          <a:xfrm>
            <a:off x="3559965" y="1340768"/>
            <a:ext cx="2588407" cy="402972"/>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ko-KR" sz="1000" b="1" smtClean="0">
                <a:solidFill>
                  <a:schemeClr val="dk1"/>
                </a:solidFill>
                <a:latin typeface="Times New Roman" pitchFamily="18" charset="0"/>
                <a:ea typeface="Nanum Gothic"/>
                <a:cs typeface="Times New Roman" pitchFamily="18" charset="0"/>
                <a:sym typeface="Nanum Gothic"/>
              </a:rPr>
              <a:t>Quản lý đơn hàng</a:t>
            </a:r>
            <a:endParaRPr sz="1000" b="1">
              <a:solidFill>
                <a:schemeClr val="dk1"/>
              </a:solidFill>
              <a:latin typeface="Times New Roman" pitchFamily="18" charset="0"/>
              <a:ea typeface="Nanum Gothic"/>
              <a:cs typeface="Times New Roman" pitchFamily="18" charset="0"/>
              <a:sym typeface="Nanum Gothic"/>
            </a:endParaRPr>
          </a:p>
        </p:txBody>
      </p:sp>
      <p:sp>
        <p:nvSpPr>
          <p:cNvPr id="246" name="Google Shape;246;p5"/>
          <p:cNvSpPr/>
          <p:nvPr/>
        </p:nvSpPr>
        <p:spPr>
          <a:xfrm>
            <a:off x="3777301" y="2665723"/>
            <a:ext cx="2164381" cy="254981"/>
          </a:xfrm>
          <a:prstGeom prst="rect">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800">
                <a:solidFill>
                  <a:srgbClr val="BFBFBF"/>
                </a:solidFill>
                <a:latin typeface="Times New Roman" pitchFamily="18" charset="0"/>
                <a:ea typeface="Nanum Gothic"/>
                <a:cs typeface="Times New Roman" pitchFamily="18" charset="0"/>
                <a:sym typeface="Nanum Gothic"/>
              </a:rPr>
              <a:t>이름</a:t>
            </a:r>
            <a:r>
              <a:rPr lang="ko-KR" sz="800" smtClean="0">
                <a:solidFill>
                  <a:srgbClr val="BFBFBF"/>
                </a:solidFill>
                <a:latin typeface="Times New Roman" pitchFamily="18" charset="0"/>
                <a:ea typeface="Nanum Gothic"/>
                <a:cs typeface="Times New Roman" pitchFamily="18" charset="0"/>
                <a:sym typeface="Nanum Gothic"/>
              </a:rPr>
              <a:t>/</a:t>
            </a:r>
            <a:r>
              <a:rPr lang="vi-VN" altLang="ko-KR" sz="800" smtClean="0">
                <a:solidFill>
                  <a:srgbClr val="BFBFBF"/>
                </a:solidFill>
                <a:latin typeface="Times New Roman" pitchFamily="18" charset="0"/>
                <a:ea typeface="Nanum Gothic"/>
                <a:cs typeface="Times New Roman" pitchFamily="18" charset="0"/>
                <a:sym typeface="Nanum Gothic"/>
              </a:rPr>
              <a:t>Số điện thoại</a:t>
            </a:r>
            <a:r>
              <a:rPr lang="ko-KR" sz="800" smtClean="0">
                <a:solidFill>
                  <a:srgbClr val="BFBFBF"/>
                </a:solidFill>
                <a:latin typeface="Times New Roman" pitchFamily="18" charset="0"/>
                <a:ea typeface="Nanum Gothic"/>
                <a:cs typeface="Times New Roman" pitchFamily="18" charset="0"/>
                <a:sym typeface="Nanum Gothic"/>
              </a:rPr>
              <a:t>/</a:t>
            </a:r>
            <a:r>
              <a:rPr lang="en-US" altLang="ko-KR" sz="800" smtClean="0">
                <a:solidFill>
                  <a:srgbClr val="BFBFBF"/>
                </a:solidFill>
                <a:latin typeface="Times New Roman" pitchFamily="18" charset="0"/>
                <a:ea typeface="Nanum Gothic"/>
                <a:cs typeface="Times New Roman" pitchFamily="18" charset="0"/>
                <a:sym typeface="Nanum Gothic"/>
              </a:rPr>
              <a:t>Mã vé</a:t>
            </a:r>
            <a:r>
              <a:rPr lang="ko-KR" sz="800" smtClean="0">
                <a:solidFill>
                  <a:srgbClr val="BFBFBF"/>
                </a:solidFill>
                <a:latin typeface="Times New Roman" pitchFamily="18" charset="0"/>
                <a:ea typeface="Nanum Gothic"/>
                <a:cs typeface="Times New Roman" pitchFamily="18" charset="0"/>
                <a:sym typeface="Nanum Gothic"/>
              </a:rPr>
              <a:t> </a:t>
            </a:r>
            <a:r>
              <a:rPr lang="ko-KR" sz="800">
                <a:solidFill>
                  <a:srgbClr val="BFBFBF"/>
                </a:solidFill>
                <a:latin typeface="Times New Roman" pitchFamily="18" charset="0"/>
                <a:ea typeface="Nanum Gothic"/>
                <a:cs typeface="Times New Roman" pitchFamily="18" charset="0"/>
                <a:sym typeface="Nanum Gothic"/>
              </a:rPr>
              <a:t>검색</a:t>
            </a:r>
            <a:endParaRPr>
              <a:latin typeface="Times New Roman" pitchFamily="18" charset="0"/>
              <a:cs typeface="Times New Roman" pitchFamily="18" charset="0"/>
            </a:endParaRPr>
          </a:p>
        </p:txBody>
      </p:sp>
      <p:pic>
        <p:nvPicPr>
          <p:cNvPr id="247" name="Google Shape;247;p5"/>
          <p:cNvPicPr preferRelativeResize="0"/>
          <p:nvPr/>
        </p:nvPicPr>
        <p:blipFill rotWithShape="1">
          <a:blip r:embed="rId3">
            <a:alphaModFix/>
          </a:blip>
          <a:srcRect/>
          <a:stretch/>
        </p:blipFill>
        <p:spPr>
          <a:xfrm>
            <a:off x="5722982" y="2717085"/>
            <a:ext cx="173098" cy="173098"/>
          </a:xfrm>
          <a:prstGeom prst="rect">
            <a:avLst/>
          </a:prstGeom>
          <a:noFill/>
          <a:ln>
            <a:noFill/>
          </a:ln>
        </p:spPr>
      </p:pic>
      <p:sp>
        <p:nvSpPr>
          <p:cNvPr id="248" name="Google Shape;248;p5"/>
          <p:cNvSpPr/>
          <p:nvPr/>
        </p:nvSpPr>
        <p:spPr>
          <a:xfrm>
            <a:off x="3655953" y="3650616"/>
            <a:ext cx="2401105" cy="747021"/>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주문티켓</a:t>
            </a:r>
            <a:endParaRPr sz="1000">
              <a:solidFill>
                <a:schemeClr val="dk1"/>
              </a:solidFill>
              <a:latin typeface="Times New Roman" pitchFamily="18" charset="0"/>
              <a:ea typeface="Nanum Gothic"/>
              <a:cs typeface="Times New Roman" pitchFamily="18" charset="0"/>
              <a:sym typeface="Nanum Gothic"/>
            </a:endParaRPr>
          </a:p>
        </p:txBody>
      </p:sp>
      <p:sp>
        <p:nvSpPr>
          <p:cNvPr id="249" name="Google Shape;249;p5"/>
          <p:cNvSpPr/>
          <p:nvPr/>
        </p:nvSpPr>
        <p:spPr>
          <a:xfrm>
            <a:off x="3670184" y="4472360"/>
            <a:ext cx="2401105" cy="747021"/>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주문티켓</a:t>
            </a:r>
            <a:endParaRPr sz="1000">
              <a:solidFill>
                <a:schemeClr val="dk1"/>
              </a:solidFill>
              <a:latin typeface="Times New Roman" pitchFamily="18" charset="0"/>
              <a:ea typeface="Nanum Gothic"/>
              <a:cs typeface="Times New Roman" pitchFamily="18" charset="0"/>
              <a:sym typeface="Nanum Gothic"/>
            </a:endParaRPr>
          </a:p>
        </p:txBody>
      </p:sp>
      <p:pic>
        <p:nvPicPr>
          <p:cNvPr id="250" name="Google Shape;250;p5"/>
          <p:cNvPicPr preferRelativeResize="0"/>
          <p:nvPr/>
        </p:nvPicPr>
        <p:blipFill rotWithShape="1">
          <a:blip r:embed="rId5">
            <a:alphaModFix/>
          </a:blip>
          <a:srcRect/>
          <a:stretch/>
        </p:blipFill>
        <p:spPr>
          <a:xfrm>
            <a:off x="5740568" y="3034257"/>
            <a:ext cx="155512" cy="155512"/>
          </a:xfrm>
          <a:prstGeom prst="rect">
            <a:avLst/>
          </a:prstGeom>
          <a:noFill/>
          <a:ln>
            <a:noFill/>
          </a:ln>
        </p:spPr>
      </p:pic>
      <p:sp>
        <p:nvSpPr>
          <p:cNvPr id="251" name="Google Shape;251;p5"/>
          <p:cNvSpPr/>
          <p:nvPr/>
        </p:nvSpPr>
        <p:spPr>
          <a:xfrm>
            <a:off x="4982165" y="3437471"/>
            <a:ext cx="511907" cy="157932"/>
          </a:xfrm>
          <a:prstGeom prst="rect">
            <a:avLst/>
          </a:prstGeom>
          <a:noFill/>
          <a:ln w="9525" cap="flat" cmpd="sng">
            <a:solidFill>
              <a:srgbClr val="C00000"/>
            </a:solidFill>
            <a:prstDash val="solid"/>
            <a:round/>
            <a:headEnd type="none" w="sm" len="sm"/>
            <a:tailEnd type="none" w="sm" len="sm"/>
          </a:ln>
        </p:spPr>
        <p:txBody>
          <a:bodyPr spcFirstLastPara="1" wrap="square" lIns="36000" tIns="45700" rIns="36000" bIns="72000" anchor="ctr" anchorCtr="1">
            <a:noAutofit/>
          </a:bodyPr>
          <a:lstStyle/>
          <a:p>
            <a:pPr marL="0" marR="0" lvl="0" indent="0" algn="ctr" rtl="0">
              <a:lnSpc>
                <a:spcPct val="150000"/>
              </a:lnSpc>
              <a:spcBef>
                <a:spcPts val="0"/>
              </a:spcBef>
              <a:spcAft>
                <a:spcPts val="0"/>
              </a:spcAft>
              <a:buNone/>
            </a:pPr>
            <a:r>
              <a:rPr lang="en-US" altLang="ko-KR" sz="700" b="1" smtClean="0">
                <a:solidFill>
                  <a:srgbClr val="C00000"/>
                </a:solidFill>
                <a:latin typeface="Times New Roman" pitchFamily="18" charset="0"/>
                <a:ea typeface="Nanum Gothic"/>
                <a:cs typeface="Times New Roman" pitchFamily="18" charset="0"/>
                <a:sym typeface="Nanum Gothic"/>
              </a:rPr>
              <a:t>Xử lý sử dụng</a:t>
            </a:r>
            <a:endParaRPr sz="700" b="1">
              <a:solidFill>
                <a:srgbClr val="C00000"/>
              </a:solidFill>
              <a:latin typeface="Times New Roman" pitchFamily="18" charset="0"/>
              <a:ea typeface="Nanum Gothic"/>
              <a:cs typeface="Times New Roman" pitchFamily="18" charset="0"/>
              <a:sym typeface="Nanum Gothic"/>
            </a:endParaRPr>
          </a:p>
        </p:txBody>
      </p:sp>
      <p:sp>
        <p:nvSpPr>
          <p:cNvPr id="252" name="Google Shape;252;p5"/>
          <p:cNvSpPr/>
          <p:nvPr/>
        </p:nvSpPr>
        <p:spPr>
          <a:xfrm>
            <a:off x="5537315" y="3437471"/>
            <a:ext cx="511907" cy="157932"/>
          </a:xfrm>
          <a:prstGeom prst="rect">
            <a:avLst/>
          </a:prstGeom>
          <a:noFill/>
          <a:ln w="9525" cap="flat" cmpd="sng">
            <a:solidFill>
              <a:srgbClr val="C00000"/>
            </a:solidFill>
            <a:prstDash val="solid"/>
            <a:round/>
            <a:headEnd type="none" w="sm" len="sm"/>
            <a:tailEnd type="none" w="sm" len="sm"/>
          </a:ln>
        </p:spPr>
        <p:txBody>
          <a:bodyPr spcFirstLastPara="1" wrap="square" lIns="36000" tIns="45700" rIns="36000" bIns="72000" anchor="ctr" anchorCtr="1">
            <a:noAutofit/>
          </a:bodyPr>
          <a:lstStyle/>
          <a:p>
            <a:pPr marL="0" marR="0" lvl="0" indent="0" algn="ctr" rtl="0">
              <a:lnSpc>
                <a:spcPct val="150000"/>
              </a:lnSpc>
              <a:spcBef>
                <a:spcPts val="0"/>
              </a:spcBef>
              <a:spcAft>
                <a:spcPts val="0"/>
              </a:spcAft>
              <a:buNone/>
            </a:pPr>
            <a:r>
              <a:rPr lang="en-US" altLang="ko-KR" sz="700" b="1" smtClean="0">
                <a:solidFill>
                  <a:srgbClr val="C00000"/>
                </a:solidFill>
                <a:latin typeface="Times New Roman" pitchFamily="18" charset="0"/>
                <a:ea typeface="Nanum Gothic"/>
                <a:cs typeface="Times New Roman" pitchFamily="18" charset="0"/>
                <a:sym typeface="Nanum Gothic"/>
              </a:rPr>
              <a:t>Xử lý khôi phục</a:t>
            </a:r>
            <a:endParaRPr sz="700" b="1">
              <a:solidFill>
                <a:srgbClr val="C00000"/>
              </a:solidFill>
              <a:latin typeface="Times New Roman" pitchFamily="18" charset="0"/>
              <a:ea typeface="Nanum Gothic"/>
              <a:cs typeface="Times New Roman" pitchFamily="18" charset="0"/>
              <a:sym typeface="Nanum Gothic"/>
            </a:endParaRPr>
          </a:p>
        </p:txBody>
      </p:sp>
      <p:sp>
        <p:nvSpPr>
          <p:cNvPr id="253" name="Google Shape;253;p5"/>
          <p:cNvSpPr/>
          <p:nvPr/>
        </p:nvSpPr>
        <p:spPr>
          <a:xfrm>
            <a:off x="4423627" y="3437471"/>
            <a:ext cx="511907" cy="157932"/>
          </a:xfrm>
          <a:prstGeom prst="rect">
            <a:avLst/>
          </a:prstGeom>
          <a:noFill/>
          <a:ln w="9525" cap="flat" cmpd="sng">
            <a:solidFill>
              <a:srgbClr val="A5A5A5"/>
            </a:solidFill>
            <a:prstDash val="solid"/>
            <a:round/>
            <a:headEnd type="none" w="sm" len="sm"/>
            <a:tailEnd type="none" w="sm" len="sm"/>
          </a:ln>
        </p:spPr>
        <p:txBody>
          <a:bodyPr spcFirstLastPara="1" wrap="square" lIns="36000" tIns="45700" rIns="36000" bIns="72000" anchor="ctr" anchorCtr="1">
            <a:noAutofit/>
          </a:bodyPr>
          <a:lstStyle/>
          <a:p>
            <a:pPr marL="0" marR="0" lvl="0" indent="0" algn="ctr" rtl="0">
              <a:lnSpc>
                <a:spcPct val="150000"/>
              </a:lnSpc>
              <a:spcBef>
                <a:spcPts val="0"/>
              </a:spcBef>
              <a:spcAft>
                <a:spcPts val="0"/>
              </a:spcAft>
              <a:buNone/>
            </a:pPr>
            <a:r>
              <a:rPr lang="en-US" altLang="ko-KR" sz="700" b="1" smtClean="0">
                <a:solidFill>
                  <a:schemeClr val="dk1"/>
                </a:solidFill>
                <a:latin typeface="Times New Roman" pitchFamily="18" charset="0"/>
                <a:ea typeface="Nanum Gothic"/>
                <a:cs typeface="Times New Roman" pitchFamily="18" charset="0"/>
                <a:sym typeface="Nanum Gothic"/>
              </a:rPr>
              <a:t>Toàn bộ</a:t>
            </a:r>
            <a:r>
              <a:rPr lang="ko-KR" sz="700" b="1" smtClean="0">
                <a:solidFill>
                  <a:schemeClr val="dk1"/>
                </a:solidFill>
                <a:latin typeface="Times New Roman" pitchFamily="18" charset="0"/>
                <a:ea typeface="Nanum Gothic"/>
                <a:cs typeface="Times New Roman" pitchFamily="18" charset="0"/>
                <a:sym typeface="Nanum Gothic"/>
              </a:rPr>
              <a:t>선택</a:t>
            </a:r>
            <a:endParaRPr sz="700" b="1">
              <a:solidFill>
                <a:schemeClr val="dk1"/>
              </a:solidFill>
              <a:latin typeface="Times New Roman" pitchFamily="18" charset="0"/>
              <a:ea typeface="Nanum Gothic"/>
              <a:cs typeface="Times New Roman" pitchFamily="18" charset="0"/>
              <a:sym typeface="Nanum Gothic"/>
            </a:endParaRPr>
          </a:p>
        </p:txBody>
      </p:sp>
      <p:sp>
        <p:nvSpPr>
          <p:cNvPr id="254" name="Google Shape;254;p5"/>
          <p:cNvSpPr/>
          <p:nvPr/>
        </p:nvSpPr>
        <p:spPr>
          <a:xfrm>
            <a:off x="2064446" y="2320404"/>
            <a:ext cx="511907" cy="157932"/>
          </a:xfrm>
          <a:prstGeom prst="rect">
            <a:avLst/>
          </a:prstGeom>
          <a:noFill/>
          <a:ln w="9525" cap="flat" cmpd="sng">
            <a:solidFill>
              <a:srgbClr val="A5A5A5"/>
            </a:solidFill>
            <a:prstDash val="solid"/>
            <a:round/>
            <a:headEnd type="none" w="sm" len="sm"/>
            <a:tailEnd type="none" w="sm" len="sm"/>
          </a:ln>
        </p:spPr>
        <p:txBody>
          <a:bodyPr spcFirstLastPara="1" wrap="square" lIns="36000" tIns="45700" rIns="36000" bIns="72000" anchor="ctr" anchorCtr="1">
            <a:noAutofit/>
          </a:bodyPr>
          <a:lstStyle/>
          <a:p>
            <a:pPr marL="0" marR="0" lvl="0" indent="0" algn="ctr" rtl="0">
              <a:lnSpc>
                <a:spcPct val="150000"/>
              </a:lnSpc>
              <a:spcBef>
                <a:spcPts val="0"/>
              </a:spcBef>
              <a:spcAft>
                <a:spcPts val="0"/>
              </a:spcAft>
              <a:buNone/>
            </a:pPr>
            <a:r>
              <a:rPr lang="ko-KR" sz="700" b="1">
                <a:solidFill>
                  <a:schemeClr val="dk1"/>
                </a:solidFill>
                <a:latin typeface="Times New Roman" pitchFamily="18" charset="0"/>
                <a:ea typeface="Nanum Gothic"/>
                <a:cs typeface="Times New Roman" pitchFamily="18" charset="0"/>
                <a:sym typeface="Nanum Gothic"/>
              </a:rPr>
              <a:t>새로고침</a:t>
            </a:r>
            <a:endParaRPr sz="700" b="1">
              <a:solidFill>
                <a:schemeClr val="dk1"/>
              </a:solidFill>
              <a:latin typeface="Times New Roman" pitchFamily="18" charset="0"/>
              <a:ea typeface="Nanum Gothic"/>
              <a:cs typeface="Times New Roman" pitchFamily="18" charset="0"/>
              <a:sym typeface="Nanum Gothic"/>
            </a:endParaRPr>
          </a:p>
        </p:txBody>
      </p:sp>
      <p:sp>
        <p:nvSpPr>
          <p:cNvPr id="255" name="Google Shape;255;p5"/>
          <p:cNvSpPr/>
          <p:nvPr/>
        </p:nvSpPr>
        <p:spPr>
          <a:xfrm>
            <a:off x="3657827" y="3405224"/>
            <a:ext cx="518091" cy="30773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700" smtClean="0">
                <a:solidFill>
                  <a:schemeClr val="dk1"/>
                </a:solidFill>
                <a:latin typeface="Times New Roman" pitchFamily="18" charset="0"/>
                <a:ea typeface="Nanum Gothic"/>
                <a:cs typeface="Times New Roman" pitchFamily="18" charset="0"/>
                <a:sym typeface="Nanum Gothic"/>
              </a:rPr>
              <a:t>Tổng</a:t>
            </a:r>
            <a:r>
              <a:rPr lang="ko-KR" sz="700" smtClean="0">
                <a:solidFill>
                  <a:schemeClr val="dk1"/>
                </a:solidFill>
                <a:latin typeface="Times New Roman" pitchFamily="18" charset="0"/>
                <a:ea typeface="Nanum Gothic"/>
                <a:cs typeface="Times New Roman" pitchFamily="18" charset="0"/>
                <a:sym typeface="Nanum Gothic"/>
              </a:rPr>
              <a:t>231</a:t>
            </a:r>
            <a:r>
              <a:rPr lang="en-US" altLang="ko-KR" sz="700" smtClean="0">
                <a:solidFill>
                  <a:schemeClr val="dk1"/>
                </a:solidFill>
                <a:latin typeface="Times New Roman" pitchFamily="18" charset="0"/>
                <a:ea typeface="Nanum Gothic"/>
                <a:cs typeface="Times New Roman" pitchFamily="18" charset="0"/>
                <a:sym typeface="Nanum Gothic"/>
              </a:rPr>
              <a:t>kết quả</a:t>
            </a:r>
            <a:endParaRPr sz="700">
              <a:solidFill>
                <a:schemeClr val="dk1"/>
              </a:solidFill>
              <a:latin typeface="Times New Roman" pitchFamily="18" charset="0"/>
              <a:ea typeface="Nanum Gothic"/>
              <a:cs typeface="Times New Roman" pitchFamily="18" charset="0"/>
              <a:sym typeface="Nanum Gothic"/>
            </a:endParaRPr>
          </a:p>
        </p:txBody>
      </p:sp>
      <p:sp>
        <p:nvSpPr>
          <p:cNvPr id="256" name="Google Shape;256;p5"/>
          <p:cNvSpPr/>
          <p:nvPr/>
        </p:nvSpPr>
        <p:spPr>
          <a:xfrm>
            <a:off x="3564505" y="1749458"/>
            <a:ext cx="3009240" cy="346406"/>
          </a:xfrm>
          <a:prstGeom prst="rect">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Nanum Gothic"/>
              <a:cs typeface="Times New Roman" pitchFamily="18" charset="0"/>
              <a:sym typeface="Nanum Gothic"/>
            </a:endParaRPr>
          </a:p>
        </p:txBody>
      </p:sp>
      <p:sp>
        <p:nvSpPr>
          <p:cNvPr id="257" name="Google Shape;257;p5"/>
          <p:cNvSpPr/>
          <p:nvPr/>
        </p:nvSpPr>
        <p:spPr>
          <a:xfrm>
            <a:off x="3930337" y="1810022"/>
            <a:ext cx="569387" cy="33851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800" b="1" smtClean="0">
                <a:solidFill>
                  <a:schemeClr val="dk1"/>
                </a:solidFill>
                <a:latin typeface="Times New Roman" pitchFamily="18" charset="0"/>
                <a:ea typeface="Nanum Gothic"/>
                <a:cs typeface="Times New Roman" pitchFamily="18" charset="0"/>
                <a:sym typeface="Nanum Gothic"/>
              </a:rPr>
              <a:t>Mua xong</a:t>
            </a:r>
            <a:endParaRPr sz="800" b="1">
              <a:solidFill>
                <a:schemeClr val="dk1"/>
              </a:solidFill>
              <a:latin typeface="Times New Roman" pitchFamily="18" charset="0"/>
              <a:ea typeface="Nanum Gothic"/>
              <a:cs typeface="Times New Roman" pitchFamily="18" charset="0"/>
              <a:sym typeface="Nanum Gothic"/>
            </a:endParaRPr>
          </a:p>
        </p:txBody>
      </p:sp>
      <p:cxnSp>
        <p:nvCxnSpPr>
          <p:cNvPr id="258" name="Google Shape;258;p5"/>
          <p:cNvCxnSpPr/>
          <p:nvPr/>
        </p:nvCxnSpPr>
        <p:spPr>
          <a:xfrm>
            <a:off x="3552542" y="2090703"/>
            <a:ext cx="559642" cy="0"/>
          </a:xfrm>
          <a:prstGeom prst="straightConnector1">
            <a:avLst/>
          </a:prstGeom>
          <a:noFill/>
          <a:ln w="38100" cap="flat" cmpd="sng">
            <a:solidFill>
              <a:srgbClr val="C00000"/>
            </a:solidFill>
            <a:prstDash val="solid"/>
            <a:round/>
            <a:headEnd type="none" w="sm" len="sm"/>
            <a:tailEnd type="none" w="sm" len="sm"/>
          </a:ln>
        </p:spPr>
      </p:cxnSp>
      <p:sp>
        <p:nvSpPr>
          <p:cNvPr id="259" name="Google Shape;259;p5"/>
          <p:cNvSpPr/>
          <p:nvPr/>
        </p:nvSpPr>
        <p:spPr>
          <a:xfrm>
            <a:off x="4405742" y="1810022"/>
            <a:ext cx="569387" cy="33851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800" b="1" smtClean="0">
                <a:solidFill>
                  <a:schemeClr val="dk1"/>
                </a:solidFill>
                <a:latin typeface="Times New Roman" pitchFamily="18" charset="0"/>
                <a:ea typeface="Nanum Gothic"/>
                <a:cs typeface="Times New Roman" pitchFamily="18" charset="0"/>
                <a:sym typeface="Nanum Gothic"/>
              </a:rPr>
              <a:t>Sử dụng xong</a:t>
            </a:r>
            <a:endParaRPr sz="800" b="1">
              <a:solidFill>
                <a:schemeClr val="dk1"/>
              </a:solidFill>
              <a:latin typeface="Times New Roman" pitchFamily="18" charset="0"/>
              <a:ea typeface="Nanum Gothic"/>
              <a:cs typeface="Times New Roman" pitchFamily="18" charset="0"/>
              <a:sym typeface="Nanum Gothic"/>
            </a:endParaRPr>
          </a:p>
        </p:txBody>
      </p:sp>
      <p:sp>
        <p:nvSpPr>
          <p:cNvPr id="260" name="Google Shape;260;p5"/>
          <p:cNvSpPr/>
          <p:nvPr/>
        </p:nvSpPr>
        <p:spPr>
          <a:xfrm>
            <a:off x="4913487" y="1810022"/>
            <a:ext cx="1079142" cy="33851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800" b="1" smtClean="0">
                <a:solidFill>
                  <a:schemeClr val="dk1"/>
                </a:solidFill>
                <a:latin typeface="Times New Roman" pitchFamily="18" charset="0"/>
                <a:ea typeface="Nanum Gothic"/>
                <a:cs typeface="Times New Roman" pitchFamily="18" charset="0"/>
                <a:sym typeface="Nanum Gothic"/>
              </a:rPr>
              <a:t>Đang yêu cầu hoàn tiền</a:t>
            </a:r>
            <a:r>
              <a:rPr lang="ko-KR" sz="800" b="1" smtClean="0">
                <a:solidFill>
                  <a:schemeClr val="dk1"/>
                </a:solidFill>
                <a:latin typeface="Times New Roman" pitchFamily="18" charset="0"/>
                <a:ea typeface="Nanum Gothic"/>
                <a:cs typeface="Times New Roman" pitchFamily="18" charset="0"/>
                <a:sym typeface="Nanum Gothic"/>
              </a:rPr>
              <a:t> </a:t>
            </a:r>
            <a:r>
              <a:rPr lang="en-US" altLang="ko-KR" sz="800" b="1" smtClean="0">
                <a:solidFill>
                  <a:schemeClr val="dk1"/>
                </a:solidFill>
                <a:latin typeface="Times New Roman" pitchFamily="18" charset="0"/>
                <a:ea typeface="Nanum Gothic"/>
                <a:cs typeface="Times New Roman" pitchFamily="18" charset="0"/>
                <a:sym typeface="Nanum Gothic"/>
              </a:rPr>
              <a:t>Hoàn tiền xong</a:t>
            </a:r>
            <a:endParaRPr sz="800" b="1">
              <a:solidFill>
                <a:schemeClr val="dk1"/>
              </a:solidFill>
              <a:latin typeface="Times New Roman" pitchFamily="18" charset="0"/>
              <a:ea typeface="Nanum Gothic"/>
              <a:cs typeface="Times New Roman" pitchFamily="18" charset="0"/>
              <a:sym typeface="Nanum Gothic"/>
            </a:endParaRPr>
          </a:p>
        </p:txBody>
      </p:sp>
      <p:sp>
        <p:nvSpPr>
          <p:cNvPr id="261" name="Google Shape;261;p5"/>
          <p:cNvSpPr/>
          <p:nvPr/>
        </p:nvSpPr>
        <p:spPr>
          <a:xfrm>
            <a:off x="5863027" y="1810022"/>
            <a:ext cx="761747" cy="33851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800" b="1" smtClean="0">
                <a:solidFill>
                  <a:schemeClr val="dk1"/>
                </a:solidFill>
                <a:latin typeface="Times New Roman" pitchFamily="18" charset="0"/>
                <a:ea typeface="Nanum Gothic"/>
                <a:cs typeface="Times New Roman" pitchFamily="18" charset="0"/>
                <a:sym typeface="Nanum Gothic"/>
              </a:rPr>
              <a:t>Hết hạn sử dụng</a:t>
            </a:r>
            <a:endParaRPr>
              <a:latin typeface="Times New Roman" pitchFamily="18" charset="0"/>
              <a:cs typeface="Times New Roman" pitchFamily="18" charset="0"/>
            </a:endParaRPr>
          </a:p>
        </p:txBody>
      </p:sp>
      <p:sp>
        <p:nvSpPr>
          <p:cNvPr id="262" name="Google Shape;262;p5"/>
          <p:cNvSpPr/>
          <p:nvPr/>
        </p:nvSpPr>
        <p:spPr>
          <a:xfrm>
            <a:off x="3608119" y="1810022"/>
            <a:ext cx="377026" cy="33851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800" b="1" smtClean="0">
                <a:solidFill>
                  <a:srgbClr val="C00000"/>
                </a:solidFill>
                <a:latin typeface="Times New Roman" pitchFamily="18" charset="0"/>
                <a:ea typeface="Nanum Gothic"/>
                <a:cs typeface="Times New Roman" pitchFamily="18" charset="0"/>
                <a:sym typeface="Nanum Gothic"/>
              </a:rPr>
              <a:t>Toàn bộ</a:t>
            </a:r>
            <a:endParaRPr sz="800" b="1">
              <a:solidFill>
                <a:srgbClr val="C00000"/>
              </a:solidFill>
              <a:latin typeface="Times New Roman" pitchFamily="18" charset="0"/>
              <a:ea typeface="Nanum Gothic"/>
              <a:cs typeface="Times New Roman" pitchFamily="18" charset="0"/>
              <a:sym typeface="Nanum Gothic"/>
            </a:endParaRPr>
          </a:p>
        </p:txBody>
      </p:sp>
      <p:sp>
        <p:nvSpPr>
          <p:cNvPr id="263" name="Google Shape;263;p5"/>
          <p:cNvSpPr/>
          <p:nvPr/>
        </p:nvSpPr>
        <p:spPr>
          <a:xfrm>
            <a:off x="6780517" y="1316242"/>
            <a:ext cx="2766076" cy="486278"/>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Nanum Gothic"/>
              <a:cs typeface="Times New Roman" pitchFamily="18" charset="0"/>
              <a:sym typeface="Nanum Gothic"/>
            </a:endParaRPr>
          </a:p>
        </p:txBody>
      </p:sp>
      <p:pic>
        <p:nvPicPr>
          <p:cNvPr id="264" name="Google Shape;264;p5"/>
          <p:cNvPicPr preferRelativeResize="0"/>
          <p:nvPr/>
        </p:nvPicPr>
        <p:blipFill rotWithShape="1">
          <a:blip r:embed="rId4">
            <a:alphaModFix/>
          </a:blip>
          <a:srcRect/>
          <a:stretch/>
        </p:blipFill>
        <p:spPr>
          <a:xfrm>
            <a:off x="6822801" y="1412084"/>
            <a:ext cx="232947" cy="272056"/>
          </a:xfrm>
          <a:prstGeom prst="rect">
            <a:avLst/>
          </a:prstGeom>
          <a:noFill/>
          <a:ln>
            <a:noFill/>
          </a:ln>
        </p:spPr>
      </p:pic>
      <p:sp>
        <p:nvSpPr>
          <p:cNvPr id="265" name="Google Shape;265;p5"/>
          <p:cNvSpPr txBox="1"/>
          <p:nvPr/>
        </p:nvSpPr>
        <p:spPr>
          <a:xfrm>
            <a:off x="7017043" y="1412084"/>
            <a:ext cx="1719333" cy="24618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1000" b="1" smtClean="0">
                <a:solidFill>
                  <a:schemeClr val="dk1"/>
                </a:solidFill>
                <a:latin typeface="Times New Roman" pitchFamily="18" charset="0"/>
                <a:ea typeface="Nanum Gothic"/>
                <a:cs typeface="Times New Roman" pitchFamily="18" charset="0"/>
                <a:sym typeface="Nanum Gothic"/>
              </a:rPr>
              <a:t>Câu hỏi chưa </a:t>
            </a:r>
            <a:r>
              <a:rPr lang="en-US" altLang="ko-KR" sz="1000" b="1" smtClean="0">
                <a:solidFill>
                  <a:schemeClr val="dk1"/>
                </a:solidFill>
                <a:latin typeface="Times New Roman" pitchFamily="18" charset="0"/>
                <a:ea typeface="Nanum Gothic"/>
                <a:cs typeface="Times New Roman" pitchFamily="18" charset="0"/>
                <a:sym typeface="Nanum Gothic"/>
              </a:rPr>
              <a:t>trả </a:t>
            </a:r>
            <a:r>
              <a:rPr lang="en-US" altLang="ko-KR" sz="1000" b="1" smtClean="0">
                <a:solidFill>
                  <a:schemeClr val="dk1"/>
                </a:solidFill>
                <a:latin typeface="Times New Roman" pitchFamily="18" charset="0"/>
                <a:ea typeface="Nanum Gothic"/>
                <a:cs typeface="Times New Roman" pitchFamily="18" charset="0"/>
                <a:sym typeface="Nanum Gothic"/>
              </a:rPr>
              <a:t>lời</a:t>
            </a:r>
            <a:endParaRPr lang="en-US" altLang="ko-KR" sz="1000" b="1">
              <a:solidFill>
                <a:schemeClr val="dk1"/>
              </a:solidFill>
              <a:latin typeface="Times New Roman" pitchFamily="18" charset="0"/>
              <a:ea typeface="Nanum Gothic"/>
              <a:cs typeface="Times New Roman" pitchFamily="18" charset="0"/>
              <a:sym typeface="Nanum Gothic"/>
            </a:endParaRPr>
          </a:p>
        </p:txBody>
      </p:sp>
      <p:sp>
        <p:nvSpPr>
          <p:cNvPr id="266" name="Google Shape;266;p5"/>
          <p:cNvSpPr/>
          <p:nvPr/>
        </p:nvSpPr>
        <p:spPr>
          <a:xfrm>
            <a:off x="6878217" y="2880335"/>
            <a:ext cx="2610749" cy="769853"/>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800" b="1">
              <a:solidFill>
                <a:srgbClr val="000000"/>
              </a:solidFill>
              <a:latin typeface="Times New Roman" pitchFamily="18" charset="0"/>
              <a:cs typeface="Times New Roman" pitchFamily="18" charset="0"/>
              <a:sym typeface="Arial"/>
            </a:endParaRPr>
          </a:p>
          <a:p>
            <a:pPr marL="0" marR="0" lvl="0" indent="0" algn="l" rtl="0">
              <a:spcBef>
                <a:spcPts val="0"/>
              </a:spcBef>
              <a:spcAft>
                <a:spcPts val="0"/>
              </a:spcAft>
              <a:buNone/>
            </a:pPr>
            <a:r>
              <a:rPr lang="ko-KR" sz="800" b="1">
                <a:solidFill>
                  <a:srgbClr val="000000"/>
                </a:solidFill>
                <a:latin typeface="Times New Roman" pitchFamily="18" charset="0"/>
                <a:cs typeface="Times New Roman" pitchFamily="18" charset="0"/>
                <a:sym typeface="Arial"/>
              </a:rPr>
              <a:t>nam***@ho</a:t>
            </a:r>
            <a:r>
              <a:rPr lang="ko-KR" sz="800">
                <a:solidFill>
                  <a:srgbClr val="888888"/>
                </a:solidFill>
                <a:latin typeface="Times New Roman" pitchFamily="18" charset="0"/>
                <a:cs typeface="Times New Roman" pitchFamily="18" charset="0"/>
                <a:sym typeface="Arial"/>
              </a:rPr>
              <a:t>2019-12-16 01:53:25</a:t>
            </a:r>
            <a:endParaRPr>
              <a:latin typeface="Times New Roman" pitchFamily="18" charset="0"/>
              <a:cs typeface="Times New Roman" pitchFamily="18" charset="0"/>
            </a:endParaRPr>
          </a:p>
        </p:txBody>
      </p:sp>
      <p:sp>
        <p:nvSpPr>
          <p:cNvPr id="267" name="Google Shape;267;p5"/>
          <p:cNvSpPr/>
          <p:nvPr/>
        </p:nvSpPr>
        <p:spPr>
          <a:xfrm>
            <a:off x="6890648" y="2880335"/>
            <a:ext cx="461693" cy="130627"/>
          </a:xfrm>
          <a:prstGeom prst="rect">
            <a:avLst/>
          </a:prstGeom>
          <a:solidFill>
            <a:srgbClr val="36609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800">
                <a:solidFill>
                  <a:schemeClr val="lt1"/>
                </a:solidFill>
                <a:latin typeface="Times New Roman" pitchFamily="18" charset="0"/>
                <a:ea typeface="Nanum Gothic"/>
                <a:cs typeface="Times New Roman" pitchFamily="18" charset="0"/>
                <a:sym typeface="Nanum Gothic"/>
              </a:rPr>
              <a:t>쿠팡</a:t>
            </a:r>
            <a:endParaRPr sz="800">
              <a:solidFill>
                <a:schemeClr val="lt1"/>
              </a:solidFill>
              <a:latin typeface="Times New Roman" pitchFamily="18" charset="0"/>
              <a:ea typeface="Nanum Gothic"/>
              <a:cs typeface="Times New Roman" pitchFamily="18" charset="0"/>
              <a:sym typeface="Nanum Gothic"/>
            </a:endParaRPr>
          </a:p>
        </p:txBody>
      </p:sp>
      <p:sp>
        <p:nvSpPr>
          <p:cNvPr id="268" name="Google Shape;268;p5"/>
          <p:cNvSpPr/>
          <p:nvPr/>
        </p:nvSpPr>
        <p:spPr>
          <a:xfrm>
            <a:off x="8990341" y="3084192"/>
            <a:ext cx="443458" cy="355314"/>
          </a:xfrm>
          <a:prstGeom prst="rect">
            <a:avLst/>
          </a:prstGeom>
          <a:solidFill>
            <a:schemeClr val="lt1"/>
          </a:solidFill>
          <a:ln w="9525" cap="flat" cmpd="sng">
            <a:solidFill>
              <a:srgbClr val="C00000"/>
            </a:solidFill>
            <a:prstDash val="solid"/>
            <a:round/>
            <a:headEnd type="none" w="sm" len="sm"/>
            <a:tailEnd type="none" w="sm" len="sm"/>
          </a:ln>
        </p:spPr>
        <p:txBody>
          <a:bodyPr spcFirstLastPara="1" wrap="square" lIns="91425" tIns="36000" rIns="91425" bIns="36000" anchor="ctr" anchorCtr="1">
            <a:noAutofit/>
          </a:bodyPr>
          <a:lstStyle/>
          <a:p>
            <a:pPr marL="0" marR="0" lvl="0" indent="0" algn="ctr" rtl="0">
              <a:spcBef>
                <a:spcPts val="0"/>
              </a:spcBef>
              <a:spcAft>
                <a:spcPts val="0"/>
              </a:spcAft>
              <a:buNone/>
            </a:pPr>
            <a:r>
              <a:rPr lang="ko-KR" sz="800" b="1">
                <a:solidFill>
                  <a:srgbClr val="C00000"/>
                </a:solidFill>
                <a:latin typeface="Times New Roman" pitchFamily="18" charset="0"/>
                <a:ea typeface="Nanum Gothic"/>
                <a:cs typeface="Times New Roman" pitchFamily="18" charset="0"/>
                <a:sym typeface="Nanum Gothic"/>
              </a:rPr>
              <a:t>답변하기</a:t>
            </a:r>
            <a:endParaRPr>
              <a:latin typeface="Times New Roman" pitchFamily="18" charset="0"/>
              <a:cs typeface="Times New Roman" pitchFamily="18" charset="0"/>
            </a:endParaRPr>
          </a:p>
        </p:txBody>
      </p:sp>
      <p:sp>
        <p:nvSpPr>
          <p:cNvPr id="269" name="Google Shape;269;p5"/>
          <p:cNvSpPr/>
          <p:nvPr/>
        </p:nvSpPr>
        <p:spPr>
          <a:xfrm>
            <a:off x="6885632" y="2612785"/>
            <a:ext cx="401789"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800" smtClean="0">
                <a:solidFill>
                  <a:schemeClr val="dk1"/>
                </a:solidFill>
                <a:latin typeface="Times New Roman" pitchFamily="18" charset="0"/>
                <a:ea typeface="Nanum Gothic"/>
                <a:cs typeface="Times New Roman" pitchFamily="18" charset="0"/>
                <a:sym typeface="Nanum Gothic"/>
              </a:rPr>
              <a:t>Tổng</a:t>
            </a:r>
            <a:r>
              <a:rPr lang="ko-KR" sz="800" smtClean="0">
                <a:solidFill>
                  <a:schemeClr val="dk1"/>
                </a:solidFill>
                <a:latin typeface="Times New Roman" pitchFamily="18" charset="0"/>
                <a:ea typeface="Nanum Gothic"/>
                <a:cs typeface="Times New Roman" pitchFamily="18" charset="0"/>
                <a:sym typeface="Nanum Gothic"/>
              </a:rPr>
              <a:t>32</a:t>
            </a:r>
            <a:r>
              <a:rPr lang="en-US" altLang="ko-KR" sz="800" smtClean="0">
                <a:solidFill>
                  <a:schemeClr val="dk1"/>
                </a:solidFill>
                <a:latin typeface="Times New Roman" pitchFamily="18" charset="0"/>
                <a:ea typeface="Nanum Gothic"/>
                <a:cs typeface="Times New Roman" pitchFamily="18" charset="0"/>
                <a:sym typeface="Nanum Gothic"/>
              </a:rPr>
              <a:t>kết quả</a:t>
            </a:r>
            <a:endParaRPr sz="800">
              <a:solidFill>
                <a:schemeClr val="dk1"/>
              </a:solidFill>
              <a:latin typeface="Times New Roman" pitchFamily="18" charset="0"/>
              <a:ea typeface="Nanum Gothic"/>
              <a:cs typeface="Times New Roman" pitchFamily="18" charset="0"/>
              <a:sym typeface="Nanum Gothic"/>
            </a:endParaRPr>
          </a:p>
        </p:txBody>
      </p:sp>
      <p:sp>
        <p:nvSpPr>
          <p:cNvPr id="270" name="Google Shape;270;p5"/>
          <p:cNvSpPr/>
          <p:nvPr/>
        </p:nvSpPr>
        <p:spPr>
          <a:xfrm>
            <a:off x="6780517" y="2443310"/>
            <a:ext cx="2766076" cy="3661601"/>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Nanum Gothic"/>
              <a:cs typeface="Times New Roman" pitchFamily="18" charset="0"/>
              <a:sym typeface="Nanum Gothic"/>
            </a:endParaRPr>
          </a:p>
        </p:txBody>
      </p:sp>
      <p:sp>
        <p:nvSpPr>
          <p:cNvPr id="271" name="Google Shape;271;p5"/>
          <p:cNvSpPr/>
          <p:nvPr/>
        </p:nvSpPr>
        <p:spPr>
          <a:xfrm>
            <a:off x="6780517" y="1793820"/>
            <a:ext cx="2766076" cy="339250"/>
          </a:xfrm>
          <a:prstGeom prst="rect">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Nanum Gothic"/>
              <a:cs typeface="Times New Roman" pitchFamily="18" charset="0"/>
              <a:sym typeface="Nanum Gothic"/>
            </a:endParaRPr>
          </a:p>
        </p:txBody>
      </p:sp>
      <p:sp>
        <p:nvSpPr>
          <p:cNvPr id="272" name="Google Shape;272;p5"/>
          <p:cNvSpPr/>
          <p:nvPr/>
        </p:nvSpPr>
        <p:spPr>
          <a:xfrm>
            <a:off x="7368600" y="1850097"/>
            <a:ext cx="322252"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ko-KR" sz="900" b="1">
                <a:solidFill>
                  <a:schemeClr val="dk1"/>
                </a:solidFill>
                <a:latin typeface="Times New Roman" pitchFamily="18" charset="0"/>
                <a:ea typeface="Nanum Gothic"/>
                <a:cs typeface="Times New Roman" pitchFamily="18" charset="0"/>
                <a:sym typeface="Nanum Gothic"/>
              </a:rPr>
              <a:t>쿠팡</a:t>
            </a:r>
            <a:endParaRPr sz="900" b="1">
              <a:solidFill>
                <a:schemeClr val="dk1"/>
              </a:solidFill>
              <a:latin typeface="Times New Roman" pitchFamily="18" charset="0"/>
              <a:ea typeface="Nanum Gothic"/>
              <a:cs typeface="Times New Roman" pitchFamily="18" charset="0"/>
              <a:sym typeface="Nanum Gothic"/>
            </a:endParaRPr>
          </a:p>
        </p:txBody>
      </p:sp>
      <p:cxnSp>
        <p:nvCxnSpPr>
          <p:cNvPr id="273" name="Google Shape;273;p5"/>
          <p:cNvCxnSpPr/>
          <p:nvPr/>
        </p:nvCxnSpPr>
        <p:spPr>
          <a:xfrm>
            <a:off x="6849960" y="2112761"/>
            <a:ext cx="447870" cy="0"/>
          </a:xfrm>
          <a:prstGeom prst="straightConnector1">
            <a:avLst/>
          </a:prstGeom>
          <a:noFill/>
          <a:ln w="38100" cap="flat" cmpd="sng">
            <a:solidFill>
              <a:srgbClr val="C00000"/>
            </a:solidFill>
            <a:prstDash val="solid"/>
            <a:round/>
            <a:headEnd type="none" w="sm" len="sm"/>
            <a:tailEnd type="none" w="sm" len="sm"/>
          </a:ln>
        </p:spPr>
      </p:cxnSp>
      <p:sp>
        <p:nvSpPr>
          <p:cNvPr id="274" name="Google Shape;274;p5"/>
          <p:cNvSpPr/>
          <p:nvPr/>
        </p:nvSpPr>
        <p:spPr>
          <a:xfrm>
            <a:off x="7781128" y="1850097"/>
            <a:ext cx="322253"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ko-KR" sz="900" b="1">
                <a:solidFill>
                  <a:schemeClr val="dk1"/>
                </a:solidFill>
                <a:latin typeface="Times New Roman" pitchFamily="18" charset="0"/>
                <a:ea typeface="Nanum Gothic"/>
                <a:cs typeface="Times New Roman" pitchFamily="18" charset="0"/>
                <a:sym typeface="Nanum Gothic"/>
              </a:rPr>
              <a:t>티몬</a:t>
            </a:r>
            <a:endParaRPr sz="900" b="1">
              <a:solidFill>
                <a:schemeClr val="dk1"/>
              </a:solidFill>
              <a:latin typeface="Times New Roman" pitchFamily="18" charset="0"/>
              <a:ea typeface="Nanum Gothic"/>
              <a:cs typeface="Times New Roman" pitchFamily="18" charset="0"/>
              <a:sym typeface="Nanum Gothic"/>
            </a:endParaRPr>
          </a:p>
        </p:txBody>
      </p:sp>
      <p:sp>
        <p:nvSpPr>
          <p:cNvPr id="275" name="Google Shape;275;p5"/>
          <p:cNvSpPr/>
          <p:nvPr/>
        </p:nvSpPr>
        <p:spPr>
          <a:xfrm>
            <a:off x="8222069" y="1850097"/>
            <a:ext cx="409487"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ko-KR" sz="900" b="1">
                <a:solidFill>
                  <a:schemeClr val="dk1"/>
                </a:solidFill>
                <a:latin typeface="Times New Roman" pitchFamily="18" charset="0"/>
                <a:ea typeface="Nanum Gothic"/>
                <a:cs typeface="Times New Roman" pitchFamily="18" charset="0"/>
                <a:sym typeface="Nanum Gothic"/>
              </a:rPr>
              <a:t>네이버</a:t>
            </a:r>
            <a:endParaRPr>
              <a:latin typeface="Times New Roman" pitchFamily="18" charset="0"/>
              <a:cs typeface="Times New Roman" pitchFamily="18" charset="0"/>
            </a:endParaRPr>
          </a:p>
        </p:txBody>
      </p:sp>
      <p:sp>
        <p:nvSpPr>
          <p:cNvPr id="276" name="Google Shape;276;p5"/>
          <p:cNvSpPr/>
          <p:nvPr/>
        </p:nvSpPr>
        <p:spPr>
          <a:xfrm>
            <a:off x="6884174" y="1850097"/>
            <a:ext cx="322253" cy="5077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900" b="1" smtClean="0">
                <a:solidFill>
                  <a:srgbClr val="C00000"/>
                </a:solidFill>
                <a:latin typeface="Times New Roman" pitchFamily="18" charset="0"/>
                <a:ea typeface="Nanum Gothic"/>
                <a:cs typeface="Times New Roman" pitchFamily="18" charset="0"/>
                <a:sym typeface="Nanum Gothic"/>
              </a:rPr>
              <a:t>Toàn bộ</a:t>
            </a:r>
            <a:endParaRPr sz="900" b="1">
              <a:solidFill>
                <a:srgbClr val="C00000"/>
              </a:solidFill>
              <a:latin typeface="Times New Roman" pitchFamily="18" charset="0"/>
              <a:ea typeface="Nanum Gothic"/>
              <a:cs typeface="Times New Roman" pitchFamily="18" charset="0"/>
              <a:sym typeface="Nanum Gothic"/>
            </a:endParaRPr>
          </a:p>
        </p:txBody>
      </p:sp>
      <p:sp>
        <p:nvSpPr>
          <p:cNvPr id="277" name="Google Shape;277;p5"/>
          <p:cNvSpPr/>
          <p:nvPr/>
        </p:nvSpPr>
        <p:spPr>
          <a:xfrm>
            <a:off x="8775726" y="1850097"/>
            <a:ext cx="435144"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ko-KR" sz="900" b="1">
                <a:solidFill>
                  <a:schemeClr val="dk1"/>
                </a:solidFill>
                <a:latin typeface="Times New Roman" pitchFamily="18" charset="0"/>
                <a:ea typeface="Nanum Gothic"/>
                <a:cs typeface="Times New Roman" pitchFamily="18" charset="0"/>
                <a:sym typeface="Nanum Gothic"/>
              </a:rPr>
              <a:t>11번가</a:t>
            </a:r>
            <a:endParaRPr>
              <a:latin typeface="Times New Roman" pitchFamily="18" charset="0"/>
              <a:cs typeface="Times New Roman" pitchFamily="18" charset="0"/>
            </a:endParaRPr>
          </a:p>
        </p:txBody>
      </p:sp>
      <p:sp>
        <p:nvSpPr>
          <p:cNvPr id="278" name="Google Shape;278;p5"/>
          <p:cNvSpPr/>
          <p:nvPr/>
        </p:nvSpPr>
        <p:spPr>
          <a:xfrm>
            <a:off x="6874095" y="3250478"/>
            <a:ext cx="2120366" cy="276999"/>
          </a:xfrm>
          <a:prstGeom prst="rect">
            <a:avLst/>
          </a:prstGeom>
          <a:noFill/>
          <a:ln>
            <a:noFill/>
          </a:ln>
        </p:spPr>
        <p:txBody>
          <a:bodyPr spcFirstLastPara="1" wrap="square" lIns="91425" tIns="45700" rIns="91425" bIns="45700" anchor="t" anchorCtr="0">
            <a:spAutoFit/>
          </a:bodyPr>
          <a:lstStyle/>
          <a:p>
            <a:pPr marL="6350" marR="0" lvl="0" indent="0" algn="l" rtl="0">
              <a:spcBef>
                <a:spcPts val="0"/>
              </a:spcBef>
              <a:spcAft>
                <a:spcPts val="0"/>
              </a:spcAft>
              <a:buNone/>
            </a:pPr>
            <a:r>
              <a:rPr lang="ko-KR" sz="600">
                <a:solidFill>
                  <a:srgbClr val="000000"/>
                </a:solidFill>
                <a:latin typeface="Times New Roman" pitchFamily="18" charset="0"/>
                <a:cs typeface="Times New Roman" pitchFamily="18" charset="0"/>
                <a:sym typeface="Arial"/>
              </a:rPr>
              <a:t>12월 27일~28일 6명이서 이용하려는데 방을 3개 잡고 싶은데, 방은 비슷해 보이는데 인원수에 따라서 가격이 …</a:t>
            </a:r>
            <a:endParaRPr sz="600">
              <a:solidFill>
                <a:schemeClr val="dk1"/>
              </a:solidFill>
              <a:latin typeface="Times New Roman" pitchFamily="18" charset="0"/>
              <a:ea typeface="Nanum Gothic"/>
              <a:cs typeface="Times New Roman" pitchFamily="18" charset="0"/>
              <a:sym typeface="Nanum Gothic"/>
            </a:endParaRPr>
          </a:p>
        </p:txBody>
      </p:sp>
      <p:sp>
        <p:nvSpPr>
          <p:cNvPr id="279" name="Google Shape;279;p5"/>
          <p:cNvSpPr/>
          <p:nvPr/>
        </p:nvSpPr>
        <p:spPr>
          <a:xfrm>
            <a:off x="6874095" y="3784601"/>
            <a:ext cx="2610749" cy="769853"/>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800" b="1">
              <a:solidFill>
                <a:schemeClr val="dk1"/>
              </a:solidFill>
              <a:latin typeface="Times New Roman" pitchFamily="18" charset="0"/>
              <a:cs typeface="Times New Roman" pitchFamily="18" charset="0"/>
              <a:sym typeface="Arial"/>
            </a:endParaRPr>
          </a:p>
          <a:p>
            <a:pPr marL="0" marR="0" lvl="0" indent="0" algn="l" rtl="0">
              <a:spcBef>
                <a:spcPts val="0"/>
              </a:spcBef>
              <a:spcAft>
                <a:spcPts val="0"/>
              </a:spcAft>
              <a:buNone/>
            </a:pPr>
            <a:r>
              <a:rPr lang="ko-KR" sz="800" b="1">
                <a:solidFill>
                  <a:schemeClr val="dk1"/>
                </a:solidFill>
                <a:latin typeface="Times New Roman" pitchFamily="18" charset="0"/>
                <a:cs typeface="Times New Roman" pitchFamily="18" charset="0"/>
                <a:sym typeface="Arial"/>
              </a:rPr>
              <a:t> psy*****</a:t>
            </a:r>
            <a:r>
              <a:rPr lang="ko-KR" sz="800">
                <a:solidFill>
                  <a:srgbClr val="7D7E80"/>
                </a:solidFill>
                <a:latin typeface="Times New Roman" pitchFamily="18" charset="0"/>
                <a:cs typeface="Times New Roman" pitchFamily="18" charset="0"/>
                <a:sym typeface="Arial"/>
              </a:rPr>
              <a:t>2020-06-05</a:t>
            </a:r>
            <a:endParaRPr sz="800">
              <a:solidFill>
                <a:srgbClr val="888888"/>
              </a:solidFill>
              <a:latin typeface="Times New Roman" pitchFamily="18" charset="0"/>
              <a:cs typeface="Times New Roman" pitchFamily="18" charset="0"/>
              <a:sym typeface="Arial"/>
            </a:endParaRPr>
          </a:p>
        </p:txBody>
      </p:sp>
      <p:sp>
        <p:nvSpPr>
          <p:cNvPr id="280" name="Google Shape;280;p5"/>
          <p:cNvSpPr/>
          <p:nvPr/>
        </p:nvSpPr>
        <p:spPr>
          <a:xfrm>
            <a:off x="6886527" y="3784601"/>
            <a:ext cx="461693" cy="130627"/>
          </a:xfrm>
          <a:prstGeom prst="rect">
            <a:avLst/>
          </a:prstGeom>
          <a:solidFill>
            <a:srgbClr val="36609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800">
                <a:solidFill>
                  <a:schemeClr val="lt1"/>
                </a:solidFill>
                <a:latin typeface="Times New Roman" pitchFamily="18" charset="0"/>
                <a:ea typeface="Nanum Gothic"/>
                <a:cs typeface="Times New Roman" pitchFamily="18" charset="0"/>
                <a:sym typeface="Nanum Gothic"/>
              </a:rPr>
              <a:t>티몬</a:t>
            </a:r>
            <a:endParaRPr sz="800">
              <a:solidFill>
                <a:schemeClr val="lt1"/>
              </a:solidFill>
              <a:latin typeface="Times New Roman" pitchFamily="18" charset="0"/>
              <a:ea typeface="Nanum Gothic"/>
              <a:cs typeface="Times New Roman" pitchFamily="18" charset="0"/>
              <a:sym typeface="Nanum Gothic"/>
            </a:endParaRPr>
          </a:p>
        </p:txBody>
      </p:sp>
      <p:sp>
        <p:nvSpPr>
          <p:cNvPr id="281" name="Google Shape;281;p5"/>
          <p:cNvSpPr/>
          <p:nvPr/>
        </p:nvSpPr>
        <p:spPr>
          <a:xfrm>
            <a:off x="8990340" y="3988458"/>
            <a:ext cx="439337" cy="355314"/>
          </a:xfrm>
          <a:prstGeom prst="rect">
            <a:avLst/>
          </a:prstGeom>
          <a:solidFill>
            <a:schemeClr val="lt1"/>
          </a:solidFill>
          <a:ln w="9525" cap="flat" cmpd="sng">
            <a:solidFill>
              <a:srgbClr val="C00000"/>
            </a:solidFill>
            <a:prstDash val="solid"/>
            <a:round/>
            <a:headEnd type="none" w="sm" len="sm"/>
            <a:tailEnd type="none" w="sm" len="sm"/>
          </a:ln>
        </p:spPr>
        <p:txBody>
          <a:bodyPr spcFirstLastPara="1" wrap="square" lIns="91425" tIns="36000" rIns="91425" bIns="36000" anchor="ctr" anchorCtr="1">
            <a:noAutofit/>
          </a:bodyPr>
          <a:lstStyle/>
          <a:p>
            <a:pPr marL="0" marR="0" lvl="0" indent="0" algn="ctr" rtl="0">
              <a:spcBef>
                <a:spcPts val="0"/>
              </a:spcBef>
              <a:spcAft>
                <a:spcPts val="0"/>
              </a:spcAft>
              <a:buNone/>
            </a:pPr>
            <a:r>
              <a:rPr lang="ko-KR" sz="800" b="1">
                <a:solidFill>
                  <a:srgbClr val="C00000"/>
                </a:solidFill>
                <a:latin typeface="Times New Roman" pitchFamily="18" charset="0"/>
                <a:ea typeface="Nanum Gothic"/>
                <a:cs typeface="Times New Roman" pitchFamily="18" charset="0"/>
                <a:sym typeface="Nanum Gothic"/>
              </a:rPr>
              <a:t>답변하기</a:t>
            </a:r>
            <a:endParaRPr>
              <a:latin typeface="Times New Roman" pitchFamily="18" charset="0"/>
              <a:cs typeface="Times New Roman" pitchFamily="18" charset="0"/>
            </a:endParaRPr>
          </a:p>
        </p:txBody>
      </p:sp>
      <p:sp>
        <p:nvSpPr>
          <p:cNvPr id="282" name="Google Shape;282;p5"/>
          <p:cNvSpPr/>
          <p:nvPr/>
        </p:nvSpPr>
        <p:spPr>
          <a:xfrm>
            <a:off x="6869974" y="4154744"/>
            <a:ext cx="2120366" cy="184666"/>
          </a:xfrm>
          <a:prstGeom prst="rect">
            <a:avLst/>
          </a:prstGeom>
          <a:noFill/>
          <a:ln>
            <a:noFill/>
          </a:ln>
        </p:spPr>
        <p:txBody>
          <a:bodyPr spcFirstLastPara="1" wrap="square" lIns="91425" tIns="45700" rIns="91425" bIns="45700" anchor="t" anchorCtr="0">
            <a:spAutoFit/>
          </a:bodyPr>
          <a:lstStyle/>
          <a:p>
            <a:pPr marL="6350" marR="0" lvl="0" indent="0" algn="l" rtl="0">
              <a:spcBef>
                <a:spcPts val="0"/>
              </a:spcBef>
              <a:spcAft>
                <a:spcPts val="0"/>
              </a:spcAft>
              <a:buNone/>
            </a:pPr>
            <a:r>
              <a:rPr lang="ko-KR" sz="600">
                <a:solidFill>
                  <a:srgbClr val="000000"/>
                </a:solidFill>
                <a:latin typeface="Times New Roman" pitchFamily="18" charset="0"/>
                <a:cs typeface="Times New Roman" pitchFamily="18" charset="0"/>
                <a:sym typeface="Arial"/>
              </a:rPr>
              <a:t>비밀글입니다.</a:t>
            </a:r>
            <a:endParaRPr sz="600">
              <a:solidFill>
                <a:schemeClr val="dk1"/>
              </a:solidFill>
              <a:latin typeface="Times New Roman" pitchFamily="18" charset="0"/>
              <a:ea typeface="Nanum Gothic"/>
              <a:cs typeface="Times New Roman" pitchFamily="18" charset="0"/>
              <a:sym typeface="Nanum Gothic"/>
            </a:endParaRPr>
          </a:p>
        </p:txBody>
      </p:sp>
      <p:pic>
        <p:nvPicPr>
          <p:cNvPr id="283" name="Google Shape;283;p5"/>
          <p:cNvPicPr preferRelativeResize="0"/>
          <p:nvPr/>
        </p:nvPicPr>
        <p:blipFill rotWithShape="1">
          <a:blip r:embed="rId6">
            <a:alphaModFix/>
          </a:blip>
          <a:srcRect/>
          <a:stretch/>
        </p:blipFill>
        <p:spPr>
          <a:xfrm>
            <a:off x="3648081" y="5760883"/>
            <a:ext cx="2401141" cy="281707"/>
          </a:xfrm>
          <a:prstGeom prst="rect">
            <a:avLst/>
          </a:prstGeom>
          <a:noFill/>
          <a:ln>
            <a:noFill/>
          </a:ln>
        </p:spPr>
      </p:pic>
      <p:sp>
        <p:nvSpPr>
          <p:cNvPr id="284" name="Google Shape;284;p5"/>
          <p:cNvSpPr/>
          <p:nvPr/>
        </p:nvSpPr>
        <p:spPr>
          <a:xfrm>
            <a:off x="1200839" y="1889813"/>
            <a:ext cx="1030266" cy="21540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800" b="1" smtClean="0">
                <a:solidFill>
                  <a:srgbClr val="C00000"/>
                </a:solidFill>
                <a:latin typeface="Times New Roman" pitchFamily="18" charset="0"/>
                <a:ea typeface="Nanum Gothic"/>
                <a:cs typeface="Times New Roman" pitchFamily="18" charset="0"/>
                <a:sym typeface="Nanum Gothic"/>
              </a:rPr>
              <a:t>Đang refresh</a:t>
            </a:r>
            <a:r>
              <a:rPr lang="ko-KR" sz="800" b="1" smtClean="0">
                <a:solidFill>
                  <a:srgbClr val="C00000"/>
                </a:solidFill>
                <a:latin typeface="Times New Roman" pitchFamily="18" charset="0"/>
                <a:ea typeface="Nanum Gothic"/>
                <a:cs typeface="Times New Roman" pitchFamily="18" charset="0"/>
                <a:sym typeface="Nanum Gothic"/>
              </a:rPr>
              <a:t>…</a:t>
            </a:r>
            <a:endParaRPr>
              <a:latin typeface="Times New Roman" pitchFamily="18" charset="0"/>
              <a:cs typeface="Times New Roman" pitchFamily="18" charset="0"/>
            </a:endParaRPr>
          </a:p>
        </p:txBody>
      </p:sp>
      <p:pic>
        <p:nvPicPr>
          <p:cNvPr id="285" name="Google Shape;285;p5"/>
          <p:cNvPicPr preferRelativeResize="0"/>
          <p:nvPr/>
        </p:nvPicPr>
        <p:blipFill rotWithShape="1">
          <a:blip r:embed="rId7">
            <a:alphaModFix/>
          </a:blip>
          <a:srcRect/>
          <a:stretch/>
        </p:blipFill>
        <p:spPr>
          <a:xfrm>
            <a:off x="2260981" y="1903733"/>
            <a:ext cx="335189" cy="335189"/>
          </a:xfrm>
          <a:prstGeom prst="rect">
            <a:avLst/>
          </a:prstGeom>
          <a:noFill/>
          <a:ln>
            <a:noFill/>
          </a:ln>
        </p:spPr>
      </p:pic>
      <p:cxnSp>
        <p:nvCxnSpPr>
          <p:cNvPr id="286" name="Google Shape;286;p5"/>
          <p:cNvCxnSpPr/>
          <p:nvPr/>
        </p:nvCxnSpPr>
        <p:spPr>
          <a:xfrm>
            <a:off x="2304290" y="1849469"/>
            <a:ext cx="3124" cy="430591"/>
          </a:xfrm>
          <a:prstGeom prst="straightConnector1">
            <a:avLst/>
          </a:prstGeom>
          <a:noFill/>
          <a:ln w="9525" cap="flat" cmpd="sng">
            <a:solidFill>
              <a:srgbClr val="C00000"/>
            </a:solidFill>
            <a:prstDash val="solid"/>
            <a:round/>
            <a:headEnd type="none" w="sm" len="sm"/>
            <a:tailEnd type="triangle" w="med" len="med"/>
          </a:ln>
        </p:spPr>
      </p:cxnSp>
      <p:sp>
        <p:nvSpPr>
          <p:cNvPr id="287" name="Google Shape;287;p5"/>
          <p:cNvSpPr/>
          <p:nvPr/>
        </p:nvSpPr>
        <p:spPr>
          <a:xfrm>
            <a:off x="4439798" y="2182248"/>
            <a:ext cx="883479" cy="215403"/>
          </a:xfrm>
          <a:prstGeom prst="rect">
            <a:avLst/>
          </a:prstGeom>
          <a:noFill/>
          <a:ln>
            <a:noFill/>
          </a:ln>
        </p:spPr>
        <p:txBody>
          <a:bodyPr spcFirstLastPara="1" wrap="square" lIns="91425" tIns="45700" rIns="91425" bIns="45700" anchor="t" anchorCtr="0">
            <a:spAutoFit/>
          </a:bodyPr>
          <a:lstStyle/>
          <a:p>
            <a:pPr lvl="0" algn="ctr"/>
            <a:r>
              <a:rPr lang="en-US" altLang="ko-KR" sz="800" b="1" smtClean="0">
                <a:solidFill>
                  <a:srgbClr val="C00000"/>
                </a:solidFill>
                <a:latin typeface="Times New Roman" pitchFamily="18" charset="0"/>
                <a:ea typeface="Nanum Gothic"/>
                <a:cs typeface="Times New Roman" pitchFamily="18" charset="0"/>
                <a:sym typeface="Nanum Gothic"/>
              </a:rPr>
              <a:t>Đang refresh…</a:t>
            </a:r>
            <a:endParaRPr lang="en-US" sz="800">
              <a:latin typeface="Times New Roman" pitchFamily="18" charset="0"/>
              <a:cs typeface="Times New Roman" pitchFamily="18" charset="0"/>
            </a:endParaRPr>
          </a:p>
        </p:txBody>
      </p:sp>
      <p:pic>
        <p:nvPicPr>
          <p:cNvPr id="288" name="Google Shape;288;p5"/>
          <p:cNvPicPr preferRelativeResize="0"/>
          <p:nvPr/>
        </p:nvPicPr>
        <p:blipFill rotWithShape="1">
          <a:blip r:embed="rId7">
            <a:alphaModFix/>
          </a:blip>
          <a:srcRect/>
          <a:stretch/>
        </p:blipFill>
        <p:spPr>
          <a:xfrm>
            <a:off x="5353153" y="2196168"/>
            <a:ext cx="335189" cy="335189"/>
          </a:xfrm>
          <a:prstGeom prst="rect">
            <a:avLst/>
          </a:prstGeom>
          <a:noFill/>
          <a:ln>
            <a:noFill/>
          </a:ln>
        </p:spPr>
      </p:pic>
      <p:cxnSp>
        <p:nvCxnSpPr>
          <p:cNvPr id="289" name="Google Shape;289;p5"/>
          <p:cNvCxnSpPr/>
          <p:nvPr/>
        </p:nvCxnSpPr>
        <p:spPr>
          <a:xfrm>
            <a:off x="5396462" y="2141904"/>
            <a:ext cx="3124" cy="430591"/>
          </a:xfrm>
          <a:prstGeom prst="straightConnector1">
            <a:avLst/>
          </a:prstGeom>
          <a:noFill/>
          <a:ln w="9525" cap="flat" cmpd="sng">
            <a:solidFill>
              <a:srgbClr val="C00000"/>
            </a:solidFill>
            <a:prstDash val="solid"/>
            <a:round/>
            <a:headEnd type="none" w="sm" len="sm"/>
            <a:tailEnd type="triangle" w="med" len="med"/>
          </a:ln>
        </p:spPr>
      </p:cxnSp>
      <p:sp>
        <p:nvSpPr>
          <p:cNvPr id="290" name="Google Shape;290;p5"/>
          <p:cNvSpPr/>
          <p:nvPr/>
        </p:nvSpPr>
        <p:spPr>
          <a:xfrm>
            <a:off x="7689773" y="2183140"/>
            <a:ext cx="998107" cy="215403"/>
          </a:xfrm>
          <a:prstGeom prst="rect">
            <a:avLst/>
          </a:prstGeom>
          <a:noFill/>
          <a:ln>
            <a:noFill/>
          </a:ln>
        </p:spPr>
        <p:txBody>
          <a:bodyPr spcFirstLastPara="1" wrap="square" lIns="91425" tIns="45700" rIns="91425" bIns="45700" anchor="t" anchorCtr="0">
            <a:spAutoFit/>
          </a:bodyPr>
          <a:lstStyle/>
          <a:p>
            <a:pPr lvl="0" algn="ctr"/>
            <a:r>
              <a:rPr lang="en-US" altLang="ko-KR" sz="800" b="1" smtClean="0">
                <a:solidFill>
                  <a:srgbClr val="C00000"/>
                </a:solidFill>
                <a:latin typeface="Times New Roman" pitchFamily="18" charset="0"/>
                <a:ea typeface="Nanum Gothic"/>
                <a:cs typeface="Times New Roman" pitchFamily="18" charset="0"/>
                <a:sym typeface="Nanum Gothic"/>
              </a:rPr>
              <a:t>Đang refresh…</a:t>
            </a:r>
            <a:endParaRPr lang="en-US" sz="800">
              <a:latin typeface="Times New Roman" pitchFamily="18" charset="0"/>
              <a:cs typeface="Times New Roman" pitchFamily="18" charset="0"/>
            </a:endParaRPr>
          </a:p>
        </p:txBody>
      </p:sp>
      <p:pic>
        <p:nvPicPr>
          <p:cNvPr id="291" name="Google Shape;291;p5"/>
          <p:cNvPicPr preferRelativeResize="0"/>
          <p:nvPr/>
        </p:nvPicPr>
        <p:blipFill rotWithShape="1">
          <a:blip r:embed="rId7">
            <a:alphaModFix/>
          </a:blip>
          <a:srcRect/>
          <a:stretch/>
        </p:blipFill>
        <p:spPr>
          <a:xfrm>
            <a:off x="8717756" y="2197060"/>
            <a:ext cx="335189" cy="335189"/>
          </a:xfrm>
          <a:prstGeom prst="rect">
            <a:avLst/>
          </a:prstGeom>
          <a:noFill/>
          <a:ln>
            <a:noFill/>
          </a:ln>
        </p:spPr>
      </p:pic>
      <p:cxnSp>
        <p:nvCxnSpPr>
          <p:cNvPr id="292" name="Google Shape;292;p5"/>
          <p:cNvCxnSpPr/>
          <p:nvPr/>
        </p:nvCxnSpPr>
        <p:spPr>
          <a:xfrm>
            <a:off x="8761065" y="2142796"/>
            <a:ext cx="3124" cy="430591"/>
          </a:xfrm>
          <a:prstGeom prst="straightConnector1">
            <a:avLst/>
          </a:prstGeom>
          <a:noFill/>
          <a:ln w="9525" cap="flat" cmpd="sng">
            <a:solidFill>
              <a:srgbClr val="C00000"/>
            </a:solidFill>
            <a:prstDash val="solid"/>
            <a:round/>
            <a:headEnd type="none" w="sm" len="sm"/>
            <a:tailEnd type="triangle" w="med" len="med"/>
          </a:ln>
        </p:spPr>
      </p:cxnSp>
      <p:cxnSp>
        <p:nvCxnSpPr>
          <p:cNvPr id="293" name="Google Shape;293;p5"/>
          <p:cNvCxnSpPr/>
          <p:nvPr/>
        </p:nvCxnSpPr>
        <p:spPr>
          <a:xfrm>
            <a:off x="272480" y="1821869"/>
            <a:ext cx="3024336" cy="0"/>
          </a:xfrm>
          <a:prstGeom prst="straightConnector1">
            <a:avLst/>
          </a:prstGeom>
          <a:noFill/>
          <a:ln w="28575" cap="flat" cmpd="sng">
            <a:solidFill>
              <a:srgbClr val="C00000"/>
            </a:solidFill>
            <a:prstDash val="solid"/>
            <a:round/>
            <a:headEnd type="none" w="sm" len="sm"/>
            <a:tailEnd type="none" w="sm" len="sm"/>
          </a:ln>
        </p:spPr>
      </p:cxnSp>
      <p:cxnSp>
        <p:nvCxnSpPr>
          <p:cNvPr id="294" name="Google Shape;294;p5"/>
          <p:cNvCxnSpPr/>
          <p:nvPr/>
        </p:nvCxnSpPr>
        <p:spPr>
          <a:xfrm>
            <a:off x="3423366" y="2133070"/>
            <a:ext cx="3150379" cy="0"/>
          </a:xfrm>
          <a:prstGeom prst="straightConnector1">
            <a:avLst/>
          </a:prstGeom>
          <a:noFill/>
          <a:ln w="28575" cap="flat" cmpd="sng">
            <a:solidFill>
              <a:srgbClr val="C00000"/>
            </a:solidFill>
            <a:prstDash val="solid"/>
            <a:round/>
            <a:headEnd type="none" w="sm" len="sm"/>
            <a:tailEnd type="none" w="sm" len="sm"/>
          </a:ln>
        </p:spPr>
      </p:cxnSp>
      <p:cxnSp>
        <p:nvCxnSpPr>
          <p:cNvPr id="295" name="Google Shape;295;p5"/>
          <p:cNvCxnSpPr/>
          <p:nvPr/>
        </p:nvCxnSpPr>
        <p:spPr>
          <a:xfrm>
            <a:off x="6675373" y="2196168"/>
            <a:ext cx="2958147" cy="0"/>
          </a:xfrm>
          <a:prstGeom prst="straightConnector1">
            <a:avLst/>
          </a:prstGeom>
          <a:noFill/>
          <a:ln w="28575" cap="flat" cmpd="sng">
            <a:solidFill>
              <a:srgbClr val="C00000"/>
            </a:solidFill>
            <a:prstDash val="solid"/>
            <a:round/>
            <a:headEnd type="none" w="sm" len="sm"/>
            <a:tailEnd type="none" w="sm" len="sm"/>
          </a:ln>
        </p:spPr>
      </p:cxnSp>
      <p:sp>
        <p:nvSpPr>
          <p:cNvPr id="296" name="Google Shape;296;p5"/>
          <p:cNvSpPr/>
          <p:nvPr/>
        </p:nvSpPr>
        <p:spPr>
          <a:xfrm>
            <a:off x="1076042" y="804448"/>
            <a:ext cx="7261334" cy="261570"/>
          </a:xfrm>
          <a:prstGeom prst="rect">
            <a:avLst/>
          </a:prstGeom>
          <a:noFill/>
          <a:ln>
            <a:noFill/>
          </a:ln>
        </p:spPr>
        <p:txBody>
          <a:bodyPr spcFirstLastPara="1" wrap="square" lIns="91425" tIns="45700" rIns="91425" bIns="45700" anchor="t" anchorCtr="0">
            <a:spAutoFit/>
          </a:bodyPr>
          <a:lstStyle/>
          <a:p>
            <a:pPr marL="88900" marR="0" lvl="0" indent="-88900" algn="l" rtl="0">
              <a:spcBef>
                <a:spcPts val="0"/>
              </a:spcBef>
              <a:spcAft>
                <a:spcPts val="0"/>
              </a:spcAft>
              <a:buClr>
                <a:srgbClr val="C00000"/>
              </a:buClr>
              <a:buSzPts val="1100"/>
              <a:buFont typeface="Arial"/>
              <a:buChar char="•"/>
            </a:pPr>
            <a:r>
              <a:rPr lang="en-US" altLang="ko-KR" sz="1100" smtClean="0">
                <a:solidFill>
                  <a:srgbClr val="C00000"/>
                </a:solidFill>
                <a:latin typeface="Times New Roman" pitchFamily="18" charset="0"/>
                <a:ea typeface="Nanum Gothic"/>
                <a:cs typeface="Times New Roman" pitchFamily="18" charset="0"/>
                <a:sym typeface="Nanum Gothic"/>
              </a:rPr>
              <a:t>Khi chạm màn hình rồi kéo xuống dưới thì toàn bộ phần giao diện bên dưới sẽ được refresh.</a:t>
            </a:r>
            <a:endParaRPr sz="1100">
              <a:solidFill>
                <a:srgbClr val="C00000"/>
              </a:solidFill>
              <a:latin typeface="Times New Roman" pitchFamily="18" charset="0"/>
              <a:ea typeface="Nanum Gothic"/>
              <a:cs typeface="Times New Roman" pitchFamily="18" charset="0"/>
              <a:sym typeface="Nanum Gothic"/>
            </a:endParaRPr>
          </a:p>
        </p:txBody>
      </p:sp>
      <p:sp>
        <p:nvSpPr>
          <p:cNvPr id="297" name="Google Shape;297;p5"/>
          <p:cNvSpPr/>
          <p:nvPr/>
        </p:nvSpPr>
        <p:spPr>
          <a:xfrm>
            <a:off x="7965398" y="116632"/>
            <a:ext cx="1940602" cy="216024"/>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ko-KR" sz="800" smtClean="0">
                <a:solidFill>
                  <a:schemeClr val="lt1"/>
                </a:solidFill>
                <a:latin typeface="Times New Roman" pitchFamily="18" charset="0"/>
                <a:ea typeface="Malgun Gothic"/>
                <a:cs typeface="Times New Roman" pitchFamily="18" charset="0"/>
                <a:sym typeface="Malgun Gothic"/>
              </a:rPr>
              <a:t>Thêm phần refresh</a:t>
            </a:r>
            <a:r>
              <a:rPr lang="ko-KR" sz="800" smtClean="0">
                <a:solidFill>
                  <a:schemeClr val="lt1"/>
                </a:solidFill>
                <a:latin typeface="Times New Roman" pitchFamily="18" charset="0"/>
                <a:ea typeface="Malgun Gothic"/>
                <a:cs typeface="Times New Roman" pitchFamily="18" charset="0"/>
                <a:sym typeface="Malgun Gothic"/>
              </a:rPr>
              <a:t> </a:t>
            </a:r>
            <a:r>
              <a:rPr lang="ko-KR" sz="800">
                <a:solidFill>
                  <a:schemeClr val="lt1"/>
                </a:solidFill>
                <a:latin typeface="Times New Roman" pitchFamily="18" charset="0"/>
                <a:ea typeface="Malgun Gothic"/>
                <a:cs typeface="Times New Roman" pitchFamily="18" charset="0"/>
                <a:sym typeface="Malgun Gothic"/>
              </a:rPr>
              <a:t>(7/3)</a:t>
            </a:r>
            <a:endParaRPr sz="800">
              <a:solidFill>
                <a:schemeClr val="lt1"/>
              </a:solidFill>
              <a:latin typeface="Times New Roman" pitchFamily="18" charset="0"/>
              <a:ea typeface="Malgun Gothic"/>
              <a:cs typeface="Times New Roman" pitchFamily="18" charset="0"/>
              <a:sym typeface="Malgun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28464" y="27460"/>
            <a:ext cx="7957637" cy="521221"/>
          </a:xfrm>
        </p:spPr>
        <p:txBody>
          <a:bodyPr/>
          <a:lstStyle/>
          <a:p>
            <a:r>
              <a:rPr lang="en-US" altLang="ko-KR" smtClean="0">
                <a:latin typeface="Times New Roman" pitchFamily="18" charset="0"/>
                <a:ea typeface="Nanum Gothic" panose="020D0604000000000000" pitchFamily="34" charset="-127"/>
                <a:cs typeface="Times New Roman" pitchFamily="18" charset="0"/>
              </a:rPr>
              <a:t>Login</a:t>
            </a:r>
            <a:endParaRPr lang="ko-KR" altLang="en-US" dirty="0">
              <a:latin typeface="Times New Roman" pitchFamily="18" charset="0"/>
              <a:ea typeface="Nanum Gothic" panose="020D0604000000000000" pitchFamily="34" charset="-127"/>
              <a:cs typeface="Times New Roman" pitchFamily="18" charset="0"/>
            </a:endParaRPr>
          </a:p>
        </p:txBody>
      </p:sp>
      <p:sp>
        <p:nvSpPr>
          <p:cNvPr id="93" name="직사각형 92">
            <a:extLst>
              <a:ext uri="{FF2B5EF4-FFF2-40B4-BE49-F238E27FC236}">
                <a16:creationId xmlns="" xmlns:a16="http://schemas.microsoft.com/office/drawing/2014/main" id="{EB161DE0-B224-844A-8200-790428F7686A}"/>
              </a:ext>
            </a:extLst>
          </p:cNvPr>
          <p:cNvSpPr/>
          <p:nvPr/>
        </p:nvSpPr>
        <p:spPr>
          <a:xfrm>
            <a:off x="344488" y="908720"/>
            <a:ext cx="3456384" cy="5616624"/>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sp>
        <p:nvSpPr>
          <p:cNvPr id="153" name="TextBox 152">
            <a:extLst>
              <a:ext uri="{FF2B5EF4-FFF2-40B4-BE49-F238E27FC236}">
                <a16:creationId xmlns="" xmlns:a16="http://schemas.microsoft.com/office/drawing/2014/main" id="{72EBB262-8287-494C-8729-325CCDB462B0}"/>
              </a:ext>
            </a:extLst>
          </p:cNvPr>
          <p:cNvSpPr txBox="1"/>
          <p:nvPr/>
        </p:nvSpPr>
        <p:spPr>
          <a:xfrm>
            <a:off x="1477003" y="2183730"/>
            <a:ext cx="1191353" cy="400110"/>
          </a:xfrm>
          <a:prstGeom prst="rect">
            <a:avLst/>
          </a:prstGeom>
          <a:noFill/>
        </p:spPr>
        <p:txBody>
          <a:bodyPr wrap="none" rtlCol="0">
            <a:spAutoFit/>
          </a:bodyPr>
          <a:lstStyle/>
          <a:p>
            <a:pPr algn="ctr"/>
            <a:r>
              <a:rPr lang="en-US" altLang="ko-KR" sz="2000" b="1" smtClean="0">
                <a:latin typeface="Times New Roman" pitchFamily="18" charset="0"/>
                <a:ea typeface="Nanum Gothic" panose="020D0604000000000000" pitchFamily="34" charset="-127"/>
                <a:cs typeface="Times New Roman" pitchFamily="18" charset="0"/>
              </a:rPr>
              <a:t>T-Bridge</a:t>
            </a:r>
            <a:endParaRPr lang="ko-KR" altLang="en-US" sz="2000" b="1" dirty="0">
              <a:latin typeface="Times New Roman" pitchFamily="18" charset="0"/>
              <a:ea typeface="Nanum Gothic" panose="020D0604000000000000" pitchFamily="34" charset="-127"/>
              <a:cs typeface="Times New Roman" pitchFamily="18" charset="0"/>
            </a:endParaRPr>
          </a:p>
        </p:txBody>
      </p:sp>
      <p:sp>
        <p:nvSpPr>
          <p:cNvPr id="27" name="직사각형 26">
            <a:extLst>
              <a:ext uri="{FF2B5EF4-FFF2-40B4-BE49-F238E27FC236}">
                <a16:creationId xmlns="" xmlns:a16="http://schemas.microsoft.com/office/drawing/2014/main" id="{E1439F0E-2DBE-084E-9C89-8AFDC3C15760}"/>
              </a:ext>
            </a:extLst>
          </p:cNvPr>
          <p:cNvSpPr/>
          <p:nvPr/>
        </p:nvSpPr>
        <p:spPr>
          <a:xfrm>
            <a:off x="704528" y="2888747"/>
            <a:ext cx="2831976" cy="337352"/>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bg1">
                    <a:lumMod val="65000"/>
                  </a:schemeClr>
                </a:solidFill>
                <a:latin typeface="Times New Roman" pitchFamily="18" charset="0"/>
                <a:ea typeface="Nanum Gothic" panose="020D0604000000000000" pitchFamily="34" charset="-127"/>
                <a:cs typeface="Times New Roman" pitchFamily="18" charset="0"/>
              </a:rPr>
              <a:t>아이디</a:t>
            </a:r>
          </a:p>
        </p:txBody>
      </p:sp>
      <p:sp>
        <p:nvSpPr>
          <p:cNvPr id="28" name="직사각형 27">
            <a:extLst>
              <a:ext uri="{FF2B5EF4-FFF2-40B4-BE49-F238E27FC236}">
                <a16:creationId xmlns="" xmlns:a16="http://schemas.microsoft.com/office/drawing/2014/main" id="{65B8EE98-C0A5-7748-AABB-7D7243253A70}"/>
              </a:ext>
            </a:extLst>
          </p:cNvPr>
          <p:cNvSpPr/>
          <p:nvPr/>
        </p:nvSpPr>
        <p:spPr>
          <a:xfrm>
            <a:off x="704528" y="3292869"/>
            <a:ext cx="2831976" cy="337352"/>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900" dirty="0">
                <a:solidFill>
                  <a:schemeClr val="bg1">
                    <a:lumMod val="65000"/>
                  </a:schemeClr>
                </a:solidFill>
                <a:latin typeface="Times New Roman" pitchFamily="18" charset="0"/>
                <a:ea typeface="Nanum Gothic" panose="020D0604000000000000" pitchFamily="34" charset="-127"/>
                <a:cs typeface="Times New Roman" pitchFamily="18" charset="0"/>
              </a:rPr>
              <a:t>비밀번호</a:t>
            </a:r>
          </a:p>
        </p:txBody>
      </p:sp>
      <p:sp>
        <p:nvSpPr>
          <p:cNvPr id="31" name="Rectangle 189">
            <a:extLst>
              <a:ext uri="{FF2B5EF4-FFF2-40B4-BE49-F238E27FC236}">
                <a16:creationId xmlns="" xmlns:a16="http://schemas.microsoft.com/office/drawing/2014/main" id="{A8940444-1DEA-504E-94A1-A7B6100A1FBF}"/>
              </a:ext>
            </a:extLst>
          </p:cNvPr>
          <p:cNvSpPr>
            <a:spLocks noChangeArrowheads="1"/>
          </p:cNvSpPr>
          <p:nvPr/>
        </p:nvSpPr>
        <p:spPr bwMode="auto">
          <a:xfrm>
            <a:off x="704528" y="3913014"/>
            <a:ext cx="2831976" cy="238066"/>
          </a:xfrm>
          <a:prstGeom prst="rect">
            <a:avLst/>
          </a:prstGeom>
          <a:solidFill>
            <a:schemeClr val="bg1">
              <a:lumMod val="85000"/>
            </a:schemeClr>
          </a:solidFill>
          <a:ln w="9525">
            <a:solidFill>
              <a:srgbClr val="808080"/>
            </a:solidFill>
            <a:miter lim="800000"/>
            <a:headEnd/>
            <a:tailEnd/>
          </a:ln>
          <a:effectLst/>
        </p:spPr>
        <p:txBody>
          <a:bodyPr wrap="none" anchor="ctr"/>
          <a:lstStyle/>
          <a:p>
            <a:pPr algn="ctr"/>
            <a:r>
              <a:rPr lang="en-US" altLang="ko-KR" sz="900" b="1" smtClean="0">
                <a:solidFill>
                  <a:schemeClr val="bg1"/>
                </a:solidFill>
                <a:latin typeface="Times New Roman" pitchFamily="18" charset="0"/>
                <a:ea typeface="Nanum Gothic" panose="020D0604000000000000" pitchFamily="34" charset="-127"/>
                <a:cs typeface="Times New Roman" pitchFamily="18" charset="0"/>
              </a:rPr>
              <a:t>Login</a:t>
            </a:r>
            <a:endParaRPr lang="ko-KR" altLang="en-US" sz="900" b="1" dirty="0">
              <a:solidFill>
                <a:schemeClr val="bg1"/>
              </a:solidFill>
              <a:latin typeface="Times New Roman" pitchFamily="18" charset="0"/>
              <a:ea typeface="Nanum Gothic" panose="020D0604000000000000" pitchFamily="34" charset="-127"/>
              <a:cs typeface="Times New Roman" pitchFamily="18" charset="0"/>
            </a:endParaRPr>
          </a:p>
        </p:txBody>
      </p:sp>
      <p:sp>
        <p:nvSpPr>
          <p:cNvPr id="44" name="직사각형 43">
            <a:extLst>
              <a:ext uri="{FF2B5EF4-FFF2-40B4-BE49-F238E27FC236}">
                <a16:creationId xmlns="" xmlns:a16="http://schemas.microsoft.com/office/drawing/2014/main" id="{E39FD554-C575-0144-9DEC-7A8885BD380C}"/>
              </a:ext>
            </a:extLst>
          </p:cNvPr>
          <p:cNvSpPr/>
          <p:nvPr/>
        </p:nvSpPr>
        <p:spPr>
          <a:xfrm>
            <a:off x="659645" y="3653477"/>
            <a:ext cx="755335" cy="215444"/>
          </a:xfrm>
          <a:prstGeom prst="rect">
            <a:avLst/>
          </a:prstGeom>
        </p:spPr>
        <p:txBody>
          <a:bodyPr wrap="none">
            <a:spAutoFit/>
          </a:bodyPr>
          <a:lstStyle/>
          <a:p>
            <a:r>
              <a:rPr lang="ko-KR" altLang="en-US" sz="800">
                <a:latin typeface="Times New Roman" pitchFamily="18" charset="0"/>
                <a:ea typeface="Nanum Gothic" panose="020D0604000000000000" pitchFamily="34" charset="-127"/>
                <a:cs typeface="Times New Roman" pitchFamily="18" charset="0"/>
              </a:rPr>
              <a:t>◻︎ </a:t>
            </a:r>
            <a:r>
              <a:rPr lang="en-US" altLang="ko-KR" sz="800" smtClean="0">
                <a:latin typeface="Times New Roman" pitchFamily="18" charset="0"/>
                <a:ea typeface="Nanum Gothic" panose="020D0604000000000000" pitchFamily="34" charset="-127"/>
                <a:cs typeface="Times New Roman" pitchFamily="18" charset="0"/>
              </a:rPr>
              <a:t>Auto login</a:t>
            </a:r>
            <a:endParaRPr lang="ko-KR" altLang="en-US" sz="800" dirty="0">
              <a:latin typeface="Times New Roman" pitchFamily="18" charset="0"/>
              <a:ea typeface="Nanum Gothic" panose="020D0604000000000000" pitchFamily="34" charset="-127"/>
              <a:cs typeface="Times New Roman" pitchFamily="18" charset="0"/>
            </a:endParaRPr>
          </a:p>
        </p:txBody>
      </p:sp>
      <p:sp>
        <p:nvSpPr>
          <p:cNvPr id="49" name="TextBox 48">
            <a:extLst>
              <a:ext uri="{FF2B5EF4-FFF2-40B4-BE49-F238E27FC236}">
                <a16:creationId xmlns="" xmlns:a16="http://schemas.microsoft.com/office/drawing/2014/main" id="{BEB5DD3F-1699-8441-B6B3-4EC23EBFF0EF}"/>
              </a:ext>
            </a:extLst>
          </p:cNvPr>
          <p:cNvSpPr txBox="1"/>
          <p:nvPr/>
        </p:nvSpPr>
        <p:spPr>
          <a:xfrm>
            <a:off x="903676" y="2519805"/>
            <a:ext cx="2515432" cy="261610"/>
          </a:xfrm>
          <a:prstGeom prst="rect">
            <a:avLst/>
          </a:prstGeom>
          <a:noFill/>
        </p:spPr>
        <p:txBody>
          <a:bodyPr wrap="none" rtlCol="0">
            <a:spAutoFit/>
          </a:bodyPr>
          <a:lstStyle/>
          <a:p>
            <a:r>
              <a:rPr lang="ko-KR" altLang="en-US" sz="1100" dirty="0">
                <a:latin typeface="Times New Roman" pitchFamily="18" charset="0"/>
                <a:ea typeface="Nanum Gothic" panose="020D0604000000000000" pitchFamily="34" charset="-127"/>
                <a:cs typeface="Times New Roman" pitchFamily="18" charset="0"/>
              </a:rPr>
              <a:t>여행 </a:t>
            </a:r>
            <a:r>
              <a:rPr lang="en-US" altLang="ko-KR" sz="1100" dirty="0">
                <a:latin typeface="Times New Roman" pitchFamily="18" charset="0"/>
                <a:ea typeface="Nanum Gothic" panose="020D0604000000000000" pitchFamily="34" charset="-127"/>
                <a:cs typeface="Times New Roman" pitchFamily="18" charset="0"/>
              </a:rPr>
              <a:t>/ </a:t>
            </a:r>
            <a:r>
              <a:rPr lang="ko-KR" altLang="en-US" sz="1100" dirty="0">
                <a:latin typeface="Times New Roman" pitchFamily="18" charset="0"/>
                <a:ea typeface="Nanum Gothic" panose="020D0604000000000000" pitchFamily="34" charset="-127"/>
                <a:cs typeface="Times New Roman" pitchFamily="18" charset="0"/>
              </a:rPr>
              <a:t>티켓 </a:t>
            </a:r>
            <a:r>
              <a:rPr lang="ko-KR" altLang="en-US" sz="1100" dirty="0" err="1">
                <a:latin typeface="Times New Roman" pitchFamily="18" charset="0"/>
                <a:ea typeface="Nanum Gothic" panose="020D0604000000000000" pitchFamily="34" charset="-127"/>
                <a:cs typeface="Times New Roman" pitchFamily="18" charset="0"/>
              </a:rPr>
              <a:t>판매자를</a:t>
            </a:r>
            <a:r>
              <a:rPr lang="ko-KR" altLang="en-US" sz="1100" dirty="0">
                <a:latin typeface="Times New Roman" pitchFamily="18" charset="0"/>
                <a:ea typeface="Nanum Gothic" panose="020D0604000000000000" pitchFamily="34" charset="-127"/>
                <a:cs typeface="Times New Roman" pitchFamily="18" charset="0"/>
              </a:rPr>
              <a:t> 위한 통합솔루션</a:t>
            </a:r>
          </a:p>
        </p:txBody>
      </p:sp>
      <p:sp>
        <p:nvSpPr>
          <p:cNvPr id="50" name="직사각형 49">
            <a:extLst>
              <a:ext uri="{FF2B5EF4-FFF2-40B4-BE49-F238E27FC236}">
                <a16:creationId xmlns="" xmlns:a16="http://schemas.microsoft.com/office/drawing/2014/main" id="{0A88FCC8-16E3-234E-8B0A-851558203CDC}"/>
              </a:ext>
            </a:extLst>
          </p:cNvPr>
          <p:cNvSpPr/>
          <p:nvPr/>
        </p:nvSpPr>
        <p:spPr>
          <a:xfrm>
            <a:off x="801347" y="4300592"/>
            <a:ext cx="2056973" cy="215444"/>
          </a:xfrm>
          <a:prstGeom prst="rect">
            <a:avLst/>
          </a:prstGeom>
        </p:spPr>
        <p:txBody>
          <a:bodyPr wrap="none">
            <a:spAutoFit/>
          </a:bodyPr>
          <a:lstStyle/>
          <a:p>
            <a:pPr algn="ctr"/>
            <a:r>
              <a:rPr lang="en-US" altLang="ko-KR" sz="800" smtClean="0">
                <a:latin typeface="Times New Roman" pitchFamily="18" charset="0"/>
                <a:ea typeface="Nanum Gothic" panose="020D0604000000000000" pitchFamily="34" charset="-127"/>
                <a:cs typeface="Times New Roman" pitchFamily="18" charset="0"/>
              </a:rPr>
              <a:t>Để tìm ID/PW, vui lòng sử dụng PC version.</a:t>
            </a:r>
            <a:endParaRPr lang="ko-KR" altLang="en-US" sz="800" dirty="0">
              <a:latin typeface="Times New Roman" pitchFamily="18" charset="0"/>
              <a:ea typeface="Nanum Gothic" panose="020D0604000000000000" pitchFamily="34" charset="-127"/>
              <a:cs typeface="Times New Roman" pitchFamily="18" charset="0"/>
            </a:endParaRPr>
          </a:p>
        </p:txBody>
      </p:sp>
      <p:sp>
        <p:nvSpPr>
          <p:cNvPr id="15" name="직사각형 14">
            <a:extLst>
              <a:ext uri="{FF2B5EF4-FFF2-40B4-BE49-F238E27FC236}">
                <a16:creationId xmlns="" xmlns:a16="http://schemas.microsoft.com/office/drawing/2014/main" id="{0C5012C0-EACD-8C44-B251-C493FA28963E}"/>
              </a:ext>
            </a:extLst>
          </p:cNvPr>
          <p:cNvSpPr/>
          <p:nvPr/>
        </p:nvSpPr>
        <p:spPr>
          <a:xfrm>
            <a:off x="2958243" y="4310727"/>
            <a:ext cx="611339" cy="163546"/>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rgbClr val="C00000"/>
                </a:solidFill>
                <a:latin typeface="Times New Roman" pitchFamily="18" charset="0"/>
                <a:ea typeface="Nanum Gothic" panose="020D0604000000000000" pitchFamily="34" charset="-127"/>
                <a:cs typeface="Times New Roman" pitchFamily="18" charset="0"/>
              </a:rPr>
              <a:t>PC</a:t>
            </a:r>
            <a:r>
              <a:rPr lang="ko-KR" altLang="en-US" sz="700" b="1" smtClean="0">
                <a:solidFill>
                  <a:srgbClr val="C00000"/>
                </a:solidFill>
                <a:latin typeface="Times New Roman" pitchFamily="18" charset="0"/>
                <a:ea typeface="Nanum Gothic" panose="020D0604000000000000" pitchFamily="34" charset="-127"/>
                <a:cs typeface="Times New Roman" pitchFamily="18" charset="0"/>
              </a:rPr>
              <a:t> </a:t>
            </a:r>
            <a:r>
              <a:rPr lang="en-US" altLang="ko-KR" sz="700" b="1" smtClean="0">
                <a:solidFill>
                  <a:srgbClr val="C00000"/>
                </a:solidFill>
                <a:latin typeface="Times New Roman" pitchFamily="18" charset="0"/>
                <a:ea typeface="Nanum Gothic" panose="020D0604000000000000" pitchFamily="34" charset="-127"/>
                <a:cs typeface="Times New Roman" pitchFamily="18" charset="0"/>
              </a:rPr>
              <a:t>version</a:t>
            </a:r>
            <a:endParaRPr lang="ko-KR" altLang="en-US" sz="700" b="1" dirty="0">
              <a:solidFill>
                <a:srgbClr val="C00000"/>
              </a:solidFill>
              <a:latin typeface="Times New Roman" pitchFamily="18" charset="0"/>
              <a:ea typeface="Nanum Gothic" panose="020D0604000000000000" pitchFamily="34" charset="-127"/>
              <a:cs typeface="Times New Roman" pitchFamily="18" charset="0"/>
            </a:endParaRPr>
          </a:p>
        </p:txBody>
      </p:sp>
      <p:grpSp>
        <p:nvGrpSpPr>
          <p:cNvPr id="3" name="그룹 12">
            <a:extLst>
              <a:ext uri="{FF2B5EF4-FFF2-40B4-BE49-F238E27FC236}">
                <a16:creationId xmlns="" xmlns:a16="http://schemas.microsoft.com/office/drawing/2014/main" id="{80692FFF-4914-0C41-93BE-74CE34AE923F}"/>
              </a:ext>
            </a:extLst>
          </p:cNvPr>
          <p:cNvGrpSpPr/>
          <p:nvPr/>
        </p:nvGrpSpPr>
        <p:grpSpPr>
          <a:xfrm>
            <a:off x="1688432" y="2059806"/>
            <a:ext cx="864167" cy="185630"/>
            <a:chOff x="266951" y="710204"/>
            <a:chExt cx="993277" cy="213364"/>
          </a:xfrm>
        </p:grpSpPr>
        <p:sp>
          <p:nvSpPr>
            <p:cNvPr id="14" name="TextBox 13">
              <a:extLst>
                <a:ext uri="{FF2B5EF4-FFF2-40B4-BE49-F238E27FC236}">
                  <a16:creationId xmlns="" xmlns:a16="http://schemas.microsoft.com/office/drawing/2014/main" id="{FF0449EF-82B4-BF42-9DA5-F27930B70AE5}"/>
                </a:ext>
              </a:extLst>
            </p:cNvPr>
            <p:cNvSpPr txBox="1"/>
            <p:nvPr/>
          </p:nvSpPr>
          <p:spPr>
            <a:xfrm>
              <a:off x="266951" y="711311"/>
              <a:ext cx="213205" cy="212257"/>
            </a:xfrm>
            <a:prstGeom prst="rect">
              <a:avLst/>
            </a:prstGeom>
            <a:solidFill>
              <a:srgbClr val="C00000"/>
            </a:solidFill>
          </p:spPr>
          <p:txBody>
            <a:bodyPr wrap="square" lIns="36000" tIns="0" rIns="36000" bIns="0" rtlCol="0">
              <a:spAutoFit/>
            </a:bodyPr>
            <a:lstStyle/>
            <a:p>
              <a:pPr algn="ctr"/>
              <a:r>
                <a:rPr lang="en-US" altLang="ko-KR" sz="1200" b="1" dirty="0">
                  <a:solidFill>
                    <a:schemeClr val="bg1"/>
                  </a:solidFill>
                  <a:latin typeface="Times New Roman" pitchFamily="18" charset="0"/>
                  <a:ea typeface="Nanum Gothic" panose="020D0604000000000000" pitchFamily="34" charset="-127"/>
                  <a:cs typeface="Times New Roman" pitchFamily="18" charset="0"/>
                </a:rPr>
                <a:t>T</a:t>
              </a:r>
              <a:endParaRPr lang="ko-KR" altLang="en-US" sz="1200" b="1" dirty="0">
                <a:solidFill>
                  <a:schemeClr val="bg1"/>
                </a:solidFill>
                <a:latin typeface="Times New Roman" pitchFamily="18" charset="0"/>
                <a:ea typeface="Nanum Gothic" panose="020D0604000000000000" pitchFamily="34" charset="-127"/>
                <a:cs typeface="Times New Roman" pitchFamily="18" charset="0"/>
              </a:endParaRPr>
            </a:p>
          </p:txBody>
        </p:sp>
        <p:sp>
          <p:nvSpPr>
            <p:cNvPr id="16" name="TextBox 15">
              <a:extLst>
                <a:ext uri="{FF2B5EF4-FFF2-40B4-BE49-F238E27FC236}">
                  <a16:creationId xmlns="" xmlns:a16="http://schemas.microsoft.com/office/drawing/2014/main" id="{62F8858F-3C61-7A4F-AD35-CC33CC0B2606}"/>
                </a:ext>
              </a:extLst>
            </p:cNvPr>
            <p:cNvSpPr txBox="1"/>
            <p:nvPr/>
          </p:nvSpPr>
          <p:spPr>
            <a:xfrm>
              <a:off x="362940" y="710204"/>
              <a:ext cx="897288" cy="212256"/>
            </a:xfrm>
            <a:prstGeom prst="rect">
              <a:avLst/>
            </a:prstGeom>
            <a:noFill/>
          </p:spPr>
          <p:txBody>
            <a:bodyPr wrap="square" lIns="36000" tIns="0" rIns="36000" bIns="0" rtlCol="0">
              <a:spAutoFit/>
            </a:bodyPr>
            <a:lstStyle/>
            <a:p>
              <a:pPr algn="ctr"/>
              <a:r>
                <a:rPr lang="en-US" altLang="ko-KR" sz="1200" b="1" dirty="0">
                  <a:latin typeface="Times New Roman" pitchFamily="18" charset="0"/>
                  <a:ea typeface="Nanum Gothic" panose="020D0604000000000000" pitchFamily="34" charset="-127"/>
                  <a:cs typeface="Times New Roman" pitchFamily="18" charset="0"/>
                </a:rPr>
                <a:t>BRIDGE</a:t>
              </a:r>
              <a:endParaRPr lang="ko-KR" altLang="en-US" sz="1200" b="1" dirty="0">
                <a:latin typeface="Times New Roman" pitchFamily="18" charset="0"/>
                <a:ea typeface="Nanum Gothic" panose="020D0604000000000000" pitchFamily="34" charset="-127"/>
                <a:cs typeface="Times New Roman" pitchFamily="18" charset="0"/>
              </a:endParaRPr>
            </a:p>
          </p:txBody>
        </p:sp>
      </p:grpSp>
      <p:sp>
        <p:nvSpPr>
          <p:cNvPr id="19" name="직사각형 18">
            <a:extLst>
              <a:ext uri="{FF2B5EF4-FFF2-40B4-BE49-F238E27FC236}">
                <a16:creationId xmlns="" xmlns:a16="http://schemas.microsoft.com/office/drawing/2014/main" id="{77BC67B8-A419-1F4A-A415-6A292A5C08D2}"/>
              </a:ext>
            </a:extLst>
          </p:cNvPr>
          <p:cNvSpPr/>
          <p:nvPr/>
        </p:nvSpPr>
        <p:spPr>
          <a:xfrm>
            <a:off x="3920901" y="908720"/>
            <a:ext cx="3456384" cy="5616624"/>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sp>
        <p:nvSpPr>
          <p:cNvPr id="20" name="TextBox 19">
            <a:extLst>
              <a:ext uri="{FF2B5EF4-FFF2-40B4-BE49-F238E27FC236}">
                <a16:creationId xmlns="" xmlns:a16="http://schemas.microsoft.com/office/drawing/2014/main" id="{D7362C9F-3602-4549-89BA-13664C74F4EA}"/>
              </a:ext>
            </a:extLst>
          </p:cNvPr>
          <p:cNvSpPr txBox="1"/>
          <p:nvPr/>
        </p:nvSpPr>
        <p:spPr>
          <a:xfrm>
            <a:off x="5053416" y="2183730"/>
            <a:ext cx="1191353" cy="400110"/>
          </a:xfrm>
          <a:prstGeom prst="rect">
            <a:avLst/>
          </a:prstGeom>
          <a:noFill/>
        </p:spPr>
        <p:txBody>
          <a:bodyPr wrap="none" rtlCol="0">
            <a:spAutoFit/>
          </a:bodyPr>
          <a:lstStyle/>
          <a:p>
            <a:pPr algn="ctr"/>
            <a:r>
              <a:rPr lang="en-US" altLang="ko-KR" sz="2000" b="1" smtClean="0">
                <a:latin typeface="Times New Roman" pitchFamily="18" charset="0"/>
                <a:ea typeface="Nanum Gothic" panose="020D0604000000000000" pitchFamily="34" charset="-127"/>
                <a:cs typeface="Times New Roman" pitchFamily="18" charset="0"/>
              </a:rPr>
              <a:t>T-Bridge</a:t>
            </a:r>
            <a:endParaRPr lang="ko-KR" altLang="en-US" sz="2000" b="1" dirty="0">
              <a:latin typeface="Times New Roman" pitchFamily="18" charset="0"/>
              <a:ea typeface="Nanum Gothic" panose="020D0604000000000000" pitchFamily="34" charset="-127"/>
              <a:cs typeface="Times New Roman" pitchFamily="18" charset="0"/>
            </a:endParaRPr>
          </a:p>
        </p:txBody>
      </p:sp>
      <p:sp>
        <p:nvSpPr>
          <p:cNvPr id="21" name="직사각형 20">
            <a:extLst>
              <a:ext uri="{FF2B5EF4-FFF2-40B4-BE49-F238E27FC236}">
                <a16:creationId xmlns="" xmlns:a16="http://schemas.microsoft.com/office/drawing/2014/main" id="{B3F7642D-615E-394C-84BA-95F33466FAEF}"/>
              </a:ext>
            </a:extLst>
          </p:cNvPr>
          <p:cNvSpPr/>
          <p:nvPr/>
        </p:nvSpPr>
        <p:spPr>
          <a:xfrm>
            <a:off x="4280941" y="2888747"/>
            <a:ext cx="2831976" cy="337352"/>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050" dirty="0" err="1">
                <a:solidFill>
                  <a:schemeClr val="tx1"/>
                </a:solidFill>
                <a:latin typeface="Times New Roman" pitchFamily="18" charset="0"/>
                <a:ea typeface="Nanum Gothic" panose="020D0604000000000000" pitchFamily="34" charset="-127"/>
                <a:cs typeface="Times New Roman" pitchFamily="18" charset="0"/>
              </a:rPr>
              <a:t>tibride</a:t>
            </a:r>
            <a:endParaRPr lang="ko-KR" altLang="en-US" sz="1050" dirty="0">
              <a:solidFill>
                <a:schemeClr val="tx1"/>
              </a:solidFill>
              <a:latin typeface="Times New Roman" pitchFamily="18" charset="0"/>
              <a:ea typeface="Nanum Gothic" panose="020D0604000000000000" pitchFamily="34" charset="-127"/>
              <a:cs typeface="Times New Roman" pitchFamily="18" charset="0"/>
            </a:endParaRPr>
          </a:p>
        </p:txBody>
      </p:sp>
      <p:sp>
        <p:nvSpPr>
          <p:cNvPr id="22" name="직사각형 21">
            <a:extLst>
              <a:ext uri="{FF2B5EF4-FFF2-40B4-BE49-F238E27FC236}">
                <a16:creationId xmlns="" xmlns:a16="http://schemas.microsoft.com/office/drawing/2014/main" id="{A2F48699-F4CF-D34C-AC7C-1CF6C03DAAA4}"/>
              </a:ext>
            </a:extLst>
          </p:cNvPr>
          <p:cNvSpPr/>
          <p:nvPr/>
        </p:nvSpPr>
        <p:spPr>
          <a:xfrm>
            <a:off x="4280941" y="3292869"/>
            <a:ext cx="2831976" cy="337352"/>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900" dirty="0">
                <a:solidFill>
                  <a:schemeClr val="tx1"/>
                </a:solidFill>
                <a:latin typeface="Times New Roman" pitchFamily="18" charset="0"/>
                <a:ea typeface="Nanum Gothic" panose="020D0604000000000000" pitchFamily="34" charset="-127"/>
                <a:cs typeface="Times New Roman" pitchFamily="18" charset="0"/>
              </a:rPr>
              <a:t>***********</a:t>
            </a:r>
            <a:endParaRPr lang="ko-KR" altLang="en-US" sz="9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23" name="Rectangle 189">
            <a:extLst>
              <a:ext uri="{FF2B5EF4-FFF2-40B4-BE49-F238E27FC236}">
                <a16:creationId xmlns="" xmlns:a16="http://schemas.microsoft.com/office/drawing/2014/main" id="{72749195-296C-164E-ADAB-936B72617E8F}"/>
              </a:ext>
            </a:extLst>
          </p:cNvPr>
          <p:cNvSpPr>
            <a:spLocks noChangeArrowheads="1"/>
          </p:cNvSpPr>
          <p:nvPr/>
        </p:nvSpPr>
        <p:spPr bwMode="auto">
          <a:xfrm>
            <a:off x="4280941" y="3913014"/>
            <a:ext cx="2831976" cy="238066"/>
          </a:xfrm>
          <a:prstGeom prst="rect">
            <a:avLst/>
          </a:prstGeom>
          <a:solidFill>
            <a:schemeClr val="tx1"/>
          </a:solidFill>
          <a:ln w="9525">
            <a:solidFill>
              <a:srgbClr val="808080"/>
            </a:solidFill>
            <a:miter lim="800000"/>
            <a:headEnd/>
            <a:tailEnd/>
          </a:ln>
          <a:effectLst/>
        </p:spPr>
        <p:txBody>
          <a:bodyPr wrap="none" anchor="ctr"/>
          <a:lstStyle/>
          <a:p>
            <a:pPr algn="ctr"/>
            <a:r>
              <a:rPr lang="en-US" altLang="ko-KR" sz="900" b="1" smtClean="0">
                <a:solidFill>
                  <a:schemeClr val="bg1"/>
                </a:solidFill>
                <a:latin typeface="Times New Roman" pitchFamily="18" charset="0"/>
                <a:ea typeface="Nanum Gothic" panose="020D0604000000000000" pitchFamily="34" charset="-127"/>
                <a:cs typeface="Times New Roman" pitchFamily="18" charset="0"/>
              </a:rPr>
              <a:t>Login</a:t>
            </a:r>
            <a:endParaRPr lang="ko-KR" altLang="en-US" sz="900" b="1" dirty="0">
              <a:solidFill>
                <a:schemeClr val="bg1"/>
              </a:solidFill>
              <a:latin typeface="Times New Roman" pitchFamily="18" charset="0"/>
              <a:ea typeface="Nanum Gothic" panose="020D0604000000000000" pitchFamily="34" charset="-127"/>
              <a:cs typeface="Times New Roman" pitchFamily="18" charset="0"/>
            </a:endParaRPr>
          </a:p>
        </p:txBody>
      </p:sp>
      <p:sp>
        <p:nvSpPr>
          <p:cNvPr id="24" name="직사각형 23">
            <a:extLst>
              <a:ext uri="{FF2B5EF4-FFF2-40B4-BE49-F238E27FC236}">
                <a16:creationId xmlns="" xmlns:a16="http://schemas.microsoft.com/office/drawing/2014/main" id="{B1A810F3-FD4E-9E4D-A837-4A03CF676E7C}"/>
              </a:ext>
            </a:extLst>
          </p:cNvPr>
          <p:cNvSpPr/>
          <p:nvPr/>
        </p:nvSpPr>
        <p:spPr>
          <a:xfrm>
            <a:off x="4236058" y="3653477"/>
            <a:ext cx="755335" cy="215444"/>
          </a:xfrm>
          <a:prstGeom prst="rect">
            <a:avLst/>
          </a:prstGeom>
        </p:spPr>
        <p:txBody>
          <a:bodyPr wrap="none">
            <a:spAutoFit/>
          </a:bodyPr>
          <a:lstStyle/>
          <a:p>
            <a:r>
              <a:rPr lang="ko-KR" altLang="en-US" sz="800">
                <a:latin typeface="Times New Roman" pitchFamily="18" charset="0"/>
                <a:ea typeface="Nanum Gothic" panose="020D0604000000000000" pitchFamily="34" charset="-127"/>
                <a:cs typeface="Times New Roman" pitchFamily="18" charset="0"/>
              </a:rPr>
              <a:t>◻︎ </a:t>
            </a:r>
            <a:r>
              <a:rPr lang="en-US" altLang="ko-KR" sz="800" smtClean="0">
                <a:latin typeface="Times New Roman" pitchFamily="18" charset="0"/>
                <a:ea typeface="Nanum Gothic" panose="020D0604000000000000" pitchFamily="34" charset="-127"/>
                <a:cs typeface="Times New Roman" pitchFamily="18" charset="0"/>
              </a:rPr>
              <a:t>Auto login</a:t>
            </a:r>
            <a:endParaRPr lang="ko-KR" altLang="en-US" sz="800" dirty="0">
              <a:latin typeface="Times New Roman" pitchFamily="18" charset="0"/>
              <a:ea typeface="Nanum Gothic" panose="020D0604000000000000" pitchFamily="34" charset="-127"/>
              <a:cs typeface="Times New Roman" pitchFamily="18" charset="0"/>
            </a:endParaRPr>
          </a:p>
        </p:txBody>
      </p:sp>
      <p:sp>
        <p:nvSpPr>
          <p:cNvPr id="25" name="TextBox 24">
            <a:extLst>
              <a:ext uri="{FF2B5EF4-FFF2-40B4-BE49-F238E27FC236}">
                <a16:creationId xmlns="" xmlns:a16="http://schemas.microsoft.com/office/drawing/2014/main" id="{3B430B49-9035-4949-9CAB-84A8A45176D7}"/>
              </a:ext>
            </a:extLst>
          </p:cNvPr>
          <p:cNvSpPr txBox="1"/>
          <p:nvPr/>
        </p:nvSpPr>
        <p:spPr>
          <a:xfrm>
            <a:off x="4480089" y="2519805"/>
            <a:ext cx="2515432" cy="261610"/>
          </a:xfrm>
          <a:prstGeom prst="rect">
            <a:avLst/>
          </a:prstGeom>
          <a:noFill/>
        </p:spPr>
        <p:txBody>
          <a:bodyPr wrap="none" rtlCol="0">
            <a:spAutoFit/>
          </a:bodyPr>
          <a:lstStyle/>
          <a:p>
            <a:r>
              <a:rPr lang="ko-KR" altLang="en-US" sz="1100" dirty="0">
                <a:latin typeface="Times New Roman" pitchFamily="18" charset="0"/>
                <a:ea typeface="Nanum Gothic" panose="020D0604000000000000" pitchFamily="34" charset="-127"/>
                <a:cs typeface="Times New Roman" pitchFamily="18" charset="0"/>
              </a:rPr>
              <a:t>여행 </a:t>
            </a:r>
            <a:r>
              <a:rPr lang="en-US" altLang="ko-KR" sz="1100" dirty="0">
                <a:latin typeface="Times New Roman" pitchFamily="18" charset="0"/>
                <a:ea typeface="Nanum Gothic" panose="020D0604000000000000" pitchFamily="34" charset="-127"/>
                <a:cs typeface="Times New Roman" pitchFamily="18" charset="0"/>
              </a:rPr>
              <a:t>/ </a:t>
            </a:r>
            <a:r>
              <a:rPr lang="ko-KR" altLang="en-US" sz="1100" dirty="0">
                <a:latin typeface="Times New Roman" pitchFamily="18" charset="0"/>
                <a:ea typeface="Nanum Gothic" panose="020D0604000000000000" pitchFamily="34" charset="-127"/>
                <a:cs typeface="Times New Roman" pitchFamily="18" charset="0"/>
              </a:rPr>
              <a:t>티켓 </a:t>
            </a:r>
            <a:r>
              <a:rPr lang="ko-KR" altLang="en-US" sz="1100" dirty="0" err="1">
                <a:latin typeface="Times New Roman" pitchFamily="18" charset="0"/>
                <a:ea typeface="Nanum Gothic" panose="020D0604000000000000" pitchFamily="34" charset="-127"/>
                <a:cs typeface="Times New Roman" pitchFamily="18" charset="0"/>
              </a:rPr>
              <a:t>판매자를</a:t>
            </a:r>
            <a:r>
              <a:rPr lang="ko-KR" altLang="en-US" sz="1100" dirty="0">
                <a:latin typeface="Times New Roman" pitchFamily="18" charset="0"/>
                <a:ea typeface="Nanum Gothic" panose="020D0604000000000000" pitchFamily="34" charset="-127"/>
                <a:cs typeface="Times New Roman" pitchFamily="18" charset="0"/>
              </a:rPr>
              <a:t> 위한 통합솔루션</a:t>
            </a:r>
          </a:p>
        </p:txBody>
      </p:sp>
      <p:sp>
        <p:nvSpPr>
          <p:cNvPr id="26" name="직사각형 25">
            <a:extLst>
              <a:ext uri="{FF2B5EF4-FFF2-40B4-BE49-F238E27FC236}">
                <a16:creationId xmlns="" xmlns:a16="http://schemas.microsoft.com/office/drawing/2014/main" id="{79B1C25F-5C7E-8B4B-8F03-221B6B0E4858}"/>
              </a:ext>
            </a:extLst>
          </p:cNvPr>
          <p:cNvSpPr/>
          <p:nvPr/>
        </p:nvSpPr>
        <p:spPr>
          <a:xfrm>
            <a:off x="4390581" y="4566545"/>
            <a:ext cx="2031325" cy="215444"/>
          </a:xfrm>
          <a:prstGeom prst="rect">
            <a:avLst/>
          </a:prstGeom>
        </p:spPr>
        <p:txBody>
          <a:bodyPr wrap="none">
            <a:spAutoFit/>
          </a:bodyPr>
          <a:lstStyle/>
          <a:p>
            <a:pPr algn="ctr"/>
            <a:r>
              <a:rPr lang="en-US" altLang="ko-KR" sz="800" smtClean="0">
                <a:latin typeface="Times New Roman" pitchFamily="18" charset="0"/>
                <a:ea typeface="Nanum Gothic" panose="020D0604000000000000" pitchFamily="34" charset="-127"/>
                <a:cs typeface="Times New Roman" pitchFamily="18" charset="0"/>
              </a:rPr>
              <a:t>Để tìm ID/PW, vui lòng sử dụng PC version.</a:t>
            </a:r>
            <a:endParaRPr lang="ko-KR" altLang="en-US" sz="800" dirty="0">
              <a:latin typeface="Times New Roman" pitchFamily="18" charset="0"/>
              <a:ea typeface="Nanum Gothic" panose="020D0604000000000000" pitchFamily="34" charset="-127"/>
              <a:cs typeface="Times New Roman" pitchFamily="18" charset="0"/>
            </a:endParaRPr>
          </a:p>
        </p:txBody>
      </p:sp>
      <p:sp>
        <p:nvSpPr>
          <p:cNvPr id="29" name="직사각형 28">
            <a:extLst>
              <a:ext uri="{FF2B5EF4-FFF2-40B4-BE49-F238E27FC236}">
                <a16:creationId xmlns="" xmlns:a16="http://schemas.microsoft.com/office/drawing/2014/main" id="{9129AC03-3C17-B542-9D7E-F7CACB17E5B8}"/>
              </a:ext>
            </a:extLst>
          </p:cNvPr>
          <p:cNvSpPr/>
          <p:nvPr/>
        </p:nvSpPr>
        <p:spPr>
          <a:xfrm>
            <a:off x="6534656" y="4576680"/>
            <a:ext cx="611339" cy="163546"/>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rgbClr val="C00000"/>
                </a:solidFill>
                <a:latin typeface="Times New Roman" pitchFamily="18" charset="0"/>
                <a:ea typeface="Nanum Gothic" panose="020D0604000000000000" pitchFamily="34" charset="-127"/>
                <a:cs typeface="Times New Roman" pitchFamily="18" charset="0"/>
              </a:rPr>
              <a:t>PC</a:t>
            </a:r>
            <a:r>
              <a:rPr lang="ko-KR" altLang="en-US" sz="700" b="1" smtClean="0">
                <a:solidFill>
                  <a:srgbClr val="C00000"/>
                </a:solidFill>
                <a:latin typeface="Times New Roman" pitchFamily="18" charset="0"/>
                <a:ea typeface="Nanum Gothic" panose="020D0604000000000000" pitchFamily="34" charset="-127"/>
                <a:cs typeface="Times New Roman" pitchFamily="18" charset="0"/>
              </a:rPr>
              <a:t> </a:t>
            </a:r>
            <a:r>
              <a:rPr lang="en-US" altLang="ko-KR" sz="700" b="1" smtClean="0">
                <a:solidFill>
                  <a:srgbClr val="C00000"/>
                </a:solidFill>
                <a:latin typeface="Times New Roman" pitchFamily="18" charset="0"/>
                <a:ea typeface="Nanum Gothic" panose="020D0604000000000000" pitchFamily="34" charset="-127"/>
                <a:cs typeface="Times New Roman" pitchFamily="18" charset="0"/>
              </a:rPr>
              <a:t>version</a:t>
            </a:r>
            <a:endParaRPr lang="ko-KR" altLang="en-US" sz="700" b="1" dirty="0">
              <a:solidFill>
                <a:srgbClr val="C00000"/>
              </a:solidFill>
              <a:latin typeface="Times New Roman" pitchFamily="18" charset="0"/>
              <a:ea typeface="Nanum Gothic" panose="020D0604000000000000" pitchFamily="34" charset="-127"/>
              <a:cs typeface="Times New Roman" pitchFamily="18" charset="0"/>
            </a:endParaRPr>
          </a:p>
        </p:txBody>
      </p:sp>
      <p:grpSp>
        <p:nvGrpSpPr>
          <p:cNvPr id="4" name="그룹 29">
            <a:extLst>
              <a:ext uri="{FF2B5EF4-FFF2-40B4-BE49-F238E27FC236}">
                <a16:creationId xmlns="" xmlns:a16="http://schemas.microsoft.com/office/drawing/2014/main" id="{5925634D-25B8-6F4E-8AD4-252439F166F7}"/>
              </a:ext>
            </a:extLst>
          </p:cNvPr>
          <p:cNvGrpSpPr/>
          <p:nvPr/>
        </p:nvGrpSpPr>
        <p:grpSpPr>
          <a:xfrm>
            <a:off x="5264845" y="2059806"/>
            <a:ext cx="864167" cy="185630"/>
            <a:chOff x="266951" y="710204"/>
            <a:chExt cx="993277" cy="213364"/>
          </a:xfrm>
        </p:grpSpPr>
        <p:sp>
          <p:nvSpPr>
            <p:cNvPr id="32" name="TextBox 31">
              <a:extLst>
                <a:ext uri="{FF2B5EF4-FFF2-40B4-BE49-F238E27FC236}">
                  <a16:creationId xmlns="" xmlns:a16="http://schemas.microsoft.com/office/drawing/2014/main" id="{634F31BC-B96E-D244-9920-338A53FB9725}"/>
                </a:ext>
              </a:extLst>
            </p:cNvPr>
            <p:cNvSpPr txBox="1"/>
            <p:nvPr/>
          </p:nvSpPr>
          <p:spPr>
            <a:xfrm>
              <a:off x="266951" y="711311"/>
              <a:ext cx="213205" cy="212257"/>
            </a:xfrm>
            <a:prstGeom prst="rect">
              <a:avLst/>
            </a:prstGeom>
            <a:solidFill>
              <a:srgbClr val="C00000"/>
            </a:solidFill>
          </p:spPr>
          <p:txBody>
            <a:bodyPr wrap="square" lIns="36000" tIns="0" rIns="36000" bIns="0" rtlCol="0">
              <a:spAutoFit/>
            </a:bodyPr>
            <a:lstStyle/>
            <a:p>
              <a:pPr algn="ctr"/>
              <a:r>
                <a:rPr lang="en-US" altLang="ko-KR" sz="1200" b="1" dirty="0">
                  <a:solidFill>
                    <a:schemeClr val="bg1"/>
                  </a:solidFill>
                  <a:latin typeface="Times New Roman" pitchFamily="18" charset="0"/>
                  <a:ea typeface="Nanum Gothic" panose="020D0604000000000000" pitchFamily="34" charset="-127"/>
                  <a:cs typeface="Times New Roman" pitchFamily="18" charset="0"/>
                </a:rPr>
                <a:t>T</a:t>
              </a:r>
              <a:endParaRPr lang="ko-KR" altLang="en-US" sz="1200" b="1" dirty="0">
                <a:solidFill>
                  <a:schemeClr val="bg1"/>
                </a:solidFill>
                <a:latin typeface="Times New Roman" pitchFamily="18" charset="0"/>
                <a:ea typeface="Nanum Gothic" panose="020D0604000000000000" pitchFamily="34" charset="-127"/>
                <a:cs typeface="Times New Roman" pitchFamily="18" charset="0"/>
              </a:endParaRPr>
            </a:p>
          </p:txBody>
        </p:sp>
        <p:sp>
          <p:nvSpPr>
            <p:cNvPr id="33" name="TextBox 32">
              <a:extLst>
                <a:ext uri="{FF2B5EF4-FFF2-40B4-BE49-F238E27FC236}">
                  <a16:creationId xmlns="" xmlns:a16="http://schemas.microsoft.com/office/drawing/2014/main" id="{79147A19-B071-064C-8073-83E197D28408}"/>
                </a:ext>
              </a:extLst>
            </p:cNvPr>
            <p:cNvSpPr txBox="1"/>
            <p:nvPr/>
          </p:nvSpPr>
          <p:spPr>
            <a:xfrm>
              <a:off x="362940" y="710204"/>
              <a:ext cx="897288" cy="212256"/>
            </a:xfrm>
            <a:prstGeom prst="rect">
              <a:avLst/>
            </a:prstGeom>
            <a:noFill/>
          </p:spPr>
          <p:txBody>
            <a:bodyPr wrap="square" lIns="36000" tIns="0" rIns="36000" bIns="0" rtlCol="0">
              <a:spAutoFit/>
            </a:bodyPr>
            <a:lstStyle/>
            <a:p>
              <a:pPr algn="ctr"/>
              <a:r>
                <a:rPr lang="en-US" altLang="ko-KR" sz="1200" b="1" dirty="0">
                  <a:latin typeface="Times New Roman" pitchFamily="18" charset="0"/>
                  <a:ea typeface="Nanum Gothic" panose="020D0604000000000000" pitchFamily="34" charset="-127"/>
                  <a:cs typeface="Times New Roman" pitchFamily="18" charset="0"/>
                </a:rPr>
                <a:t>BRIDGE</a:t>
              </a:r>
              <a:endParaRPr lang="ko-KR" altLang="en-US" sz="1200" b="1" dirty="0">
                <a:latin typeface="Times New Roman" pitchFamily="18" charset="0"/>
                <a:ea typeface="Nanum Gothic" panose="020D0604000000000000" pitchFamily="34" charset="-127"/>
                <a:cs typeface="Times New Roman" pitchFamily="18" charset="0"/>
              </a:endParaRPr>
            </a:p>
          </p:txBody>
        </p:sp>
      </p:grpSp>
      <p:sp>
        <p:nvSpPr>
          <p:cNvPr id="35" name="TextBox 34">
            <a:extLst>
              <a:ext uri="{FF2B5EF4-FFF2-40B4-BE49-F238E27FC236}">
                <a16:creationId xmlns="" xmlns:a16="http://schemas.microsoft.com/office/drawing/2014/main" id="{6EB5F5D5-7C1A-0D48-8FB9-6F9EFA07BEB9}"/>
              </a:ext>
            </a:extLst>
          </p:cNvPr>
          <p:cNvSpPr txBox="1"/>
          <p:nvPr/>
        </p:nvSpPr>
        <p:spPr>
          <a:xfrm>
            <a:off x="4653213" y="4216641"/>
            <a:ext cx="1322798" cy="215444"/>
          </a:xfrm>
          <a:prstGeom prst="rect">
            <a:avLst/>
          </a:prstGeom>
          <a:noFill/>
        </p:spPr>
        <p:txBody>
          <a:bodyPr wrap="none" rtlCol="0">
            <a:spAutoFit/>
          </a:bodyPr>
          <a:lstStyle/>
          <a:p>
            <a:r>
              <a:rPr lang="en-US" altLang="ko-KR" sz="800" b="1" smtClean="0">
                <a:solidFill>
                  <a:srgbClr val="0070C0"/>
                </a:solidFill>
                <a:latin typeface="Times New Roman" pitchFamily="18" charset="0"/>
                <a:ea typeface="Nanum Gothic" panose="020D0604000000000000" pitchFamily="34" charset="-127"/>
                <a:cs typeface="Times New Roman" pitchFamily="18" charset="0"/>
              </a:rPr>
              <a:t>ID hoặc PW không đúng.</a:t>
            </a:r>
            <a:endParaRPr lang="ko-KR" altLang="en-US" sz="800" dirty="0">
              <a:solidFill>
                <a:srgbClr val="0070C0"/>
              </a:solidFill>
              <a:latin typeface="Times New Roman" pitchFamily="18" charset="0"/>
              <a:ea typeface="Nanum Gothic" panose="020D0604000000000000" pitchFamily="34" charset="-127"/>
              <a:cs typeface="Times New Roman" pitchFamily="18" charset="0"/>
            </a:endParaRPr>
          </a:p>
        </p:txBody>
      </p:sp>
      <p:graphicFrame>
        <p:nvGraphicFramePr>
          <p:cNvPr id="36" name="표 35">
            <a:extLst>
              <a:ext uri="{FF2B5EF4-FFF2-40B4-BE49-F238E27FC236}">
                <a16:creationId xmlns="" xmlns:a16="http://schemas.microsoft.com/office/drawing/2014/main" id="{DF629378-AB13-454E-AF4C-6CCEA8AC4847}"/>
              </a:ext>
            </a:extLst>
          </p:cNvPr>
          <p:cNvGraphicFramePr>
            <a:graphicFrameLocks noGrp="1"/>
          </p:cNvGraphicFramePr>
          <p:nvPr>
            <p:extLst>
              <p:ext uri="{D42A27DB-BD31-4B8C-83A1-F6EECF244321}">
                <p14:modId xmlns="" xmlns:p14="http://schemas.microsoft.com/office/powerpoint/2010/main" val="2089145775"/>
              </p:ext>
            </p:extLst>
          </p:nvPr>
        </p:nvGraphicFramePr>
        <p:xfrm>
          <a:off x="7453089" y="807470"/>
          <a:ext cx="2357214" cy="2691720"/>
        </p:xfrm>
        <a:graphic>
          <a:graphicData uri="http://schemas.openxmlformats.org/drawingml/2006/table">
            <a:tbl>
              <a:tblPr firstRow="1" bandRow="1">
                <a:tableStyleId>{5940675A-B579-460E-94D1-54222C63F5DA}</a:tableStyleId>
              </a:tblPr>
              <a:tblGrid>
                <a:gridCol w="196974">
                  <a:extLst>
                    <a:ext uri="{9D8B030D-6E8A-4147-A177-3AD203B41FA5}">
                      <a16:colId xmlns="" xmlns:a16="http://schemas.microsoft.com/office/drawing/2014/main" val="20000"/>
                    </a:ext>
                  </a:extLst>
                </a:gridCol>
                <a:gridCol w="2160240">
                  <a:extLst>
                    <a:ext uri="{9D8B030D-6E8A-4147-A177-3AD203B41FA5}">
                      <a16:colId xmlns="" xmlns:a16="http://schemas.microsoft.com/office/drawing/2014/main" val="20001"/>
                    </a:ext>
                  </a:extLst>
                </a:gridCol>
              </a:tblGrid>
              <a:tr h="140794">
                <a:tc>
                  <a:txBody>
                    <a:bodyPr/>
                    <a:lstStyle/>
                    <a:p>
                      <a:pPr algn="ctr" latinLnBrk="1"/>
                      <a:endParaRPr lang="ko-KR" altLang="en-US" sz="900" b="1" dirty="0">
                        <a:solidFill>
                          <a:srgbClr val="C0000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Tìm ID/PW: chỉ dùng được trên PC version.</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Sau khi check vào Auto login, khi login thành công thì trạng thái login sẽ được duy trì đến khi logout thủ công (sau này sẽ thay đổi chính sách)</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Nếu không check vào Auto login thì khi tắt app sẽ logout.</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 xmlns:a16="http://schemas.microsoft.com/office/drawing/2014/main" val="389912421"/>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1</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Xử lý che mật khẩu</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617679740"/>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2</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đã nhập đủ ID và PW thì button login được kích hoạt</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3</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Nếu ID hoặc PW không đúng thì hiển thị cảnh báo</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709897334"/>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4</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App</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900" b="0" baseline="0">
                          <a:solidFill>
                            <a:schemeClr val="tx1"/>
                          </a:solidFill>
                          <a:latin typeface="Times New Roman" pitchFamily="18" charset="0"/>
                          <a:ea typeface="Nanum Gothic" panose="020D0604000000000000" pitchFamily="34" charset="-127"/>
                          <a:cs typeface="Times New Roman" pitchFamily="18" charset="0"/>
                          <a:sym typeface="Wingdings" pitchFamily="2" charset="2"/>
                        </a:rPr>
                        <a:t>:</a:t>
                      </a:r>
                      <a:r>
                        <a:rPr lang="ko-KR" altLang="en-US" sz="900" b="0" baseline="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Chạy giao diện web trên thiết bị và hiển thị giao diện login của PC version</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Mobile web</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900" b="0" baseline="0">
                          <a:solidFill>
                            <a:schemeClr val="tx1"/>
                          </a:solidFill>
                          <a:latin typeface="Times New Roman" pitchFamily="18" charset="0"/>
                          <a:ea typeface="Nanum Gothic" panose="020D0604000000000000" pitchFamily="34" charset="-127"/>
                          <a:cs typeface="Times New Roman" pitchFamily="18" charset="0"/>
                          <a:sym typeface="Wingdings" pitchFamily="2" charset="2"/>
                        </a:rPr>
                        <a:t>:</a:t>
                      </a:r>
                      <a:r>
                        <a:rPr lang="ko-KR" altLang="en-US" sz="900" b="0" baseline="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Chuyển sang giao diện của PC version</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764830753"/>
                  </a:ext>
                </a:extLst>
              </a:tr>
            </a:tbl>
          </a:graphicData>
        </a:graphic>
      </p:graphicFrame>
      <p:sp>
        <p:nvSpPr>
          <p:cNvPr id="37" name="타원 36">
            <a:extLst>
              <a:ext uri="{FF2B5EF4-FFF2-40B4-BE49-F238E27FC236}">
                <a16:creationId xmlns="" xmlns:a16="http://schemas.microsoft.com/office/drawing/2014/main" id="{40D79096-3DBC-D54A-BA84-9E4B938DC469}"/>
              </a:ext>
            </a:extLst>
          </p:cNvPr>
          <p:cNvSpPr/>
          <p:nvPr/>
        </p:nvSpPr>
        <p:spPr>
          <a:xfrm>
            <a:off x="4174421" y="3355560"/>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1</a:t>
            </a:r>
            <a:endParaRPr lang="ko-KR" altLang="en-US" sz="800" b="1" dirty="0">
              <a:latin typeface="Times New Roman" pitchFamily="18" charset="0"/>
              <a:ea typeface="나눔고딕" pitchFamily="50" charset="-127"/>
              <a:cs typeface="Times New Roman" pitchFamily="18" charset="0"/>
            </a:endParaRPr>
          </a:p>
        </p:txBody>
      </p:sp>
      <p:sp>
        <p:nvSpPr>
          <p:cNvPr id="38" name="타원 37">
            <a:extLst>
              <a:ext uri="{FF2B5EF4-FFF2-40B4-BE49-F238E27FC236}">
                <a16:creationId xmlns="" xmlns:a16="http://schemas.microsoft.com/office/drawing/2014/main" id="{FB2A0EEA-2358-7B4E-AB53-9B56583AED46}"/>
              </a:ext>
            </a:extLst>
          </p:cNvPr>
          <p:cNvSpPr/>
          <p:nvPr/>
        </p:nvSpPr>
        <p:spPr>
          <a:xfrm>
            <a:off x="4137015" y="3923723"/>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2</a:t>
            </a:r>
            <a:endParaRPr lang="ko-KR" altLang="en-US" sz="800" b="1" dirty="0">
              <a:latin typeface="Times New Roman" pitchFamily="18" charset="0"/>
              <a:ea typeface="나눔고딕" pitchFamily="50" charset="-127"/>
              <a:cs typeface="Times New Roman" pitchFamily="18" charset="0"/>
            </a:endParaRPr>
          </a:p>
        </p:txBody>
      </p:sp>
      <p:sp>
        <p:nvSpPr>
          <p:cNvPr id="39" name="타원 38">
            <a:extLst>
              <a:ext uri="{FF2B5EF4-FFF2-40B4-BE49-F238E27FC236}">
                <a16:creationId xmlns="" xmlns:a16="http://schemas.microsoft.com/office/drawing/2014/main" id="{30340168-8771-FD42-832F-441861C875F9}"/>
              </a:ext>
            </a:extLst>
          </p:cNvPr>
          <p:cNvSpPr/>
          <p:nvPr/>
        </p:nvSpPr>
        <p:spPr>
          <a:xfrm>
            <a:off x="4485389" y="4247579"/>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3</a:t>
            </a:r>
            <a:endParaRPr lang="ko-KR" altLang="en-US" sz="800" b="1" dirty="0">
              <a:latin typeface="Times New Roman" pitchFamily="18" charset="0"/>
              <a:ea typeface="나눔고딕" pitchFamily="50" charset="-127"/>
              <a:cs typeface="Times New Roman" pitchFamily="18" charset="0"/>
            </a:endParaRPr>
          </a:p>
        </p:txBody>
      </p:sp>
      <p:sp>
        <p:nvSpPr>
          <p:cNvPr id="40" name="타원 39">
            <a:extLst>
              <a:ext uri="{FF2B5EF4-FFF2-40B4-BE49-F238E27FC236}">
                <a16:creationId xmlns="" xmlns:a16="http://schemas.microsoft.com/office/drawing/2014/main" id="{A8467673-7744-314F-9D74-59D21EED20AC}"/>
              </a:ext>
            </a:extLst>
          </p:cNvPr>
          <p:cNvSpPr/>
          <p:nvPr/>
        </p:nvSpPr>
        <p:spPr>
          <a:xfrm>
            <a:off x="7093816" y="4592561"/>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4</a:t>
            </a:r>
            <a:endParaRPr lang="ko-KR" altLang="en-US" sz="800" b="1" dirty="0">
              <a:latin typeface="Times New Roman" pitchFamily="18" charset="0"/>
              <a:ea typeface="나눔고딕" pitchFamily="50" charset="-127"/>
              <a:cs typeface="Times New Roman" pitchFamily="18" charset="0"/>
            </a:endParaRPr>
          </a:p>
        </p:txBody>
      </p:sp>
    </p:spTree>
    <p:extLst>
      <p:ext uri="{BB962C8B-B14F-4D97-AF65-F5344CB8AC3E}">
        <p14:creationId xmlns="" xmlns:p14="http://schemas.microsoft.com/office/powerpoint/2010/main" val="2749760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13">
            <a:extLst>
              <a:ext uri="{FF2B5EF4-FFF2-40B4-BE49-F238E27FC236}">
                <a16:creationId xmlns="" xmlns:a16="http://schemas.microsoft.com/office/drawing/2014/main" id="{C67B0FEB-BF29-CE48-A91B-106958018731}"/>
              </a:ext>
            </a:extLst>
          </p:cNvPr>
          <p:cNvGrpSpPr/>
          <p:nvPr/>
        </p:nvGrpSpPr>
        <p:grpSpPr>
          <a:xfrm>
            <a:off x="3703237" y="3933056"/>
            <a:ext cx="3250117" cy="2664296"/>
            <a:chOff x="3812378" y="2436988"/>
            <a:chExt cx="3456384" cy="5367922"/>
          </a:xfrm>
        </p:grpSpPr>
        <p:sp>
          <p:nvSpPr>
            <p:cNvPr id="48" name="직사각형 47">
              <a:extLst>
                <a:ext uri="{FF2B5EF4-FFF2-40B4-BE49-F238E27FC236}">
                  <a16:creationId xmlns="" xmlns:a16="http://schemas.microsoft.com/office/drawing/2014/main" id="{CA12A624-D984-2745-9178-E9FFB37D9316}"/>
                </a:ext>
              </a:extLst>
            </p:cNvPr>
            <p:cNvSpPr/>
            <p:nvPr/>
          </p:nvSpPr>
          <p:spPr>
            <a:xfrm>
              <a:off x="3971252" y="2436988"/>
              <a:ext cx="3297510" cy="5367922"/>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cxnSp>
          <p:nvCxnSpPr>
            <p:cNvPr id="65" name="직선 연결선[R] 64">
              <a:extLst>
                <a:ext uri="{FF2B5EF4-FFF2-40B4-BE49-F238E27FC236}">
                  <a16:creationId xmlns="" xmlns:a16="http://schemas.microsoft.com/office/drawing/2014/main" id="{AA3283A6-DA75-2A45-BA21-79533C5D5715}"/>
                </a:ext>
              </a:extLst>
            </p:cNvPr>
            <p:cNvCxnSpPr>
              <a:cxnSpLocks/>
            </p:cNvCxnSpPr>
            <p:nvPr/>
          </p:nvCxnSpPr>
          <p:spPr>
            <a:xfrm>
              <a:off x="3812378" y="2436988"/>
              <a:ext cx="3456384"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 name="그룹 12">
            <a:extLst>
              <a:ext uri="{FF2B5EF4-FFF2-40B4-BE49-F238E27FC236}">
                <a16:creationId xmlns="" xmlns:a16="http://schemas.microsoft.com/office/drawing/2014/main" id="{E61AEF09-253D-FF42-80C5-2E17817FBB4F}"/>
              </a:ext>
            </a:extLst>
          </p:cNvPr>
          <p:cNvGrpSpPr/>
          <p:nvPr/>
        </p:nvGrpSpPr>
        <p:grpSpPr>
          <a:xfrm>
            <a:off x="223825" y="1053987"/>
            <a:ext cx="3218903" cy="5471357"/>
            <a:chOff x="223825" y="1429266"/>
            <a:chExt cx="3456384" cy="3738062"/>
          </a:xfrm>
        </p:grpSpPr>
        <p:sp>
          <p:nvSpPr>
            <p:cNvPr id="93" name="직사각형 92">
              <a:extLst>
                <a:ext uri="{FF2B5EF4-FFF2-40B4-BE49-F238E27FC236}">
                  <a16:creationId xmlns="" xmlns:a16="http://schemas.microsoft.com/office/drawing/2014/main" id="{EB161DE0-B224-844A-8200-790428F7686A}"/>
                </a:ext>
              </a:extLst>
            </p:cNvPr>
            <p:cNvSpPr/>
            <p:nvPr/>
          </p:nvSpPr>
          <p:spPr>
            <a:xfrm>
              <a:off x="223825" y="1429266"/>
              <a:ext cx="3456384" cy="3738062"/>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700">
                <a:solidFill>
                  <a:schemeClr val="tx1"/>
                </a:solidFill>
                <a:latin typeface="Times New Roman" pitchFamily="18" charset="0"/>
                <a:ea typeface="Nanum Gothic" panose="020D0604000000000000" pitchFamily="34" charset="-127"/>
                <a:cs typeface="Times New Roman" pitchFamily="18" charset="0"/>
              </a:endParaRPr>
            </a:p>
          </p:txBody>
        </p:sp>
        <p:cxnSp>
          <p:nvCxnSpPr>
            <p:cNvPr id="72" name="직선 연결선[R] 71">
              <a:extLst>
                <a:ext uri="{FF2B5EF4-FFF2-40B4-BE49-F238E27FC236}">
                  <a16:creationId xmlns="" xmlns:a16="http://schemas.microsoft.com/office/drawing/2014/main" id="{115847D2-F4B8-A848-9FEA-741A6ECDEB4A}"/>
                </a:ext>
              </a:extLst>
            </p:cNvPr>
            <p:cNvCxnSpPr>
              <a:cxnSpLocks/>
            </p:cNvCxnSpPr>
            <p:nvPr/>
          </p:nvCxnSpPr>
          <p:spPr>
            <a:xfrm>
              <a:off x="223825" y="5167328"/>
              <a:ext cx="3456384"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제목 1"/>
          <p:cNvSpPr>
            <a:spLocks noGrp="1"/>
          </p:cNvSpPr>
          <p:nvPr>
            <p:ph type="title"/>
          </p:nvPr>
        </p:nvSpPr>
        <p:spPr/>
        <p:txBody>
          <a:bodyPr/>
          <a:lstStyle/>
          <a:p>
            <a:r>
              <a:rPr lang="en-US" altLang="ko-KR" smtClean="0">
                <a:latin typeface="Times New Roman" pitchFamily="18" charset="0"/>
                <a:ea typeface="Nanum Gothic" panose="020D0604000000000000" pitchFamily="34" charset="-127"/>
                <a:cs typeface="Times New Roman" pitchFamily="18" charset="0"/>
              </a:rPr>
              <a:t>Main</a:t>
            </a:r>
            <a:endParaRPr lang="ko-KR" altLang="en-US" dirty="0">
              <a:latin typeface="Times New Roman" pitchFamily="18" charset="0"/>
              <a:ea typeface="Nanum Gothic" panose="020D0604000000000000" pitchFamily="34" charset="-127"/>
              <a:cs typeface="Times New Roman" pitchFamily="18" charset="0"/>
            </a:endParaRPr>
          </a:p>
        </p:txBody>
      </p:sp>
      <p:graphicFrame>
        <p:nvGraphicFramePr>
          <p:cNvPr id="89" name="표 88">
            <a:extLst>
              <a:ext uri="{FF2B5EF4-FFF2-40B4-BE49-F238E27FC236}">
                <a16:creationId xmlns="" xmlns:a16="http://schemas.microsoft.com/office/drawing/2014/main" id="{2C10C65E-0E9E-844F-B1E1-6039F2D08D34}"/>
              </a:ext>
            </a:extLst>
          </p:cNvPr>
          <p:cNvGraphicFramePr>
            <a:graphicFrameLocks noGrp="1"/>
          </p:cNvGraphicFramePr>
          <p:nvPr>
            <p:extLst>
              <p:ext uri="{D42A27DB-BD31-4B8C-83A1-F6EECF244321}">
                <p14:modId xmlns="" xmlns:p14="http://schemas.microsoft.com/office/powerpoint/2010/main" val="3261549302"/>
              </p:ext>
            </p:extLst>
          </p:nvPr>
        </p:nvGraphicFramePr>
        <p:xfrm>
          <a:off x="7473280" y="807470"/>
          <a:ext cx="2432720" cy="3552000"/>
        </p:xfrm>
        <a:graphic>
          <a:graphicData uri="http://schemas.openxmlformats.org/drawingml/2006/table">
            <a:tbl>
              <a:tblPr firstRow="1" bandRow="1">
                <a:tableStyleId>{5940675A-B579-460E-94D1-54222C63F5DA}</a:tableStyleId>
              </a:tblPr>
              <a:tblGrid>
                <a:gridCol w="203284">
                  <a:extLst>
                    <a:ext uri="{9D8B030D-6E8A-4147-A177-3AD203B41FA5}">
                      <a16:colId xmlns="" xmlns:a16="http://schemas.microsoft.com/office/drawing/2014/main" val="20000"/>
                    </a:ext>
                  </a:extLst>
                </a:gridCol>
                <a:gridCol w="2229436">
                  <a:extLst>
                    <a:ext uri="{9D8B030D-6E8A-4147-A177-3AD203B41FA5}">
                      <a16:colId xmlns="" xmlns:a16="http://schemas.microsoft.com/office/drawing/2014/main" val="20001"/>
                    </a:ext>
                  </a:extLst>
                </a:gridCol>
              </a:tblGrid>
              <a:tr h="140794">
                <a:tc>
                  <a:txBody>
                    <a:bodyPr/>
                    <a:lstStyle/>
                    <a:p>
                      <a:pPr algn="ctr" latinLnBrk="1"/>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Thiết kế để màn hình đầu tiên thấy được cả biểu đồ so sánh số lượng bán theo tuần</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 xmlns:a16="http://schemas.microsoft.com/office/drawing/2014/main" val="389912421"/>
                  </a:ext>
                </a:extLst>
              </a:tr>
              <a:tr h="140794">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1</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Click thì refresh màn hình hiện tại</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617679740"/>
                  </a:ext>
                </a:extLst>
              </a:tr>
              <a:tr h="140794">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2</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rgbClr val="FF0000"/>
                          </a:solidFill>
                          <a:latin typeface="Times New Roman" pitchFamily="18" charset="0"/>
                          <a:ea typeface="Nanum Gothic" panose="020D0604000000000000" pitchFamily="34" charset="-127"/>
                          <a:cs typeface="Times New Roman" pitchFamily="18" charset="0"/>
                          <a:sym typeface="Wingdings" pitchFamily="2" charset="2"/>
                        </a:rPr>
                        <a:t>Sau khi nhập từ khóa rồi bấm tìm kiếm thì di chuyển đến trang quản lý đơn hàng và hiển thị kết quả tìm </a:t>
                      </a:r>
                      <a:r>
                        <a:rPr lang="en-US" altLang="ko-KR" sz="800" b="0" baseline="0" smtClean="0">
                          <a:solidFill>
                            <a:srgbClr val="FF0000"/>
                          </a:solidFill>
                          <a:latin typeface="Times New Roman" pitchFamily="18" charset="0"/>
                          <a:ea typeface="Nanum Gothic" panose="020D0604000000000000" pitchFamily="34" charset="-127"/>
                          <a:cs typeface="Times New Roman" pitchFamily="18" charset="0"/>
                          <a:sym typeface="Wingdings" pitchFamily="2" charset="2"/>
                        </a:rPr>
                        <a:t>kiếm</a:t>
                      </a:r>
                    </a:p>
                    <a:p>
                      <a:pPr marL="88900" marR="0" lvl="0" indent="-88900" algn="l" rtl="0">
                        <a:spcBef>
                          <a:spcPts val="0"/>
                        </a:spcBef>
                        <a:spcAft>
                          <a:spcPts val="0"/>
                        </a:spcAft>
                        <a:buClr>
                          <a:srgbClr val="C00000"/>
                        </a:buClr>
                        <a:buSzPts val="900"/>
                        <a:buFont typeface="Arial"/>
                        <a:buChar char="•"/>
                      </a:pPr>
                      <a:r>
                        <a:rPr lang="vi-VN" altLang="ko-KR" sz="800" smtClean="0">
                          <a:solidFill>
                            <a:srgbClr val="FF0000"/>
                          </a:solidFill>
                          <a:latin typeface="Times New Roman" pitchFamily="18" charset="0"/>
                          <a:ea typeface="Nanum Gothic"/>
                          <a:cs typeface="Times New Roman" pitchFamily="18" charset="0"/>
                          <a:sym typeface="Nanum Gothic"/>
                        </a:rPr>
                        <a:t>Nếu trong từ khóa có tiếng Hàn hoặc tiếng Anh : Tìm theo tên người mua.</a:t>
                      </a:r>
                      <a:endParaRPr lang="vi-VN" sz="800" smtClean="0">
                        <a:solidFill>
                          <a:srgbClr val="FF0000"/>
                        </a:solidFill>
                        <a:latin typeface="Times New Roman" pitchFamily="18" charset="0"/>
                        <a:ea typeface="Nanum Gothic"/>
                        <a:cs typeface="Times New Roman" pitchFamily="18" charset="0"/>
                        <a:sym typeface="Nanum Gothic"/>
                      </a:endParaRPr>
                    </a:p>
                    <a:p>
                      <a:pPr marL="88900" marR="0" lvl="0" indent="-88900" algn="l" rtl="0">
                        <a:spcBef>
                          <a:spcPts val="0"/>
                        </a:spcBef>
                        <a:spcAft>
                          <a:spcPts val="0"/>
                        </a:spcAft>
                        <a:buClr>
                          <a:srgbClr val="C00000"/>
                        </a:buClr>
                        <a:buSzPts val="900"/>
                        <a:buFont typeface="Arial"/>
                        <a:buChar char="•"/>
                      </a:pPr>
                      <a:r>
                        <a:rPr lang="vi-VN" altLang="ko-KR" sz="800" smtClean="0">
                          <a:solidFill>
                            <a:srgbClr val="FF0000"/>
                          </a:solidFill>
                          <a:latin typeface="Times New Roman" pitchFamily="18" charset="0"/>
                          <a:ea typeface="Nanum Gothic"/>
                          <a:cs typeface="Times New Roman" pitchFamily="18" charset="0"/>
                          <a:sym typeface="Nanum Gothic"/>
                        </a:rPr>
                        <a:t>Nếu trong từ khóa có số : Tìm theo số điện thoại hoặc mã vé.</a:t>
                      </a:r>
                      <a:endParaRPr lang="vi-VN" sz="800" smtClean="0">
                        <a:solidFill>
                          <a:srgbClr val="FF0000"/>
                        </a:solidFill>
                        <a:latin typeface="Times New Roman" pitchFamily="18" charset="0"/>
                        <a:ea typeface="Nanum Gothic"/>
                        <a:cs typeface="Times New Roman" pitchFamily="18" charset="0"/>
                        <a:sym typeface="Nanum Gothic"/>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140794">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3</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tên công ty login</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709897334"/>
                  </a:ext>
                </a:extLst>
              </a:tr>
              <a:tr h="140794">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4</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Làm mới dữ liệu</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a:solidFill>
                            <a:schemeClr val="tx1"/>
                          </a:solidFill>
                          <a:latin typeface="Times New Roman" pitchFamily="18" charset="0"/>
                          <a:ea typeface="Nanum Gothic" panose="020D0604000000000000" pitchFamily="34" charset="-127"/>
                          <a:cs typeface="Times New Roman" pitchFamily="18" charset="0"/>
                          <a:sym typeface="Wingdings" pitchFamily="2" charset="2"/>
                        </a:rPr>
                        <a:t>:</a:t>
                      </a:r>
                      <a:r>
                        <a:rPr lang="ko-KR" altLang="en-US" sz="800" b="0" baseline="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vào giao diện, khi refresh</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mới refresh : Hiển thị phút</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(Nếu là giờ thì hiển thị đơn vị</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0 giờ~24 giờ)</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Bấm vào thời gian hoặc bấm vào button refresh đều được, khi bấm vào thì màn hình được refresh và nếu chu kỳ refresh là hiện tại thì hiển thị bằng phút.</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764830753"/>
                  </a:ext>
                </a:extLst>
              </a:tr>
              <a:tr h="140794">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5</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tổng số vé chưa sử dụng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bấm vào thì dẫn đến trang quản lý đơn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hàng  tab mua xong.</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Điều kiện tìm kiếm: Tất cả.</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140794">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6</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tổng số câu hỏi chưa trả lời</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bấm vào thì dẫn tới trang quản lý hỏi đáp 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Danh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sách chờ trả lời</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2439965552"/>
                  </a:ext>
                </a:extLst>
              </a:tr>
            </a:tbl>
          </a:graphicData>
        </a:graphic>
      </p:graphicFrame>
      <p:sp>
        <p:nvSpPr>
          <p:cNvPr id="155" name="직사각형 154">
            <a:extLst>
              <a:ext uri="{FF2B5EF4-FFF2-40B4-BE49-F238E27FC236}">
                <a16:creationId xmlns="" xmlns:a16="http://schemas.microsoft.com/office/drawing/2014/main" id="{68890253-EF97-D34A-A33A-EDA2DD64AC1A}"/>
              </a:ext>
            </a:extLst>
          </p:cNvPr>
          <p:cNvSpPr/>
          <p:nvPr/>
        </p:nvSpPr>
        <p:spPr>
          <a:xfrm>
            <a:off x="1178294" y="718123"/>
            <a:ext cx="2174550" cy="254981"/>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ko-KR" sz="1050" smtClean="0">
                <a:solidFill>
                  <a:schemeClr val="bg1">
                    <a:lumMod val="75000"/>
                  </a:schemeClr>
                </a:solidFill>
                <a:latin typeface="Times New Roman" pitchFamily="18" charset="0"/>
                <a:ea typeface="Nanum Gothic" panose="020D0604000000000000" pitchFamily="34" charset="-127"/>
                <a:cs typeface="Times New Roman" pitchFamily="18" charset="0"/>
              </a:rPr>
              <a:t>Tìm tên/ số điện thoại/mã vé</a:t>
            </a: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pic>
        <p:nvPicPr>
          <p:cNvPr id="7" name="그림 6">
            <a:extLst>
              <a:ext uri="{FF2B5EF4-FFF2-40B4-BE49-F238E27FC236}">
                <a16:creationId xmlns="" xmlns:a16="http://schemas.microsoft.com/office/drawing/2014/main" id="{AF7F93BC-A3C3-884A-9C56-3A6BAAC261B6}"/>
              </a:ext>
            </a:extLst>
          </p:cNvPr>
          <p:cNvPicPr>
            <a:picLocks noChangeAspect="1"/>
          </p:cNvPicPr>
          <p:nvPr/>
        </p:nvPicPr>
        <p:blipFill>
          <a:blip r:embed="rId2" cstate="print"/>
          <a:stretch>
            <a:fillRect/>
          </a:stretch>
        </p:blipFill>
        <p:spPr>
          <a:xfrm>
            <a:off x="3112843" y="745692"/>
            <a:ext cx="196891" cy="196891"/>
          </a:xfrm>
          <a:prstGeom prst="rect">
            <a:avLst/>
          </a:prstGeom>
        </p:spPr>
      </p:pic>
      <p:sp>
        <p:nvSpPr>
          <p:cNvPr id="36" name="TextBox 35">
            <a:extLst>
              <a:ext uri="{FF2B5EF4-FFF2-40B4-BE49-F238E27FC236}">
                <a16:creationId xmlns="" xmlns:a16="http://schemas.microsoft.com/office/drawing/2014/main" id="{CD1E7185-70DA-744B-9543-1B134F2EBEDC}"/>
              </a:ext>
            </a:extLst>
          </p:cNvPr>
          <p:cNvSpPr txBox="1"/>
          <p:nvPr/>
        </p:nvSpPr>
        <p:spPr>
          <a:xfrm>
            <a:off x="345553" y="1200861"/>
            <a:ext cx="1179662" cy="307777"/>
          </a:xfrm>
          <a:prstGeom prst="rect">
            <a:avLst/>
          </a:prstGeom>
          <a:noFill/>
        </p:spPr>
        <p:txBody>
          <a:bodyPr wrap="square" rtlCol="0">
            <a:spAutoFit/>
          </a:bodyPr>
          <a:lstStyle/>
          <a:p>
            <a:pPr algn="ctr"/>
            <a:r>
              <a:rPr lang="ko-KR" altLang="en-US" sz="1400" b="1" dirty="0">
                <a:latin typeface="Times New Roman" pitchFamily="18" charset="0"/>
                <a:ea typeface="Nanum Gothic" panose="020D0604000000000000" pitchFamily="34" charset="-127"/>
                <a:cs typeface="Times New Roman" pitchFamily="18" charset="0"/>
              </a:rPr>
              <a:t>에버랜드 님</a:t>
            </a:r>
            <a:r>
              <a:rPr lang="en-US" altLang="ko-KR" sz="1400" b="1" dirty="0">
                <a:latin typeface="Times New Roman" pitchFamily="18" charset="0"/>
                <a:ea typeface="Nanum Gothic" panose="020D0604000000000000" pitchFamily="34" charset="-127"/>
                <a:cs typeface="Times New Roman" pitchFamily="18" charset="0"/>
              </a:rPr>
              <a:t>,</a:t>
            </a:r>
            <a:endParaRPr lang="ko-KR" altLang="en-US" sz="1400" b="1" dirty="0">
              <a:latin typeface="Times New Roman" pitchFamily="18" charset="0"/>
              <a:ea typeface="Nanum Gothic" panose="020D0604000000000000" pitchFamily="34" charset="-127"/>
              <a:cs typeface="Times New Roman" pitchFamily="18" charset="0"/>
            </a:endParaRPr>
          </a:p>
        </p:txBody>
      </p:sp>
      <p:sp>
        <p:nvSpPr>
          <p:cNvPr id="41" name="TextBox 40">
            <a:extLst>
              <a:ext uri="{FF2B5EF4-FFF2-40B4-BE49-F238E27FC236}">
                <a16:creationId xmlns="" xmlns:a16="http://schemas.microsoft.com/office/drawing/2014/main" id="{2D956A21-9311-204C-ABE8-436CE286F1B8}"/>
              </a:ext>
            </a:extLst>
          </p:cNvPr>
          <p:cNvSpPr txBox="1"/>
          <p:nvPr/>
        </p:nvSpPr>
        <p:spPr>
          <a:xfrm>
            <a:off x="2265569" y="1262416"/>
            <a:ext cx="793942" cy="215444"/>
          </a:xfrm>
          <a:prstGeom prst="rect">
            <a:avLst/>
          </a:prstGeom>
          <a:noFill/>
        </p:spPr>
        <p:txBody>
          <a:bodyPr wrap="square" rtlCol="0">
            <a:spAutoFit/>
          </a:bodyPr>
          <a:lstStyle/>
          <a:p>
            <a:pPr algn="ctr"/>
            <a:r>
              <a:rPr lang="ko-KR" altLang="en-US" sz="800" dirty="0">
                <a:latin typeface="Times New Roman" pitchFamily="18" charset="0"/>
                <a:ea typeface="Nanum Gothic" panose="020D0604000000000000" pitchFamily="34" charset="-127"/>
                <a:cs typeface="Times New Roman" pitchFamily="18" charset="0"/>
              </a:rPr>
              <a:t>최근 </a:t>
            </a:r>
            <a:r>
              <a:rPr lang="en-US" altLang="ko-KR" sz="800" dirty="0">
                <a:latin typeface="Times New Roman" pitchFamily="18" charset="0"/>
                <a:ea typeface="Nanum Gothic" panose="020D0604000000000000" pitchFamily="34" charset="-127"/>
                <a:cs typeface="Times New Roman" pitchFamily="18" charset="0"/>
              </a:rPr>
              <a:t>01:39</a:t>
            </a:r>
            <a:endParaRPr lang="ko-KR" altLang="en-US" sz="800" dirty="0">
              <a:latin typeface="Times New Roman" pitchFamily="18" charset="0"/>
              <a:ea typeface="Nanum Gothic" panose="020D0604000000000000" pitchFamily="34" charset="-127"/>
              <a:cs typeface="Times New Roman" pitchFamily="18" charset="0"/>
            </a:endParaRPr>
          </a:p>
        </p:txBody>
      </p:sp>
      <p:pic>
        <p:nvPicPr>
          <p:cNvPr id="3" name="그림 2">
            <a:extLst>
              <a:ext uri="{FF2B5EF4-FFF2-40B4-BE49-F238E27FC236}">
                <a16:creationId xmlns="" xmlns:a16="http://schemas.microsoft.com/office/drawing/2014/main" id="{E0C8D162-6FEF-EC42-84F7-1B782D515B52}"/>
              </a:ext>
            </a:extLst>
          </p:cNvPr>
          <p:cNvPicPr>
            <a:picLocks noChangeAspect="1"/>
          </p:cNvPicPr>
          <p:nvPr/>
        </p:nvPicPr>
        <p:blipFill>
          <a:blip r:embed="rId3" cstate="print"/>
          <a:stretch>
            <a:fillRect/>
          </a:stretch>
        </p:blipFill>
        <p:spPr>
          <a:xfrm>
            <a:off x="3061200" y="1262759"/>
            <a:ext cx="200003" cy="200003"/>
          </a:xfrm>
          <a:prstGeom prst="rect">
            <a:avLst/>
          </a:prstGeom>
        </p:spPr>
      </p:pic>
      <p:sp>
        <p:nvSpPr>
          <p:cNvPr id="43" name="타원 42">
            <a:extLst>
              <a:ext uri="{FF2B5EF4-FFF2-40B4-BE49-F238E27FC236}">
                <a16:creationId xmlns="" xmlns:a16="http://schemas.microsoft.com/office/drawing/2014/main" id="{8DECB7A8-858C-5D4E-9FEB-D5BF93101D45}"/>
              </a:ext>
            </a:extLst>
          </p:cNvPr>
          <p:cNvSpPr/>
          <p:nvPr/>
        </p:nvSpPr>
        <p:spPr>
          <a:xfrm>
            <a:off x="291124" y="1214086"/>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3</a:t>
            </a:r>
            <a:endParaRPr lang="ko-KR" altLang="en-US" sz="800" b="1" dirty="0">
              <a:latin typeface="Times New Roman" pitchFamily="18" charset="0"/>
              <a:ea typeface="나눔고딕" pitchFamily="50" charset="-127"/>
              <a:cs typeface="Times New Roman" pitchFamily="18" charset="0"/>
            </a:endParaRPr>
          </a:p>
        </p:txBody>
      </p:sp>
      <p:sp>
        <p:nvSpPr>
          <p:cNvPr id="44" name="직사각형 43">
            <a:extLst>
              <a:ext uri="{FF2B5EF4-FFF2-40B4-BE49-F238E27FC236}">
                <a16:creationId xmlns="" xmlns:a16="http://schemas.microsoft.com/office/drawing/2014/main" id="{C89BD28E-94E5-BB45-9450-55A07A72E8F0}"/>
              </a:ext>
            </a:extLst>
          </p:cNvPr>
          <p:cNvSpPr/>
          <p:nvPr/>
        </p:nvSpPr>
        <p:spPr>
          <a:xfrm>
            <a:off x="440545" y="1210150"/>
            <a:ext cx="777669" cy="243992"/>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45" name="직사각형 44">
            <a:extLst>
              <a:ext uri="{FF2B5EF4-FFF2-40B4-BE49-F238E27FC236}">
                <a16:creationId xmlns="" xmlns:a16="http://schemas.microsoft.com/office/drawing/2014/main" id="{045978F2-2975-E442-AB84-1ACB3237EFB5}"/>
              </a:ext>
            </a:extLst>
          </p:cNvPr>
          <p:cNvSpPr/>
          <p:nvPr/>
        </p:nvSpPr>
        <p:spPr>
          <a:xfrm>
            <a:off x="2271630" y="1230313"/>
            <a:ext cx="983512" cy="232449"/>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46" name="타원 45">
            <a:extLst>
              <a:ext uri="{FF2B5EF4-FFF2-40B4-BE49-F238E27FC236}">
                <a16:creationId xmlns="" xmlns:a16="http://schemas.microsoft.com/office/drawing/2014/main" id="{CD562B75-E236-4242-A162-AF8C6AF08872}"/>
              </a:ext>
            </a:extLst>
          </p:cNvPr>
          <p:cNvSpPr/>
          <p:nvPr/>
        </p:nvSpPr>
        <p:spPr>
          <a:xfrm>
            <a:off x="3190126" y="1120858"/>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4</a:t>
            </a:r>
            <a:endParaRPr lang="ko-KR" altLang="en-US" sz="800" b="1" dirty="0">
              <a:latin typeface="Times New Roman" pitchFamily="18" charset="0"/>
              <a:ea typeface="나눔고딕" pitchFamily="50" charset="-127"/>
              <a:cs typeface="Times New Roman" pitchFamily="18" charset="0"/>
            </a:endParaRPr>
          </a:p>
        </p:txBody>
      </p:sp>
      <p:sp>
        <p:nvSpPr>
          <p:cNvPr id="66" name="TextBox 65">
            <a:extLst>
              <a:ext uri="{FF2B5EF4-FFF2-40B4-BE49-F238E27FC236}">
                <a16:creationId xmlns="" xmlns:a16="http://schemas.microsoft.com/office/drawing/2014/main" id="{2B9ADF2C-C78F-1240-96AD-8B051CD3AC0E}"/>
              </a:ext>
            </a:extLst>
          </p:cNvPr>
          <p:cNvSpPr txBox="1"/>
          <p:nvPr/>
        </p:nvSpPr>
        <p:spPr>
          <a:xfrm>
            <a:off x="416496" y="1584439"/>
            <a:ext cx="1368152" cy="469359"/>
          </a:xfrm>
          <a:prstGeom prst="rect">
            <a:avLst/>
          </a:prstGeom>
          <a:noFill/>
        </p:spPr>
        <p:txBody>
          <a:bodyPr wrap="square" rtlCol="0">
            <a:spAutoFit/>
          </a:bodyPr>
          <a:lstStyle/>
          <a:p>
            <a:pPr algn="ctr"/>
            <a:r>
              <a:rPr kumimoji="1" lang="en-US" altLang="ko-KR" sz="1400" b="1" u="sng">
                <a:latin typeface="Times New Roman" pitchFamily="18" charset="0"/>
                <a:ea typeface="Nanum Gothic" panose="020D0604000000000000" pitchFamily="34" charset="-127"/>
                <a:cs typeface="Times New Roman" pitchFamily="18" charset="0"/>
              </a:rPr>
              <a:t>60 </a:t>
            </a:r>
            <a:r>
              <a:rPr kumimoji="1" lang="en-US" altLang="ko-KR" sz="1400" b="1" u="sng" smtClean="0">
                <a:latin typeface="Times New Roman" pitchFamily="18" charset="0"/>
                <a:ea typeface="Nanum Gothic" panose="020D0604000000000000" pitchFamily="34" charset="-127"/>
                <a:cs typeface="Times New Roman" pitchFamily="18" charset="0"/>
              </a:rPr>
              <a:t>kết quả</a:t>
            </a:r>
            <a:endParaRPr kumimoji="1" lang="en-US" altLang="ko-KR" sz="1400" b="1" u="sng" dirty="0">
              <a:latin typeface="Times New Roman" pitchFamily="18" charset="0"/>
              <a:ea typeface="Nanum Gothic" panose="020D0604000000000000" pitchFamily="34" charset="-127"/>
              <a:cs typeface="Times New Roman" pitchFamily="18" charset="0"/>
            </a:endParaRPr>
          </a:p>
          <a:p>
            <a:pPr algn="ctr"/>
            <a:r>
              <a:rPr kumimoji="1" lang="en-US" altLang="ko-KR" sz="1050" b="1" smtClean="0">
                <a:latin typeface="Times New Roman" pitchFamily="18" charset="0"/>
                <a:ea typeface="Nanum Gothic" panose="020D0604000000000000" pitchFamily="34" charset="-127"/>
                <a:cs typeface="Times New Roman" pitchFamily="18" charset="0"/>
              </a:rPr>
              <a:t>Vé chưa sử dụng</a:t>
            </a:r>
            <a:endParaRPr kumimoji="1" lang="en-US" altLang="ko-KR" sz="1400" b="1" dirty="0">
              <a:latin typeface="Times New Roman" pitchFamily="18" charset="0"/>
              <a:ea typeface="Nanum Gothic" panose="020D0604000000000000" pitchFamily="34" charset="-127"/>
              <a:cs typeface="Times New Roman" pitchFamily="18" charset="0"/>
            </a:endParaRPr>
          </a:p>
        </p:txBody>
      </p:sp>
      <p:sp>
        <p:nvSpPr>
          <p:cNvPr id="47" name="TextBox 46">
            <a:extLst>
              <a:ext uri="{FF2B5EF4-FFF2-40B4-BE49-F238E27FC236}">
                <a16:creationId xmlns="" xmlns:a16="http://schemas.microsoft.com/office/drawing/2014/main" id="{BB19FF7E-724C-2D4D-8487-1A565E3F3F4C}"/>
              </a:ext>
            </a:extLst>
          </p:cNvPr>
          <p:cNvSpPr txBox="1"/>
          <p:nvPr/>
        </p:nvSpPr>
        <p:spPr>
          <a:xfrm>
            <a:off x="1928664" y="1598636"/>
            <a:ext cx="1368152" cy="469359"/>
          </a:xfrm>
          <a:prstGeom prst="rect">
            <a:avLst/>
          </a:prstGeom>
          <a:noFill/>
        </p:spPr>
        <p:txBody>
          <a:bodyPr wrap="square" rtlCol="0">
            <a:spAutoFit/>
          </a:bodyPr>
          <a:lstStyle/>
          <a:p>
            <a:pPr algn="ctr"/>
            <a:r>
              <a:rPr kumimoji="1" lang="en-US" altLang="ko-KR" sz="1400" b="1" u="sng">
                <a:latin typeface="Times New Roman" pitchFamily="18" charset="0"/>
                <a:ea typeface="Nanum Gothic" panose="020D0604000000000000" pitchFamily="34" charset="-127"/>
                <a:cs typeface="Times New Roman" pitchFamily="18" charset="0"/>
              </a:rPr>
              <a:t>10 </a:t>
            </a:r>
            <a:r>
              <a:rPr kumimoji="1" lang="en-US" altLang="ko-KR" sz="1400" b="1" u="sng" smtClean="0">
                <a:latin typeface="Times New Roman" pitchFamily="18" charset="0"/>
                <a:ea typeface="Nanum Gothic" panose="020D0604000000000000" pitchFamily="34" charset="-127"/>
                <a:cs typeface="Times New Roman" pitchFamily="18" charset="0"/>
              </a:rPr>
              <a:t>kết quả</a:t>
            </a:r>
            <a:endParaRPr kumimoji="1" lang="en-US" altLang="ko-KR" sz="1400" b="1" u="sng" dirty="0">
              <a:latin typeface="Times New Roman" pitchFamily="18" charset="0"/>
              <a:ea typeface="Nanum Gothic" panose="020D0604000000000000" pitchFamily="34" charset="-127"/>
              <a:cs typeface="Times New Roman" pitchFamily="18" charset="0"/>
            </a:endParaRPr>
          </a:p>
          <a:p>
            <a:pPr algn="ctr"/>
            <a:r>
              <a:rPr kumimoji="1" lang="en-US" altLang="ko-KR" sz="1050" b="1" smtClean="0">
                <a:latin typeface="Times New Roman" pitchFamily="18" charset="0"/>
                <a:ea typeface="Nanum Gothic" panose="020D0604000000000000" pitchFamily="34" charset="-127"/>
                <a:cs typeface="Times New Roman" pitchFamily="18" charset="0"/>
              </a:rPr>
              <a:t>Câu hỏi chưa trả lời</a:t>
            </a:r>
            <a:endParaRPr kumimoji="1" lang="en-US" altLang="ko-KR" sz="1400" b="1" dirty="0">
              <a:latin typeface="Times New Roman" pitchFamily="18" charset="0"/>
              <a:ea typeface="Nanum Gothic" panose="020D0604000000000000" pitchFamily="34" charset="-127"/>
              <a:cs typeface="Times New Roman" pitchFamily="18" charset="0"/>
            </a:endParaRPr>
          </a:p>
        </p:txBody>
      </p:sp>
      <p:sp>
        <p:nvSpPr>
          <p:cNvPr id="37" name="직사각형 36">
            <a:extLst>
              <a:ext uri="{FF2B5EF4-FFF2-40B4-BE49-F238E27FC236}">
                <a16:creationId xmlns="" xmlns:a16="http://schemas.microsoft.com/office/drawing/2014/main" id="{7CDE39A9-3A7A-854A-AAD3-57B909C94452}"/>
              </a:ext>
            </a:extLst>
          </p:cNvPr>
          <p:cNvSpPr/>
          <p:nvPr/>
        </p:nvSpPr>
        <p:spPr>
          <a:xfrm>
            <a:off x="3972564" y="3963414"/>
            <a:ext cx="2854709" cy="1440159"/>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en-US" altLang="ko-KR" sz="1200" b="1" smtClean="0">
                <a:solidFill>
                  <a:schemeClr val="tx1"/>
                </a:solidFill>
                <a:latin typeface="Times New Roman" pitchFamily="18" charset="0"/>
                <a:ea typeface="Nanum Gothic" panose="020D0604000000000000" pitchFamily="34" charset="-127"/>
                <a:cs typeface="Times New Roman" pitchFamily="18" charset="0"/>
              </a:rPr>
              <a:t>Thông báo</a:t>
            </a:r>
            <a:endParaRPr lang="ko-KR" altLang="en-US" sz="12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38" name="TextBox 37">
            <a:extLst>
              <a:ext uri="{FF2B5EF4-FFF2-40B4-BE49-F238E27FC236}">
                <a16:creationId xmlns="" xmlns:a16="http://schemas.microsoft.com/office/drawing/2014/main" id="{C3032864-2E5D-5C41-AC69-CDEF29D3B006}"/>
              </a:ext>
            </a:extLst>
          </p:cNvPr>
          <p:cNvSpPr txBox="1"/>
          <p:nvPr/>
        </p:nvSpPr>
        <p:spPr>
          <a:xfrm>
            <a:off x="4007407" y="4242622"/>
            <a:ext cx="230907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03.02  </a:t>
            </a:r>
            <a:r>
              <a:rPr lang="ko-KR" altLang="en-US" sz="900" u="sng" dirty="0">
                <a:latin typeface="Times New Roman" pitchFamily="18" charset="0"/>
                <a:ea typeface="Nanum Gothic" panose="020D0604000000000000" pitchFamily="34" charset="-127"/>
                <a:cs typeface="Times New Roman" pitchFamily="18" charset="0"/>
              </a:rPr>
              <a:t>수수료가 변경되었습니다</a:t>
            </a:r>
            <a:r>
              <a:rPr lang="en-US" altLang="ko-KR" sz="900" u="sng" dirty="0">
                <a:latin typeface="Times New Roman" pitchFamily="18" charset="0"/>
                <a:ea typeface="Nanum Gothic" panose="020D0604000000000000" pitchFamily="34" charset="-127"/>
                <a:cs typeface="Times New Roman" pitchFamily="18" charset="0"/>
              </a:rPr>
              <a:t>.</a:t>
            </a:r>
            <a:r>
              <a:rPr lang="ko-KR" altLang="en-US" sz="900" u="sng" dirty="0">
                <a:latin typeface="Times New Roman" pitchFamily="18" charset="0"/>
                <a:ea typeface="Nanum Gothic" panose="020D0604000000000000" pitchFamily="34" charset="-127"/>
                <a:cs typeface="Times New Roman" pitchFamily="18" charset="0"/>
              </a:rPr>
              <a:t> </a:t>
            </a:r>
            <a:endParaRPr lang="en-US" altLang="ko-KR" sz="900" u="sng" dirty="0">
              <a:latin typeface="Times New Roman" pitchFamily="18" charset="0"/>
              <a:ea typeface="Nanum Gothic" panose="020D0604000000000000" pitchFamily="34" charset="-127"/>
              <a:cs typeface="Times New Roman" pitchFamily="18" charset="0"/>
            </a:endParaRPr>
          </a:p>
        </p:txBody>
      </p:sp>
      <p:sp>
        <p:nvSpPr>
          <p:cNvPr id="39" name="TextBox 38">
            <a:extLst>
              <a:ext uri="{FF2B5EF4-FFF2-40B4-BE49-F238E27FC236}">
                <a16:creationId xmlns="" xmlns:a16="http://schemas.microsoft.com/office/drawing/2014/main" id="{D5AE94C2-E709-5144-8BDE-E1EDEE4EF761}"/>
              </a:ext>
            </a:extLst>
          </p:cNvPr>
          <p:cNvSpPr txBox="1"/>
          <p:nvPr/>
        </p:nvSpPr>
        <p:spPr>
          <a:xfrm>
            <a:off x="4007407" y="4462346"/>
            <a:ext cx="2760762"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02.28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(2.28 00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40" name="TextBox 39">
            <a:extLst>
              <a:ext uri="{FF2B5EF4-FFF2-40B4-BE49-F238E27FC236}">
                <a16:creationId xmlns="" xmlns:a16="http://schemas.microsoft.com/office/drawing/2014/main" id="{B9B6E15F-BEAE-A240-9C1F-7F9D924BDB63}"/>
              </a:ext>
            </a:extLst>
          </p:cNvPr>
          <p:cNvSpPr txBox="1"/>
          <p:nvPr/>
        </p:nvSpPr>
        <p:spPr>
          <a:xfrm>
            <a:off x="4010192" y="4685774"/>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01.27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69" name="직사각형 68">
            <a:extLst>
              <a:ext uri="{FF2B5EF4-FFF2-40B4-BE49-F238E27FC236}">
                <a16:creationId xmlns="" xmlns:a16="http://schemas.microsoft.com/office/drawing/2014/main" id="{E087E008-1E24-7742-A301-88595CE6F347}"/>
              </a:ext>
            </a:extLst>
          </p:cNvPr>
          <p:cNvSpPr/>
          <p:nvPr/>
        </p:nvSpPr>
        <p:spPr>
          <a:xfrm>
            <a:off x="454667" y="3703656"/>
            <a:ext cx="2770520" cy="332879"/>
          </a:xfrm>
          <a:prstGeom prst="rect">
            <a:avLst/>
          </a:prstGeom>
          <a:no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1000" b="1" smtClean="0">
                <a:solidFill>
                  <a:srgbClr val="C00000"/>
                </a:solidFill>
                <a:latin typeface="Times New Roman" pitchFamily="18" charset="0"/>
                <a:ea typeface="Nanum Gothic" panose="020D0604000000000000" pitchFamily="34" charset="-127"/>
                <a:cs typeface="Times New Roman" pitchFamily="18" charset="0"/>
              </a:rPr>
              <a:t>Xem toàn bộ đơn hàng</a:t>
            </a:r>
            <a:r>
              <a:rPr lang="ko-KR" altLang="en-US" sz="1000" b="1" smtClean="0">
                <a:solidFill>
                  <a:srgbClr val="C00000"/>
                </a:solidFill>
                <a:latin typeface="Times New Roman" pitchFamily="18" charset="0"/>
                <a:ea typeface="Nanum Gothic" panose="020D0604000000000000" pitchFamily="34" charset="-127"/>
                <a:cs typeface="Times New Roman" pitchFamily="18" charset="0"/>
              </a:rPr>
              <a:t> </a:t>
            </a:r>
            <a:r>
              <a:rPr lang="en-US" altLang="ko-KR" sz="1000" b="1" dirty="0">
                <a:solidFill>
                  <a:srgbClr val="C00000"/>
                </a:solidFill>
                <a:latin typeface="Times New Roman" pitchFamily="18" charset="0"/>
                <a:ea typeface="Nanum Gothic" panose="020D0604000000000000" pitchFamily="34" charset="-127"/>
                <a:cs typeface="Times New Roman" pitchFamily="18" charset="0"/>
              </a:rPr>
              <a:t>&gt; </a:t>
            </a:r>
            <a:endParaRPr lang="ko-KR" altLang="en-US" sz="1000" b="1" dirty="0">
              <a:solidFill>
                <a:srgbClr val="C00000"/>
              </a:solidFill>
              <a:latin typeface="Times New Roman" pitchFamily="18" charset="0"/>
              <a:ea typeface="Nanum Gothic" panose="020D0604000000000000" pitchFamily="34" charset="-127"/>
              <a:cs typeface="Times New Roman" pitchFamily="18" charset="0"/>
            </a:endParaRPr>
          </a:p>
        </p:txBody>
      </p:sp>
      <p:grpSp>
        <p:nvGrpSpPr>
          <p:cNvPr id="8" name="그룹 14">
            <a:extLst>
              <a:ext uri="{FF2B5EF4-FFF2-40B4-BE49-F238E27FC236}">
                <a16:creationId xmlns="" xmlns:a16="http://schemas.microsoft.com/office/drawing/2014/main" id="{6DF631EC-A61C-1E48-87CA-9E1062F7A0CE}"/>
              </a:ext>
            </a:extLst>
          </p:cNvPr>
          <p:cNvGrpSpPr/>
          <p:nvPr/>
        </p:nvGrpSpPr>
        <p:grpSpPr>
          <a:xfrm>
            <a:off x="400171" y="4707936"/>
            <a:ext cx="2787821" cy="1719425"/>
            <a:chOff x="4274265" y="3759740"/>
            <a:chExt cx="2358447" cy="1454603"/>
          </a:xfrm>
        </p:grpSpPr>
        <p:pic>
          <p:nvPicPr>
            <p:cNvPr id="59" name="그림 58">
              <a:extLst>
                <a:ext uri="{FF2B5EF4-FFF2-40B4-BE49-F238E27FC236}">
                  <a16:creationId xmlns="" xmlns:a16="http://schemas.microsoft.com/office/drawing/2014/main" id="{D0CB1592-B832-A64D-A289-6DCC9494E5FD}"/>
                </a:ext>
              </a:extLst>
            </p:cNvPr>
            <p:cNvPicPr>
              <a:picLocks noChangeAspect="1"/>
            </p:cNvPicPr>
            <p:nvPr/>
          </p:nvPicPr>
          <p:blipFill>
            <a:blip r:embed="rId4" cstate="print"/>
            <a:stretch>
              <a:fillRect/>
            </a:stretch>
          </p:blipFill>
          <p:spPr>
            <a:xfrm>
              <a:off x="4274265" y="3759740"/>
              <a:ext cx="2358447" cy="1454603"/>
            </a:xfrm>
            <a:prstGeom prst="rect">
              <a:avLst/>
            </a:prstGeom>
          </p:spPr>
        </p:pic>
        <p:sp>
          <p:nvSpPr>
            <p:cNvPr id="60" name="TextBox 59">
              <a:extLst>
                <a:ext uri="{FF2B5EF4-FFF2-40B4-BE49-F238E27FC236}">
                  <a16:creationId xmlns="" xmlns:a16="http://schemas.microsoft.com/office/drawing/2014/main" id="{C5434CB2-A516-EA42-B567-9311E2A65A12}"/>
                </a:ext>
              </a:extLst>
            </p:cNvPr>
            <p:cNvSpPr txBox="1"/>
            <p:nvPr/>
          </p:nvSpPr>
          <p:spPr>
            <a:xfrm>
              <a:off x="4399521" y="4903105"/>
              <a:ext cx="2199261" cy="143205"/>
            </a:xfrm>
            <a:prstGeom prst="rect">
              <a:avLst/>
            </a:prstGeom>
            <a:solidFill>
              <a:schemeClr val="bg1"/>
            </a:solidFill>
          </p:spPr>
          <p:txBody>
            <a:bodyPr wrap="square" rtlCol="0">
              <a:spAutoFit/>
            </a:bodyPr>
            <a:lstStyle/>
            <a:p>
              <a:pPr algn="ctr"/>
              <a:r>
                <a:rPr lang="en-US" altLang="ko-KR" sz="500" dirty="0">
                  <a:latin typeface="Times New Roman" pitchFamily="18" charset="0"/>
                  <a:cs typeface="Times New Roman" pitchFamily="18" charset="0"/>
                </a:rPr>
                <a:t>12/21     12/22     12/23     12/24     12/25     12/26       </a:t>
              </a:r>
              <a:r>
                <a:rPr lang="en-US" altLang="ko-KR" sz="500" b="1" dirty="0">
                  <a:latin typeface="Times New Roman" pitchFamily="18" charset="0"/>
                  <a:cs typeface="Times New Roman" pitchFamily="18" charset="0"/>
                </a:rPr>
                <a:t>12/27</a:t>
              </a:r>
              <a:endParaRPr lang="ko-KR" altLang="en-US" sz="500" b="1">
                <a:latin typeface="Times New Roman" pitchFamily="18" charset="0"/>
                <a:cs typeface="Times New Roman" pitchFamily="18" charset="0"/>
              </a:endParaRPr>
            </a:p>
          </p:txBody>
        </p:sp>
        <p:sp>
          <p:nvSpPr>
            <p:cNvPr id="61" name="직사각형 60">
              <a:extLst>
                <a:ext uri="{FF2B5EF4-FFF2-40B4-BE49-F238E27FC236}">
                  <a16:creationId xmlns="" xmlns:a16="http://schemas.microsoft.com/office/drawing/2014/main" id="{A47CA0A0-F881-144F-87AB-120A3710A6EF}"/>
                </a:ext>
              </a:extLst>
            </p:cNvPr>
            <p:cNvSpPr/>
            <p:nvPr/>
          </p:nvSpPr>
          <p:spPr>
            <a:xfrm>
              <a:off x="4713149" y="5085217"/>
              <a:ext cx="1851104" cy="104150"/>
            </a:xfrm>
            <a:prstGeom prst="rect">
              <a:avLst/>
            </a:prstGeom>
            <a:solidFill>
              <a:schemeClr val="bg1"/>
            </a:solidFill>
          </p:spPr>
          <p:txBody>
            <a:bodyPr wrap="square" lIns="0" tIns="0" rIns="0" bIns="0">
              <a:spAutoFit/>
            </a:bodyPr>
            <a:lstStyle/>
            <a:p>
              <a:r>
                <a:rPr lang="en-US" altLang="ko-KR" sz="800" smtClean="0">
                  <a:latin typeface="Times New Roman" pitchFamily="18" charset="0"/>
                  <a:ea typeface="나눔고딕" panose="020D0604000000000000" pitchFamily="50" charset="-127"/>
                  <a:cs typeface="Times New Roman" pitchFamily="18" charset="0"/>
                </a:rPr>
                <a:t>Tuần này</a:t>
              </a:r>
              <a:r>
                <a:rPr lang="ko-KR" altLang="en-US" sz="800" smtClean="0">
                  <a:latin typeface="Times New Roman" pitchFamily="18" charset="0"/>
                  <a:ea typeface="나눔고딕" panose="020D0604000000000000" pitchFamily="50" charset="-127"/>
                  <a:cs typeface="Times New Roman" pitchFamily="18" charset="0"/>
                </a:rPr>
                <a:t>                            </a:t>
              </a:r>
              <a:r>
                <a:rPr lang="en-US" altLang="ko-KR" sz="800" smtClean="0">
                  <a:latin typeface="Times New Roman" pitchFamily="18" charset="0"/>
                  <a:ea typeface="나눔고딕" panose="020D0604000000000000" pitchFamily="50" charset="-127"/>
                  <a:cs typeface="Times New Roman" pitchFamily="18" charset="0"/>
                </a:rPr>
                <a:t>Tuần trước</a:t>
              </a:r>
              <a:endParaRPr lang="ko-KR" altLang="en-US" sz="800" dirty="0">
                <a:latin typeface="Times New Roman" pitchFamily="18" charset="0"/>
                <a:ea typeface="나눔고딕" panose="020D0604000000000000" pitchFamily="50" charset="-127"/>
                <a:cs typeface="Times New Roman" pitchFamily="18" charset="0"/>
              </a:endParaRPr>
            </a:p>
          </p:txBody>
        </p:sp>
        <p:sp>
          <p:nvSpPr>
            <p:cNvPr id="62" name="직사각형 61">
              <a:extLst>
                <a:ext uri="{FF2B5EF4-FFF2-40B4-BE49-F238E27FC236}">
                  <a16:creationId xmlns="" xmlns:a16="http://schemas.microsoft.com/office/drawing/2014/main" id="{AC8A3494-10C0-1A42-AAFE-AECF9E1ECA1C}"/>
                </a:ext>
              </a:extLst>
            </p:cNvPr>
            <p:cNvSpPr/>
            <p:nvPr/>
          </p:nvSpPr>
          <p:spPr>
            <a:xfrm>
              <a:off x="4543599" y="5091128"/>
              <a:ext cx="150019"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itchFamily="18" charset="0"/>
                <a:cs typeface="Times New Roman" pitchFamily="18" charset="0"/>
              </a:endParaRPr>
            </a:p>
          </p:txBody>
        </p:sp>
        <p:sp>
          <p:nvSpPr>
            <p:cNvPr id="63" name="직사각형 62">
              <a:extLst>
                <a:ext uri="{FF2B5EF4-FFF2-40B4-BE49-F238E27FC236}">
                  <a16:creationId xmlns="" xmlns:a16="http://schemas.microsoft.com/office/drawing/2014/main" id="{1679584C-8681-F547-A529-9565B659D402}"/>
                </a:ext>
              </a:extLst>
            </p:cNvPr>
            <p:cNvSpPr/>
            <p:nvPr/>
          </p:nvSpPr>
          <p:spPr>
            <a:xfrm>
              <a:off x="5424523" y="5091128"/>
              <a:ext cx="150019" cy="76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itchFamily="18" charset="0"/>
                <a:cs typeface="Times New Roman" pitchFamily="18" charset="0"/>
              </a:endParaRPr>
            </a:p>
          </p:txBody>
        </p:sp>
      </p:grpSp>
      <p:sp>
        <p:nvSpPr>
          <p:cNvPr id="70" name="직사각형 69">
            <a:extLst>
              <a:ext uri="{FF2B5EF4-FFF2-40B4-BE49-F238E27FC236}">
                <a16:creationId xmlns="" xmlns:a16="http://schemas.microsoft.com/office/drawing/2014/main" id="{AFFC39C3-1006-314B-B094-3CC84DB6B9D8}"/>
              </a:ext>
            </a:extLst>
          </p:cNvPr>
          <p:cNvSpPr/>
          <p:nvPr/>
        </p:nvSpPr>
        <p:spPr>
          <a:xfrm>
            <a:off x="376147" y="1532072"/>
            <a:ext cx="1414410" cy="59510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sp>
        <p:nvSpPr>
          <p:cNvPr id="71" name="직사각형 70">
            <a:extLst>
              <a:ext uri="{FF2B5EF4-FFF2-40B4-BE49-F238E27FC236}">
                <a16:creationId xmlns="" xmlns:a16="http://schemas.microsoft.com/office/drawing/2014/main" id="{AAC2BAE9-0F90-E445-B358-06155B364027}"/>
              </a:ext>
            </a:extLst>
          </p:cNvPr>
          <p:cNvSpPr/>
          <p:nvPr/>
        </p:nvSpPr>
        <p:spPr>
          <a:xfrm>
            <a:off x="1949843" y="1534366"/>
            <a:ext cx="1338457" cy="59510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graphicFrame>
        <p:nvGraphicFramePr>
          <p:cNvPr id="5" name="표 4">
            <a:extLst>
              <a:ext uri="{FF2B5EF4-FFF2-40B4-BE49-F238E27FC236}">
                <a16:creationId xmlns="" xmlns:a16="http://schemas.microsoft.com/office/drawing/2014/main" id="{68675B5C-7EE7-8E4B-A825-EDA2DB23B658}"/>
              </a:ext>
            </a:extLst>
          </p:cNvPr>
          <p:cNvGraphicFramePr>
            <a:graphicFrameLocks noGrp="1"/>
          </p:cNvGraphicFramePr>
          <p:nvPr>
            <p:extLst>
              <p:ext uri="{D42A27DB-BD31-4B8C-83A1-F6EECF244321}">
                <p14:modId xmlns="" xmlns:p14="http://schemas.microsoft.com/office/powerpoint/2010/main" val="2546496849"/>
              </p:ext>
            </p:extLst>
          </p:nvPr>
        </p:nvGraphicFramePr>
        <p:xfrm>
          <a:off x="448882" y="2642929"/>
          <a:ext cx="2762407" cy="974406"/>
        </p:xfrm>
        <a:graphic>
          <a:graphicData uri="http://schemas.openxmlformats.org/drawingml/2006/table">
            <a:tbl>
              <a:tblPr/>
              <a:tblGrid>
                <a:gridCol w="946451">
                  <a:extLst>
                    <a:ext uri="{9D8B030D-6E8A-4147-A177-3AD203B41FA5}">
                      <a16:colId xmlns="" xmlns:a16="http://schemas.microsoft.com/office/drawing/2014/main" val="952546124"/>
                    </a:ext>
                  </a:extLst>
                </a:gridCol>
                <a:gridCol w="700221">
                  <a:extLst>
                    <a:ext uri="{9D8B030D-6E8A-4147-A177-3AD203B41FA5}">
                      <a16:colId xmlns="" xmlns:a16="http://schemas.microsoft.com/office/drawing/2014/main" val="90297832"/>
                    </a:ext>
                  </a:extLst>
                </a:gridCol>
                <a:gridCol w="207757">
                  <a:extLst>
                    <a:ext uri="{9D8B030D-6E8A-4147-A177-3AD203B41FA5}">
                      <a16:colId xmlns="" xmlns:a16="http://schemas.microsoft.com/office/drawing/2014/main" val="259899389"/>
                    </a:ext>
                  </a:extLst>
                </a:gridCol>
                <a:gridCol w="700221">
                  <a:extLst>
                    <a:ext uri="{9D8B030D-6E8A-4147-A177-3AD203B41FA5}">
                      <a16:colId xmlns="" xmlns:a16="http://schemas.microsoft.com/office/drawing/2014/main" val="3395975015"/>
                    </a:ext>
                  </a:extLst>
                </a:gridCol>
                <a:gridCol w="207757">
                  <a:extLst>
                    <a:ext uri="{9D8B030D-6E8A-4147-A177-3AD203B41FA5}">
                      <a16:colId xmlns="" xmlns:a16="http://schemas.microsoft.com/office/drawing/2014/main" val="213868304"/>
                    </a:ext>
                  </a:extLst>
                </a:gridCol>
              </a:tblGrid>
              <a:tr h="222634">
                <a:tc>
                  <a:txBody>
                    <a:bodyPr/>
                    <a:lstStyle/>
                    <a:p>
                      <a:pPr algn="l" fontAlgn="ctr"/>
                      <a:endPar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2">
                  <a:txBody>
                    <a:bodyPr/>
                    <a:lstStyle/>
                    <a:p>
                      <a:pPr algn="ctr" fontAlgn="ctr"/>
                      <a:r>
                        <a:rPr lang="en-US" altLang="ko-KR" sz="900" b="1" i="0" u="none" strike="noStrike" smtClean="0">
                          <a:solidFill>
                            <a:schemeClr val="bg1"/>
                          </a:solidFill>
                          <a:effectLst/>
                          <a:latin typeface="Times New Roman" pitchFamily="18" charset="0"/>
                          <a:ea typeface="맑은 고딕" panose="020B0503020000020004" pitchFamily="34" charset="-127"/>
                          <a:cs typeface="Times New Roman" pitchFamily="18" charset="0"/>
                        </a:rPr>
                        <a:t>Hqua</a:t>
                      </a:r>
                      <a:r>
                        <a:rPr lang="en-US" altLang="ko-KR" sz="900" b="1" i="0" u="none" strike="noStrike" baseline="0" smtClean="0">
                          <a:solidFill>
                            <a:schemeClr val="bg1"/>
                          </a:solidFill>
                          <a:effectLst/>
                          <a:latin typeface="Times New Roman" pitchFamily="18" charset="0"/>
                          <a:ea typeface="맑은 고딕" panose="020B0503020000020004" pitchFamily="34" charset="-127"/>
                          <a:cs typeface="Times New Roman" pitchFamily="18" charset="0"/>
                        </a:rPr>
                        <a:t> </a:t>
                      </a:r>
                      <a:r>
                        <a:rPr lang="en-US" altLang="ko-KR" sz="900" b="1" i="0" u="none" strike="noStrike" smtClean="0">
                          <a:solidFill>
                            <a:schemeClr val="bg1"/>
                          </a:solidFill>
                          <a:effectLst/>
                          <a:latin typeface="Times New Roman" pitchFamily="18" charset="0"/>
                          <a:ea typeface="맑은 고딕" panose="020B0503020000020004" pitchFamily="34" charset="-127"/>
                          <a:cs typeface="Times New Roman" pitchFamily="18" charset="0"/>
                        </a:rPr>
                        <a:t>(04.01</a:t>
                      </a:r>
                      <a:r>
                        <a:rPr lang="en-US" altLang="ko-KR" sz="900" b="1" i="0" u="none" strike="noStrike" dirty="0">
                          <a:solidFill>
                            <a:schemeClr val="bg1"/>
                          </a:solidFill>
                          <a:effectLst/>
                          <a:latin typeface="Times New Roman" pitchFamily="18" charset="0"/>
                          <a:ea typeface="맑은 고딕" panose="020B0503020000020004" pitchFamily="34" charset="-127"/>
                          <a:cs typeface="Times New Roman" pitchFamily="18" charset="0"/>
                        </a:rPr>
                        <a:t>)</a:t>
                      </a:r>
                    </a:p>
                  </a:txBody>
                  <a:tcPr marL="85157" marR="85157" marT="42579" marB="425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latinLnBrk="1"/>
                      <a:endParaRPr lang="ko-KR" altLang="en-US"/>
                    </a:p>
                  </a:txBody>
                  <a:tcPr/>
                </a:tc>
                <a:tc gridSpan="2">
                  <a:txBody>
                    <a:bodyPr/>
                    <a:lstStyle/>
                    <a:p>
                      <a:pPr algn="ctr" fontAlgn="ctr"/>
                      <a:r>
                        <a:rPr lang="en-US" altLang="ko-KR" sz="900" b="1" i="0" u="none" strike="noStrike" smtClean="0">
                          <a:solidFill>
                            <a:schemeClr val="bg1"/>
                          </a:solidFill>
                          <a:effectLst/>
                          <a:latin typeface="Times New Roman" pitchFamily="18" charset="0"/>
                          <a:ea typeface="맑은 고딕" panose="020B0503020000020004" pitchFamily="34" charset="-127"/>
                          <a:cs typeface="Times New Roman" pitchFamily="18" charset="0"/>
                        </a:rPr>
                        <a:t>Hnay</a:t>
                      </a:r>
                      <a:r>
                        <a:rPr lang="en-US" altLang="ko-KR" sz="900" b="1" i="0" u="none" strike="noStrike" baseline="0" smtClean="0">
                          <a:solidFill>
                            <a:schemeClr val="bg1"/>
                          </a:solidFill>
                          <a:effectLst/>
                          <a:latin typeface="Times New Roman" pitchFamily="18" charset="0"/>
                          <a:ea typeface="맑은 고딕" panose="020B0503020000020004" pitchFamily="34" charset="-127"/>
                          <a:cs typeface="Times New Roman" pitchFamily="18" charset="0"/>
                        </a:rPr>
                        <a:t> </a:t>
                      </a:r>
                      <a:r>
                        <a:rPr lang="en-US" altLang="ko-KR" sz="900" b="1" i="0" u="none" strike="noStrike" smtClean="0">
                          <a:solidFill>
                            <a:schemeClr val="bg1"/>
                          </a:solidFill>
                          <a:effectLst/>
                          <a:latin typeface="Times New Roman" pitchFamily="18" charset="0"/>
                          <a:ea typeface="맑은 고딕" panose="020B0503020000020004" pitchFamily="34" charset="-127"/>
                          <a:cs typeface="Times New Roman" pitchFamily="18" charset="0"/>
                        </a:rPr>
                        <a:t>(04.02</a:t>
                      </a:r>
                      <a:r>
                        <a:rPr lang="en-US" altLang="ko-KR" sz="900" b="1" i="0" u="none" strike="noStrike" dirty="0">
                          <a:solidFill>
                            <a:schemeClr val="bg1"/>
                          </a:solidFill>
                          <a:effectLst/>
                          <a:latin typeface="Times New Roman" pitchFamily="18" charset="0"/>
                          <a:ea typeface="맑은 고딕" panose="020B0503020000020004" pitchFamily="34" charset="-127"/>
                          <a:cs typeface="Times New Roman" pitchFamily="18" charset="0"/>
                        </a:rPr>
                        <a:t>)</a:t>
                      </a:r>
                    </a:p>
                  </a:txBody>
                  <a:tcPr marL="85157" marR="85157" marT="42579" marB="425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latinLnBrk="1"/>
                      <a:endParaRPr lang="ko-KR" altLang="en-US"/>
                    </a:p>
                  </a:txBody>
                  <a:tcPr/>
                </a:tc>
                <a:extLst>
                  <a:ext uri="{0D108BD9-81ED-4DB2-BD59-A6C34878D82A}">
                    <a16:rowId xmlns="" xmlns:a16="http://schemas.microsoft.com/office/drawing/2014/main" val="3890285501"/>
                  </a:ext>
                </a:extLst>
              </a:tr>
              <a:tr h="187943">
                <a:tc>
                  <a:txBody>
                    <a:bodyPr/>
                    <a:lstStyle/>
                    <a:p>
                      <a:pPr algn="l" fontAlgn="ctr"/>
                      <a:r>
                        <a:rPr lang="en-US" altLang="ko-KR" sz="900" b="1" i="0" u="none" strike="noStrike" smtClean="0">
                          <a:solidFill>
                            <a:srgbClr val="000000"/>
                          </a:solidFill>
                          <a:effectLst/>
                          <a:latin typeface="Times New Roman" pitchFamily="18" charset="0"/>
                          <a:ea typeface="맑은 고딕" panose="020B0503020000020004" pitchFamily="34" charset="-127"/>
                          <a:cs typeface="Times New Roman" pitchFamily="18" charset="0"/>
                        </a:rPr>
                        <a:t>Số</a:t>
                      </a:r>
                      <a:r>
                        <a:rPr lang="en-US" altLang="ko-KR" sz="900" b="1" i="0" u="none" strike="noStrike" baseline="0" smtClean="0">
                          <a:solidFill>
                            <a:srgbClr val="000000"/>
                          </a:solidFill>
                          <a:effectLst/>
                          <a:latin typeface="Times New Roman" pitchFamily="18" charset="0"/>
                          <a:ea typeface="맑은 고딕" panose="020B0503020000020004" pitchFamily="34" charset="-127"/>
                          <a:cs typeface="Times New Roman" pitchFamily="18" charset="0"/>
                        </a:rPr>
                        <a:t> tiền bán thực</a:t>
                      </a:r>
                      <a:endParaRPr lang="ko-KR" altLang="en-US" sz="900" b="1"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2,000,000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1,500,000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033295670"/>
                  </a:ext>
                </a:extLst>
              </a:tr>
              <a:tr h="187943">
                <a:tc>
                  <a:txBody>
                    <a:bodyPr/>
                    <a:lstStyle/>
                    <a:p>
                      <a:pPr algn="l" fontAlgn="ctr"/>
                      <a:r>
                        <a:rPr lang="en-US" altLang="ko-KR" sz="800" b="1" i="0" u="none" strike="noStrike" smtClean="0">
                          <a:solidFill>
                            <a:srgbClr val="000000"/>
                          </a:solidFill>
                          <a:effectLst/>
                          <a:latin typeface="Times New Roman" pitchFamily="18" charset="0"/>
                          <a:ea typeface="맑은 고딕" panose="020B0503020000020004" pitchFamily="34" charset="-127"/>
                          <a:cs typeface="Times New Roman" pitchFamily="18" charset="0"/>
                        </a:rPr>
                        <a:t>Số</a:t>
                      </a:r>
                      <a:r>
                        <a:rPr lang="en-US" altLang="ko-KR" sz="800" b="1" i="0" u="none" strike="noStrike" baseline="0" smtClean="0">
                          <a:solidFill>
                            <a:srgbClr val="000000"/>
                          </a:solidFill>
                          <a:effectLst/>
                          <a:latin typeface="Times New Roman" pitchFamily="18" charset="0"/>
                          <a:ea typeface="맑은 고딕" panose="020B0503020000020004" pitchFamily="34" charset="-127"/>
                          <a:cs typeface="Times New Roman" pitchFamily="18" charset="0"/>
                        </a:rPr>
                        <a:t> tiền xử lý sử dụng</a:t>
                      </a:r>
                      <a:endParaRPr lang="ko-KR" altLang="en-US" sz="800" b="1"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100,000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50,000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677613152"/>
                  </a:ext>
                </a:extLst>
              </a:tr>
              <a:tr h="187943">
                <a:tc>
                  <a:txBody>
                    <a:bodyPr/>
                    <a:lstStyle/>
                    <a:p>
                      <a:pPr algn="l" fontAlgn="ctr"/>
                      <a:r>
                        <a:rPr lang="en-US" altLang="ko-KR" sz="900" b="1" i="0" u="none" strike="noStrike" smtClean="0">
                          <a:solidFill>
                            <a:srgbClr val="000000"/>
                          </a:solidFill>
                          <a:effectLst/>
                          <a:latin typeface="Times New Roman" pitchFamily="18" charset="0"/>
                          <a:ea typeface="맑은 고딕" panose="020B0503020000020004" pitchFamily="34" charset="-127"/>
                          <a:cs typeface="Times New Roman" pitchFamily="18" charset="0"/>
                        </a:rPr>
                        <a:t>Số</a:t>
                      </a:r>
                      <a:r>
                        <a:rPr lang="en-US" altLang="ko-KR" sz="900" b="1" i="0" u="none" strike="noStrike" baseline="0" smtClean="0">
                          <a:solidFill>
                            <a:srgbClr val="000000"/>
                          </a:solidFill>
                          <a:effectLst/>
                          <a:latin typeface="Times New Roman" pitchFamily="18" charset="0"/>
                          <a:ea typeface="맑은 고딕" panose="020B0503020000020004" pitchFamily="34" charset="-127"/>
                          <a:cs typeface="Times New Roman" pitchFamily="18" charset="0"/>
                        </a:rPr>
                        <a:t> vé bán</a:t>
                      </a:r>
                      <a:endParaRPr lang="ko-KR" altLang="en-US" sz="900" b="1"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80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30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715718042"/>
                  </a:ext>
                </a:extLst>
              </a:tr>
              <a:tr h="187943">
                <a:tc>
                  <a:txBody>
                    <a:bodyPr/>
                    <a:lstStyle/>
                    <a:p>
                      <a:pPr algn="l" fontAlgn="ctr"/>
                      <a:r>
                        <a:rPr lang="en-US" altLang="ko-KR" sz="800" b="1" i="0" u="none" strike="noStrike" smtClean="0">
                          <a:solidFill>
                            <a:srgbClr val="000000"/>
                          </a:solidFill>
                          <a:effectLst/>
                          <a:latin typeface="Times New Roman" pitchFamily="18" charset="0"/>
                          <a:ea typeface="맑은 고딕" panose="020B0503020000020004" pitchFamily="34" charset="-127"/>
                          <a:cs typeface="Times New Roman" pitchFamily="18" charset="0"/>
                        </a:rPr>
                        <a:t>Số</a:t>
                      </a:r>
                      <a:r>
                        <a:rPr lang="en-US" altLang="ko-KR" sz="800" b="1" i="0" u="none" strike="noStrike" baseline="0" smtClean="0">
                          <a:solidFill>
                            <a:srgbClr val="000000"/>
                          </a:solidFill>
                          <a:effectLst/>
                          <a:latin typeface="Times New Roman" pitchFamily="18" charset="0"/>
                          <a:ea typeface="맑은 고딕" panose="020B0503020000020004" pitchFamily="34" charset="-127"/>
                          <a:cs typeface="Times New Roman" pitchFamily="18" charset="0"/>
                        </a:rPr>
                        <a:t> vé sử dụng xong</a:t>
                      </a:r>
                      <a:endParaRPr lang="ko-KR" altLang="en-US" sz="800" b="1"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20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dirty="0">
                          <a:solidFill>
                            <a:srgbClr val="000000"/>
                          </a:solidFill>
                          <a:effectLst/>
                          <a:latin typeface="Times New Roman" pitchFamily="18" charset="0"/>
                          <a:ea typeface="맑은 고딕" panose="020B0503020000020004" pitchFamily="34" charset="-127"/>
                          <a:cs typeface="Times New Roman" pitchFamily="18" charset="0"/>
                        </a:rPr>
                        <a:t>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dirty="0">
                          <a:solidFill>
                            <a:srgbClr val="000000"/>
                          </a:solidFill>
                          <a:effectLst/>
                          <a:latin typeface="Times New Roman" pitchFamily="18" charset="0"/>
                          <a:ea typeface="맑은 고딕" panose="020B0503020000020004" pitchFamily="34" charset="-127"/>
                          <a:cs typeface="Times New Roman" pitchFamily="18" charset="0"/>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87530513"/>
                  </a:ext>
                </a:extLst>
              </a:tr>
            </a:tbl>
          </a:graphicData>
        </a:graphic>
      </p:graphicFrame>
      <p:sp>
        <p:nvSpPr>
          <p:cNvPr id="49" name="TextBox 48">
            <a:extLst>
              <a:ext uri="{FF2B5EF4-FFF2-40B4-BE49-F238E27FC236}">
                <a16:creationId xmlns="" xmlns:a16="http://schemas.microsoft.com/office/drawing/2014/main" id="{C9899BD5-6BA4-2C4C-B3CB-6DF0B6398BB9}"/>
              </a:ext>
            </a:extLst>
          </p:cNvPr>
          <p:cNvSpPr txBox="1"/>
          <p:nvPr/>
        </p:nvSpPr>
        <p:spPr>
          <a:xfrm>
            <a:off x="396879" y="2283419"/>
            <a:ext cx="1315761" cy="261610"/>
          </a:xfrm>
          <a:prstGeom prst="rect">
            <a:avLst/>
          </a:prstGeom>
          <a:noFill/>
        </p:spPr>
        <p:txBody>
          <a:bodyPr wrap="square" rtlCol="0">
            <a:spAutoFit/>
          </a:bodyPr>
          <a:lstStyle/>
          <a:p>
            <a:r>
              <a:rPr lang="en-US" altLang="ko-KR" sz="1100" b="1" smtClean="0">
                <a:latin typeface="Times New Roman" pitchFamily="18" charset="0"/>
                <a:ea typeface="Nanum Gothic" panose="020D0604000000000000" pitchFamily="34" charset="-127"/>
                <a:cs typeface="Times New Roman" pitchFamily="18" charset="0"/>
              </a:rPr>
              <a:t>Tình hình bán vé</a:t>
            </a:r>
            <a:endParaRPr lang="ko-KR" altLang="en-US" sz="1100" b="1" dirty="0">
              <a:latin typeface="Times New Roman" pitchFamily="18" charset="0"/>
              <a:ea typeface="Nanum Gothic" panose="020D0604000000000000" pitchFamily="34" charset="-127"/>
              <a:cs typeface="Times New Roman" pitchFamily="18" charset="0"/>
            </a:endParaRPr>
          </a:p>
        </p:txBody>
      </p:sp>
      <p:cxnSp>
        <p:nvCxnSpPr>
          <p:cNvPr id="9" name="직선 연결선[R] 8">
            <a:extLst>
              <a:ext uri="{FF2B5EF4-FFF2-40B4-BE49-F238E27FC236}">
                <a16:creationId xmlns="" xmlns:a16="http://schemas.microsoft.com/office/drawing/2014/main" id="{731EC9C4-C10A-8F45-8E9D-A26883AFE792}"/>
              </a:ext>
            </a:extLst>
          </p:cNvPr>
          <p:cNvCxnSpPr>
            <a:cxnSpLocks/>
          </p:cNvCxnSpPr>
          <p:nvPr/>
        </p:nvCxnSpPr>
        <p:spPr>
          <a:xfrm>
            <a:off x="432510" y="2541419"/>
            <a:ext cx="2727073" cy="1"/>
          </a:xfrm>
          <a:prstGeom prst="line">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 xmlns:a16="http://schemas.microsoft.com/office/drawing/2014/main" id="{B70EC143-ED82-A04D-8D01-BC7B7DCF555F}"/>
              </a:ext>
            </a:extLst>
          </p:cNvPr>
          <p:cNvSpPr txBox="1"/>
          <p:nvPr/>
        </p:nvSpPr>
        <p:spPr>
          <a:xfrm>
            <a:off x="357436" y="4255672"/>
            <a:ext cx="2114133" cy="261610"/>
          </a:xfrm>
          <a:prstGeom prst="rect">
            <a:avLst/>
          </a:prstGeom>
          <a:noFill/>
        </p:spPr>
        <p:txBody>
          <a:bodyPr wrap="square" rtlCol="0">
            <a:spAutoFit/>
          </a:bodyPr>
          <a:lstStyle/>
          <a:p>
            <a:r>
              <a:rPr lang="en-US" altLang="ko-KR" sz="1100" b="1" smtClean="0">
                <a:latin typeface="Times New Roman" pitchFamily="18" charset="0"/>
                <a:ea typeface="Nanum Gothic" panose="020D0604000000000000" pitchFamily="34" charset="-127"/>
                <a:cs typeface="Times New Roman" pitchFamily="18" charset="0"/>
              </a:rPr>
              <a:t>Biểu đồ số lượng bán theo tuần</a:t>
            </a:r>
            <a:endParaRPr lang="ko-KR" altLang="en-US" sz="1100" b="1" dirty="0">
              <a:latin typeface="Times New Roman" pitchFamily="18" charset="0"/>
              <a:ea typeface="Nanum Gothic" panose="020D0604000000000000" pitchFamily="34" charset="-127"/>
              <a:cs typeface="Times New Roman" pitchFamily="18" charset="0"/>
            </a:endParaRPr>
          </a:p>
        </p:txBody>
      </p:sp>
      <p:cxnSp>
        <p:nvCxnSpPr>
          <p:cNvPr id="64" name="직선 연결선[R] 63">
            <a:extLst>
              <a:ext uri="{FF2B5EF4-FFF2-40B4-BE49-F238E27FC236}">
                <a16:creationId xmlns="" xmlns:a16="http://schemas.microsoft.com/office/drawing/2014/main" id="{8CE0CB57-4935-F44D-BB4B-3A21EEB51DB1}"/>
              </a:ext>
            </a:extLst>
          </p:cNvPr>
          <p:cNvCxnSpPr>
            <a:cxnSpLocks/>
          </p:cNvCxnSpPr>
          <p:nvPr/>
        </p:nvCxnSpPr>
        <p:spPr>
          <a:xfrm>
            <a:off x="393067" y="4513672"/>
            <a:ext cx="2818222" cy="1"/>
          </a:xfrm>
          <a:prstGeom prst="line">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6" name="직사각형 85">
            <a:extLst>
              <a:ext uri="{FF2B5EF4-FFF2-40B4-BE49-F238E27FC236}">
                <a16:creationId xmlns="" xmlns:a16="http://schemas.microsoft.com/office/drawing/2014/main" id="{5FF15A04-5CCD-AD42-A16B-D1509C58D9D2}"/>
              </a:ext>
            </a:extLst>
          </p:cNvPr>
          <p:cNvSpPr/>
          <p:nvPr/>
        </p:nvSpPr>
        <p:spPr>
          <a:xfrm>
            <a:off x="4788580" y="6351930"/>
            <a:ext cx="611339" cy="163546"/>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Logout</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cxnSp>
        <p:nvCxnSpPr>
          <p:cNvPr id="87" name="직선 연결선[R] 86">
            <a:extLst>
              <a:ext uri="{FF2B5EF4-FFF2-40B4-BE49-F238E27FC236}">
                <a16:creationId xmlns="" xmlns:a16="http://schemas.microsoft.com/office/drawing/2014/main" id="{5BDE52D7-2901-AA48-98DA-7EFA961EC6E2}"/>
              </a:ext>
            </a:extLst>
          </p:cNvPr>
          <p:cNvCxnSpPr>
            <a:cxnSpLocks/>
          </p:cNvCxnSpPr>
          <p:nvPr/>
        </p:nvCxnSpPr>
        <p:spPr>
          <a:xfrm>
            <a:off x="3946004" y="5585730"/>
            <a:ext cx="2942181" cy="0"/>
          </a:xfrm>
          <a:prstGeom prst="line">
            <a:avLst/>
          </a:prstGeom>
          <a:ln w="3175">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 name="그룹 21">
            <a:extLst>
              <a:ext uri="{FF2B5EF4-FFF2-40B4-BE49-F238E27FC236}">
                <a16:creationId xmlns="" xmlns:a16="http://schemas.microsoft.com/office/drawing/2014/main" id="{62E325F6-DC7F-4A4E-8723-7840F3478DE4}"/>
              </a:ext>
            </a:extLst>
          </p:cNvPr>
          <p:cNvGrpSpPr/>
          <p:nvPr/>
        </p:nvGrpSpPr>
        <p:grpSpPr>
          <a:xfrm>
            <a:off x="310185" y="750557"/>
            <a:ext cx="864167" cy="185630"/>
            <a:chOff x="266951" y="710204"/>
            <a:chExt cx="993277" cy="213364"/>
          </a:xfrm>
        </p:grpSpPr>
        <p:sp>
          <p:nvSpPr>
            <p:cNvPr id="153" name="TextBox 152">
              <a:extLst>
                <a:ext uri="{FF2B5EF4-FFF2-40B4-BE49-F238E27FC236}">
                  <a16:creationId xmlns="" xmlns:a16="http://schemas.microsoft.com/office/drawing/2014/main" id="{72EBB262-8287-494C-8729-325CCDB462B0}"/>
                </a:ext>
              </a:extLst>
            </p:cNvPr>
            <p:cNvSpPr txBox="1"/>
            <p:nvPr/>
          </p:nvSpPr>
          <p:spPr>
            <a:xfrm>
              <a:off x="266951" y="711311"/>
              <a:ext cx="213205" cy="212257"/>
            </a:xfrm>
            <a:prstGeom prst="rect">
              <a:avLst/>
            </a:prstGeom>
            <a:solidFill>
              <a:srgbClr val="C00000"/>
            </a:solidFill>
          </p:spPr>
          <p:txBody>
            <a:bodyPr wrap="square" lIns="36000" tIns="0" rIns="36000" bIns="0" rtlCol="0">
              <a:spAutoFit/>
            </a:bodyPr>
            <a:lstStyle/>
            <a:p>
              <a:pPr algn="ctr"/>
              <a:r>
                <a:rPr lang="en-US" altLang="ko-KR" sz="1200" b="1" dirty="0">
                  <a:solidFill>
                    <a:schemeClr val="bg1"/>
                  </a:solidFill>
                  <a:latin typeface="Times New Roman" pitchFamily="18" charset="0"/>
                  <a:ea typeface="Nanum Gothic" panose="020D0604000000000000" pitchFamily="34" charset="-127"/>
                  <a:cs typeface="Times New Roman" pitchFamily="18" charset="0"/>
                </a:rPr>
                <a:t>T</a:t>
              </a:r>
              <a:endParaRPr lang="ko-KR" altLang="en-US" sz="1200" b="1" dirty="0">
                <a:solidFill>
                  <a:schemeClr val="bg1"/>
                </a:solidFill>
                <a:latin typeface="Times New Roman" pitchFamily="18" charset="0"/>
                <a:ea typeface="Nanum Gothic" panose="020D0604000000000000" pitchFamily="34" charset="-127"/>
                <a:cs typeface="Times New Roman" pitchFamily="18" charset="0"/>
              </a:endParaRPr>
            </a:p>
          </p:txBody>
        </p:sp>
        <p:sp>
          <p:nvSpPr>
            <p:cNvPr id="88" name="TextBox 87">
              <a:extLst>
                <a:ext uri="{FF2B5EF4-FFF2-40B4-BE49-F238E27FC236}">
                  <a16:creationId xmlns="" xmlns:a16="http://schemas.microsoft.com/office/drawing/2014/main" id="{829ECABB-6336-3346-A5B9-5108B3D7E6AB}"/>
                </a:ext>
              </a:extLst>
            </p:cNvPr>
            <p:cNvSpPr txBox="1"/>
            <p:nvPr/>
          </p:nvSpPr>
          <p:spPr>
            <a:xfrm>
              <a:off x="362940" y="710204"/>
              <a:ext cx="897288" cy="212256"/>
            </a:xfrm>
            <a:prstGeom prst="rect">
              <a:avLst/>
            </a:prstGeom>
            <a:noFill/>
          </p:spPr>
          <p:txBody>
            <a:bodyPr wrap="square" lIns="36000" tIns="0" rIns="36000" bIns="0" rtlCol="0">
              <a:spAutoFit/>
            </a:bodyPr>
            <a:lstStyle/>
            <a:p>
              <a:pPr algn="ctr"/>
              <a:r>
                <a:rPr lang="en-US" altLang="ko-KR" sz="1200" b="1" dirty="0">
                  <a:latin typeface="Times New Roman" pitchFamily="18" charset="0"/>
                  <a:ea typeface="Nanum Gothic" panose="020D0604000000000000" pitchFamily="34" charset="-127"/>
                  <a:cs typeface="Times New Roman" pitchFamily="18" charset="0"/>
                </a:rPr>
                <a:t>BRIDGE</a:t>
              </a:r>
              <a:endParaRPr lang="ko-KR" altLang="en-US" sz="1200" b="1" dirty="0">
                <a:latin typeface="Times New Roman" pitchFamily="18" charset="0"/>
                <a:ea typeface="Nanum Gothic" panose="020D0604000000000000" pitchFamily="34" charset="-127"/>
                <a:cs typeface="Times New Roman" pitchFamily="18" charset="0"/>
              </a:endParaRPr>
            </a:p>
          </p:txBody>
        </p:sp>
      </p:grpSp>
      <p:sp>
        <p:nvSpPr>
          <p:cNvPr id="91" name="직사각형 90">
            <a:extLst>
              <a:ext uri="{FF2B5EF4-FFF2-40B4-BE49-F238E27FC236}">
                <a16:creationId xmlns="" xmlns:a16="http://schemas.microsoft.com/office/drawing/2014/main" id="{763F1B49-D132-8249-8EEA-D1C36406553C}"/>
              </a:ext>
            </a:extLst>
          </p:cNvPr>
          <p:cNvSpPr/>
          <p:nvPr/>
        </p:nvSpPr>
        <p:spPr>
          <a:xfrm>
            <a:off x="219014" y="630188"/>
            <a:ext cx="3223713" cy="42380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700">
              <a:solidFill>
                <a:schemeClr val="tx1"/>
              </a:solidFill>
              <a:latin typeface="Times New Roman" pitchFamily="18" charset="0"/>
              <a:ea typeface="Nanum Gothic" panose="020D0604000000000000" pitchFamily="34" charset="-127"/>
              <a:cs typeface="Times New Roman" pitchFamily="18" charset="0"/>
            </a:endParaRPr>
          </a:p>
        </p:txBody>
      </p:sp>
      <p:sp>
        <p:nvSpPr>
          <p:cNvPr id="42" name="타원 41">
            <a:extLst>
              <a:ext uri="{FF2B5EF4-FFF2-40B4-BE49-F238E27FC236}">
                <a16:creationId xmlns="" xmlns:a16="http://schemas.microsoft.com/office/drawing/2014/main" id="{3F6705EC-9BEC-6444-A589-BE0E38AFA150}"/>
              </a:ext>
            </a:extLst>
          </p:cNvPr>
          <p:cNvSpPr/>
          <p:nvPr/>
        </p:nvSpPr>
        <p:spPr>
          <a:xfrm>
            <a:off x="1111995" y="645616"/>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2</a:t>
            </a:r>
            <a:endParaRPr lang="ko-KR" altLang="en-US" sz="800" b="1" dirty="0">
              <a:latin typeface="Times New Roman" pitchFamily="18" charset="0"/>
              <a:ea typeface="나눔고딕" pitchFamily="50" charset="-127"/>
              <a:cs typeface="Times New Roman" pitchFamily="18" charset="0"/>
            </a:endParaRPr>
          </a:p>
        </p:txBody>
      </p:sp>
      <p:sp>
        <p:nvSpPr>
          <p:cNvPr id="92" name="TextBox 91">
            <a:extLst>
              <a:ext uri="{FF2B5EF4-FFF2-40B4-BE49-F238E27FC236}">
                <a16:creationId xmlns="" xmlns:a16="http://schemas.microsoft.com/office/drawing/2014/main" id="{58A6CC6F-90D4-7442-A655-02F3A53D49BF}"/>
              </a:ext>
            </a:extLst>
          </p:cNvPr>
          <p:cNvSpPr txBox="1"/>
          <p:nvPr/>
        </p:nvSpPr>
        <p:spPr>
          <a:xfrm>
            <a:off x="4010192" y="4911922"/>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12.27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95" name="TextBox 94">
            <a:extLst>
              <a:ext uri="{FF2B5EF4-FFF2-40B4-BE49-F238E27FC236}">
                <a16:creationId xmlns="" xmlns:a16="http://schemas.microsoft.com/office/drawing/2014/main" id="{3CF43A68-3638-BA40-86AB-33F29384F271}"/>
              </a:ext>
            </a:extLst>
          </p:cNvPr>
          <p:cNvSpPr txBox="1"/>
          <p:nvPr/>
        </p:nvSpPr>
        <p:spPr>
          <a:xfrm>
            <a:off x="4010192" y="5161622"/>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11.27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97" name="TextBox 96">
            <a:extLst>
              <a:ext uri="{FF2B5EF4-FFF2-40B4-BE49-F238E27FC236}">
                <a16:creationId xmlns="" xmlns:a16="http://schemas.microsoft.com/office/drawing/2014/main" id="{36340991-E862-EF44-ADA4-74F3B2C4C03E}"/>
              </a:ext>
            </a:extLst>
          </p:cNvPr>
          <p:cNvSpPr txBox="1"/>
          <p:nvPr/>
        </p:nvSpPr>
        <p:spPr>
          <a:xfrm>
            <a:off x="4011244" y="5708154"/>
            <a:ext cx="2760762" cy="415498"/>
          </a:xfrm>
          <a:prstGeom prst="rect">
            <a:avLst/>
          </a:prstGeom>
          <a:noFill/>
        </p:spPr>
        <p:txBody>
          <a:bodyPr wrap="square" rtlCol="0">
            <a:spAutoFit/>
          </a:bodyPr>
          <a:lstStyle/>
          <a:p>
            <a:pPr algn="ctr"/>
            <a:r>
              <a:rPr lang="en-US" altLang="ko-KR" sz="700" smtClean="0">
                <a:solidFill>
                  <a:schemeClr val="bg1">
                    <a:lumMod val="50000"/>
                  </a:schemeClr>
                </a:solidFill>
                <a:latin typeface="Times New Roman" pitchFamily="18" charset="0"/>
                <a:ea typeface="Nanum Gothic" panose="020D0604000000000000" pitchFamily="34" charset="-127"/>
                <a:cs typeface="Times New Roman" pitchFamily="18" charset="0"/>
              </a:rPr>
              <a:t>T-Bridge(</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주</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대표이사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a:t>
            </a:r>
          </a:p>
          <a:p>
            <a:pPr algn="ct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사업자 등록번호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000-00-00000</a:t>
            </a:r>
          </a:p>
          <a:p>
            <a:pPr algn="ct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서울시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00000</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p>
        </p:txBody>
      </p:sp>
      <p:sp>
        <p:nvSpPr>
          <p:cNvPr id="99" name="직사각형 98">
            <a:extLst>
              <a:ext uri="{FF2B5EF4-FFF2-40B4-BE49-F238E27FC236}">
                <a16:creationId xmlns="" xmlns:a16="http://schemas.microsoft.com/office/drawing/2014/main" id="{F2F95130-28E8-1F4E-98D1-94A0FCAF5B31}"/>
              </a:ext>
            </a:extLst>
          </p:cNvPr>
          <p:cNvSpPr/>
          <p:nvPr/>
        </p:nvSpPr>
        <p:spPr>
          <a:xfrm>
            <a:off x="5474637" y="6351930"/>
            <a:ext cx="611339" cy="163546"/>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rgbClr val="C00000"/>
                </a:solidFill>
                <a:latin typeface="Times New Roman" pitchFamily="18" charset="0"/>
                <a:ea typeface="Nanum Gothic" panose="020D0604000000000000" pitchFamily="34" charset="-127"/>
                <a:cs typeface="Times New Roman" pitchFamily="18" charset="0"/>
              </a:rPr>
              <a:t>PC</a:t>
            </a:r>
            <a:r>
              <a:rPr lang="ko-KR" altLang="en-US" sz="700" b="1" smtClean="0">
                <a:solidFill>
                  <a:srgbClr val="C00000"/>
                </a:solidFill>
                <a:latin typeface="Times New Roman" pitchFamily="18" charset="0"/>
                <a:ea typeface="Nanum Gothic" panose="020D0604000000000000" pitchFamily="34" charset="-127"/>
                <a:cs typeface="Times New Roman" pitchFamily="18" charset="0"/>
              </a:rPr>
              <a:t> </a:t>
            </a:r>
            <a:r>
              <a:rPr lang="en-US" altLang="ko-KR" sz="700" b="1" smtClean="0">
                <a:solidFill>
                  <a:srgbClr val="C00000"/>
                </a:solidFill>
                <a:latin typeface="Times New Roman" pitchFamily="18" charset="0"/>
                <a:ea typeface="Nanum Gothic" panose="020D0604000000000000" pitchFamily="34" charset="-127"/>
                <a:cs typeface="Times New Roman" pitchFamily="18" charset="0"/>
              </a:rPr>
              <a:t>version</a:t>
            </a:r>
            <a:endParaRPr lang="ko-KR" altLang="en-US" sz="7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00" name="TextBox 99">
            <a:extLst>
              <a:ext uri="{FF2B5EF4-FFF2-40B4-BE49-F238E27FC236}">
                <a16:creationId xmlns="" xmlns:a16="http://schemas.microsoft.com/office/drawing/2014/main" id="{901D33A7-EB60-5F4E-8195-30BAD66A76D0}"/>
              </a:ext>
            </a:extLst>
          </p:cNvPr>
          <p:cNvSpPr txBox="1"/>
          <p:nvPr/>
        </p:nvSpPr>
        <p:spPr>
          <a:xfrm>
            <a:off x="4070348" y="6151874"/>
            <a:ext cx="2760762" cy="200055"/>
          </a:xfrm>
          <a:prstGeom prst="rect">
            <a:avLst/>
          </a:prstGeom>
          <a:noFill/>
        </p:spPr>
        <p:txBody>
          <a:bodyPr wrap="square" rtlCol="0">
            <a:spAutoFit/>
          </a:bodyPr>
          <a:lstStyle/>
          <a:p>
            <a:pPr algn="ctr"/>
            <a:r>
              <a:rPr lang="ko-KR" altLang="en-US" sz="700" smtClean="0">
                <a:solidFill>
                  <a:schemeClr val="bg1">
                    <a:lumMod val="50000"/>
                  </a:schemeClr>
                </a:solidFill>
                <a:latin typeface="Times New Roman" pitchFamily="18" charset="0"/>
                <a:ea typeface="Nanum Gothic" panose="020D0604000000000000" pitchFamily="34" charset="-127"/>
                <a:cs typeface="Times New Roman" pitchFamily="18" charset="0"/>
              </a:rPr>
              <a:t>⏐ </a:t>
            </a:r>
            <a:r>
              <a:rPr lang="en-US" altLang="ko-KR" sz="700" u="sng" smtClean="0">
                <a:solidFill>
                  <a:schemeClr val="bg1">
                    <a:lumMod val="50000"/>
                  </a:schemeClr>
                </a:solidFill>
                <a:latin typeface="Times New Roman" pitchFamily="18" charset="0"/>
                <a:ea typeface="Nanum Gothic" panose="020D0604000000000000" pitchFamily="34" charset="-127"/>
                <a:cs typeface="Times New Roman" pitchFamily="18" charset="0"/>
              </a:rPr>
              <a:t>Điều khoản sử dụng</a:t>
            </a:r>
            <a:r>
              <a:rPr lang="ko-KR" altLang="en-US" sz="700" smtClean="0">
                <a:solidFill>
                  <a:schemeClr val="bg1">
                    <a:lumMod val="50000"/>
                  </a:schemeClr>
                </a:solidFill>
                <a:latin typeface="Times New Roman" pitchFamily="18" charset="0"/>
                <a:ea typeface="Nanum Gothic" panose="020D0604000000000000" pitchFamily="34" charset="-127"/>
                <a:cs typeface="Times New Roman" pitchFamily="18" charset="0"/>
              </a:rPr>
              <a:t>   ⏐ </a:t>
            </a:r>
            <a:r>
              <a:rPr lang="en-US" altLang="ko-KR" sz="700" smtClean="0">
                <a:solidFill>
                  <a:schemeClr val="bg1">
                    <a:lumMod val="50000"/>
                  </a:schemeClr>
                </a:solidFill>
                <a:latin typeface="Times New Roman" pitchFamily="18" charset="0"/>
                <a:ea typeface="Nanum Gothic" panose="020D0604000000000000" pitchFamily="34" charset="-127"/>
                <a:cs typeface="Times New Roman" pitchFamily="18" charset="0"/>
              </a:rPr>
              <a:t>Chính sách sử dụng thông tin cá nhân</a:t>
            </a:r>
            <a:r>
              <a:rPr lang="ko-KR" altLang="en-US" sz="700" u="sng" smtClean="0">
                <a:solidFill>
                  <a:schemeClr val="bg1">
                    <a:lumMod val="50000"/>
                  </a:schemeClr>
                </a:solidFill>
                <a:latin typeface="Times New Roman" pitchFamily="18" charset="0"/>
                <a:ea typeface="Nanum Gothic" panose="020D0604000000000000" pitchFamily="34" charset="-127"/>
                <a:cs typeface="Times New Roman" pitchFamily="18" charset="0"/>
              </a:rPr>
              <a:t> </a:t>
            </a:r>
            <a:endParaRPr lang="ko-KR" altLang="en-US" sz="700" u="sng" dirty="0">
              <a:solidFill>
                <a:schemeClr val="bg1">
                  <a:lumMod val="50000"/>
                </a:schemeClr>
              </a:solidFill>
              <a:latin typeface="Times New Roman" pitchFamily="18" charset="0"/>
              <a:ea typeface="Nanum Gothic" panose="020D0604000000000000" pitchFamily="34" charset="-127"/>
              <a:cs typeface="Times New Roman" pitchFamily="18" charset="0"/>
            </a:endParaRPr>
          </a:p>
        </p:txBody>
      </p:sp>
      <p:sp>
        <p:nvSpPr>
          <p:cNvPr id="101" name="타원 100">
            <a:extLst>
              <a:ext uri="{FF2B5EF4-FFF2-40B4-BE49-F238E27FC236}">
                <a16:creationId xmlns="" xmlns:a16="http://schemas.microsoft.com/office/drawing/2014/main" id="{25C4556F-90A6-2141-BE2A-5DCE54DAFDB5}"/>
              </a:ext>
            </a:extLst>
          </p:cNvPr>
          <p:cNvSpPr/>
          <p:nvPr/>
        </p:nvSpPr>
        <p:spPr>
          <a:xfrm>
            <a:off x="528093" y="1657413"/>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5</a:t>
            </a:r>
            <a:endParaRPr lang="ko-KR" altLang="en-US" sz="800" b="1" dirty="0">
              <a:latin typeface="Times New Roman" pitchFamily="18" charset="0"/>
              <a:ea typeface="나눔고딕" pitchFamily="50" charset="-127"/>
              <a:cs typeface="Times New Roman" pitchFamily="18" charset="0"/>
            </a:endParaRPr>
          </a:p>
        </p:txBody>
      </p:sp>
      <p:sp>
        <p:nvSpPr>
          <p:cNvPr id="102" name="타원 101">
            <a:extLst>
              <a:ext uri="{FF2B5EF4-FFF2-40B4-BE49-F238E27FC236}">
                <a16:creationId xmlns="" xmlns:a16="http://schemas.microsoft.com/office/drawing/2014/main" id="{E64F311F-67FD-1E44-A2A5-17D8F59B981C}"/>
              </a:ext>
            </a:extLst>
          </p:cNvPr>
          <p:cNvSpPr/>
          <p:nvPr/>
        </p:nvSpPr>
        <p:spPr>
          <a:xfrm>
            <a:off x="135101" y="722202"/>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1</a:t>
            </a:r>
            <a:endParaRPr lang="ko-KR" altLang="en-US" sz="800" b="1" dirty="0">
              <a:latin typeface="Times New Roman" pitchFamily="18" charset="0"/>
              <a:ea typeface="나눔고딕" pitchFamily="50" charset="-127"/>
              <a:cs typeface="Times New Roman" pitchFamily="18" charset="0"/>
            </a:endParaRPr>
          </a:p>
        </p:txBody>
      </p:sp>
      <p:sp>
        <p:nvSpPr>
          <p:cNvPr id="103" name="타원 102">
            <a:extLst>
              <a:ext uri="{FF2B5EF4-FFF2-40B4-BE49-F238E27FC236}">
                <a16:creationId xmlns="" xmlns:a16="http://schemas.microsoft.com/office/drawing/2014/main" id="{1C5EC8F5-9B4A-2145-9EF1-BCF2C715F72D}"/>
              </a:ext>
            </a:extLst>
          </p:cNvPr>
          <p:cNvSpPr/>
          <p:nvPr/>
        </p:nvSpPr>
        <p:spPr>
          <a:xfrm>
            <a:off x="2122468" y="1655142"/>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6</a:t>
            </a:r>
            <a:endParaRPr lang="ko-KR" altLang="en-US" sz="800" b="1" dirty="0">
              <a:latin typeface="Times New Roman" pitchFamily="18" charset="0"/>
              <a:ea typeface="나눔고딕" pitchFamily="50" charset="-127"/>
              <a:cs typeface="Times New Roman" pitchFamily="18" charset="0"/>
            </a:endParaRPr>
          </a:p>
        </p:txBody>
      </p:sp>
      <p:sp>
        <p:nvSpPr>
          <p:cNvPr id="104" name="직사각형 103">
            <a:extLst>
              <a:ext uri="{FF2B5EF4-FFF2-40B4-BE49-F238E27FC236}">
                <a16:creationId xmlns="" xmlns:a16="http://schemas.microsoft.com/office/drawing/2014/main" id="{93E9BE33-836D-E249-AC22-7AD85A64B387}"/>
              </a:ext>
            </a:extLst>
          </p:cNvPr>
          <p:cNvSpPr/>
          <p:nvPr/>
        </p:nvSpPr>
        <p:spPr>
          <a:xfrm>
            <a:off x="682596" y="1630266"/>
            <a:ext cx="742012" cy="235828"/>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05" name="직사각형 104">
            <a:extLst>
              <a:ext uri="{FF2B5EF4-FFF2-40B4-BE49-F238E27FC236}">
                <a16:creationId xmlns="" xmlns:a16="http://schemas.microsoft.com/office/drawing/2014/main" id="{77C629D9-6883-5644-8E42-CB81AC1735A3}"/>
              </a:ext>
            </a:extLst>
          </p:cNvPr>
          <p:cNvSpPr/>
          <p:nvPr/>
        </p:nvSpPr>
        <p:spPr>
          <a:xfrm>
            <a:off x="2245636" y="1617946"/>
            <a:ext cx="742012" cy="235828"/>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19" name="왼쪽 중괄호[L] 118">
            <a:extLst>
              <a:ext uri="{FF2B5EF4-FFF2-40B4-BE49-F238E27FC236}">
                <a16:creationId xmlns="" xmlns:a16="http://schemas.microsoft.com/office/drawing/2014/main" id="{EBB1C89F-D862-4045-9604-2C063E88AD9F}"/>
              </a:ext>
            </a:extLst>
          </p:cNvPr>
          <p:cNvSpPr/>
          <p:nvPr/>
        </p:nvSpPr>
        <p:spPr>
          <a:xfrm rot="10800000">
            <a:off x="3487213" y="625311"/>
            <a:ext cx="216024" cy="428675"/>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25" name="TextBox 24">
            <a:extLst>
              <a:ext uri="{FF2B5EF4-FFF2-40B4-BE49-F238E27FC236}">
                <a16:creationId xmlns="" xmlns:a16="http://schemas.microsoft.com/office/drawing/2014/main" id="{E54541E5-0316-744B-A005-5B3E60CEFB9E}"/>
              </a:ext>
            </a:extLst>
          </p:cNvPr>
          <p:cNvSpPr txBox="1"/>
          <p:nvPr/>
        </p:nvSpPr>
        <p:spPr>
          <a:xfrm>
            <a:off x="3661529" y="745866"/>
            <a:ext cx="1806905" cy="246221"/>
          </a:xfrm>
          <a:prstGeom prst="rect">
            <a:avLst/>
          </a:prstGeom>
          <a:noFill/>
        </p:spPr>
        <p:txBody>
          <a:bodyPr wrap="none" rtlCol="0">
            <a:spAutoFit/>
          </a:bodyPr>
          <a:lstStyle/>
          <a:p>
            <a:r>
              <a:rPr kumimoji="1" lang="en-US" altLang="ko-KR" sz="1000" i="1" smtClean="0">
                <a:solidFill>
                  <a:srgbClr val="0070C0"/>
                </a:solidFill>
                <a:latin typeface="Times New Roman" pitchFamily="18" charset="0"/>
                <a:ea typeface="Nanum Gothic" panose="020D0604000000000000" pitchFamily="34" charset="-127"/>
                <a:cs typeface="Times New Roman" pitchFamily="18" charset="0"/>
              </a:rPr>
              <a:t>Vẫn cố định khi cuộn phía dưới</a:t>
            </a:r>
            <a:endParaRPr kumimoji="1" lang="ko-KR" altLang="en-US" sz="1000" i="1" dirty="0">
              <a:solidFill>
                <a:srgbClr val="0070C0"/>
              </a:solidFill>
              <a:latin typeface="Times New Roman" pitchFamily="18" charset="0"/>
              <a:ea typeface="Nanum Gothic" panose="020D0604000000000000" pitchFamily="34" charset="-127"/>
              <a:cs typeface="Times New Roman" pitchFamily="18" charset="0"/>
            </a:endParaRPr>
          </a:p>
        </p:txBody>
      </p:sp>
      <p:pic>
        <p:nvPicPr>
          <p:cNvPr id="73" name="Google Shape;393;p7"/>
          <p:cNvPicPr preferRelativeResize="0"/>
          <p:nvPr/>
        </p:nvPicPr>
        <p:blipFill rotWithShape="1">
          <a:blip r:embed="rId5">
            <a:alphaModFix/>
          </a:blip>
          <a:srcRect/>
          <a:stretch/>
        </p:blipFill>
        <p:spPr>
          <a:xfrm>
            <a:off x="3911297" y="1127424"/>
            <a:ext cx="1482523" cy="2399347"/>
          </a:xfrm>
          <a:prstGeom prst="rect">
            <a:avLst/>
          </a:prstGeom>
          <a:noFill/>
          <a:ln>
            <a:noFill/>
          </a:ln>
        </p:spPr>
      </p:pic>
      <p:pic>
        <p:nvPicPr>
          <p:cNvPr id="74" name="Google Shape;395;p7"/>
          <p:cNvPicPr preferRelativeResize="0"/>
          <p:nvPr/>
        </p:nvPicPr>
        <p:blipFill rotWithShape="1">
          <a:blip r:embed="rId6">
            <a:alphaModFix/>
          </a:blip>
          <a:srcRect/>
          <a:stretch/>
        </p:blipFill>
        <p:spPr>
          <a:xfrm>
            <a:off x="5651652" y="1157434"/>
            <a:ext cx="1414893" cy="2283595"/>
          </a:xfrm>
          <a:prstGeom prst="rect">
            <a:avLst/>
          </a:prstGeom>
          <a:noFill/>
          <a:ln>
            <a:noFill/>
          </a:ln>
        </p:spPr>
      </p:pic>
      <p:cxnSp>
        <p:nvCxnSpPr>
          <p:cNvPr id="75" name="Google Shape;396;p7"/>
          <p:cNvCxnSpPr/>
          <p:nvPr/>
        </p:nvCxnSpPr>
        <p:spPr>
          <a:xfrm rot="-5400000" flipH="1">
            <a:off x="3911442" y="558974"/>
            <a:ext cx="445500" cy="3035100"/>
          </a:xfrm>
          <a:prstGeom prst="curvedConnector2">
            <a:avLst/>
          </a:prstGeom>
          <a:noFill/>
          <a:ln w="9525" cap="flat" cmpd="sng">
            <a:solidFill>
              <a:srgbClr val="0070C0"/>
            </a:solidFill>
            <a:prstDash val="solid"/>
            <a:round/>
            <a:headEnd type="oval" w="med" len="med"/>
            <a:tailEnd type="triangle" w="med" len="med"/>
          </a:ln>
        </p:spPr>
      </p:cxnSp>
      <p:cxnSp>
        <p:nvCxnSpPr>
          <p:cNvPr id="76" name="Google Shape;394;p7"/>
          <p:cNvCxnSpPr/>
          <p:nvPr/>
        </p:nvCxnSpPr>
        <p:spPr>
          <a:xfrm rot="-5400000" flipH="1">
            <a:off x="2115452" y="804244"/>
            <a:ext cx="675300" cy="2799000"/>
          </a:xfrm>
          <a:prstGeom prst="curvedConnector2">
            <a:avLst/>
          </a:prstGeom>
          <a:noFill/>
          <a:ln w="9525" cap="flat" cmpd="sng">
            <a:solidFill>
              <a:srgbClr val="0070C0"/>
            </a:solidFill>
            <a:prstDash val="solid"/>
            <a:round/>
            <a:headEnd type="oval" w="med" len="med"/>
            <a:tailEnd type="triangle" w="med" len="med"/>
          </a:ln>
        </p:spPr>
      </p:cxnSp>
      <p:sp>
        <p:nvSpPr>
          <p:cNvPr id="77" name="Google Shape;397;p7"/>
          <p:cNvSpPr/>
          <p:nvPr/>
        </p:nvSpPr>
        <p:spPr>
          <a:xfrm>
            <a:off x="7965398" y="116632"/>
            <a:ext cx="1940602" cy="216024"/>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ko-KR" sz="800" smtClean="0">
                <a:solidFill>
                  <a:schemeClr val="lt1"/>
                </a:solidFill>
                <a:latin typeface="Times New Roman" pitchFamily="18" charset="0"/>
                <a:ea typeface="Malgun Gothic"/>
                <a:cs typeface="Times New Roman" pitchFamily="18" charset="0"/>
                <a:sym typeface="Malgun Gothic"/>
              </a:rPr>
              <a:t>Sửa chi tiết kết quả tìm kiếm</a:t>
            </a:r>
            <a:r>
              <a:rPr lang="ko-KR" sz="800" smtClean="0">
                <a:solidFill>
                  <a:schemeClr val="lt1"/>
                </a:solidFill>
                <a:latin typeface="Times New Roman" pitchFamily="18" charset="0"/>
                <a:ea typeface="Malgun Gothic"/>
                <a:cs typeface="Times New Roman" pitchFamily="18" charset="0"/>
                <a:sym typeface="Malgun Gothic"/>
              </a:rPr>
              <a:t> </a:t>
            </a:r>
            <a:r>
              <a:rPr lang="ko-KR" sz="800">
                <a:solidFill>
                  <a:schemeClr val="lt1"/>
                </a:solidFill>
                <a:latin typeface="Times New Roman" pitchFamily="18" charset="0"/>
                <a:ea typeface="Malgun Gothic"/>
                <a:cs typeface="Times New Roman" pitchFamily="18" charset="0"/>
                <a:sym typeface="Malgun Gothic"/>
              </a:rPr>
              <a:t>(7/3)</a:t>
            </a:r>
            <a:endParaRPr sz="800">
              <a:solidFill>
                <a:schemeClr val="lt1"/>
              </a:solidFill>
              <a:latin typeface="Times New Roman" pitchFamily="18" charset="0"/>
              <a:ea typeface="Malgun Gothic"/>
              <a:cs typeface="Times New Roman" pitchFamily="18" charset="0"/>
              <a:sym typeface="Malgun Gothic"/>
            </a:endParaRPr>
          </a:p>
        </p:txBody>
      </p:sp>
    </p:spTree>
    <p:extLst>
      <p:ext uri="{BB962C8B-B14F-4D97-AF65-F5344CB8AC3E}">
        <p14:creationId xmlns="" xmlns:p14="http://schemas.microsoft.com/office/powerpoint/2010/main" val="2910037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13">
            <a:extLst>
              <a:ext uri="{FF2B5EF4-FFF2-40B4-BE49-F238E27FC236}">
                <a16:creationId xmlns="" xmlns:a16="http://schemas.microsoft.com/office/drawing/2014/main" id="{C67B0FEB-BF29-CE48-A91B-106958018731}"/>
              </a:ext>
            </a:extLst>
          </p:cNvPr>
          <p:cNvGrpSpPr/>
          <p:nvPr/>
        </p:nvGrpSpPr>
        <p:grpSpPr>
          <a:xfrm>
            <a:off x="3703237" y="3933056"/>
            <a:ext cx="3250117" cy="2664296"/>
            <a:chOff x="3812378" y="2436988"/>
            <a:chExt cx="3456384" cy="5367922"/>
          </a:xfrm>
        </p:grpSpPr>
        <p:sp>
          <p:nvSpPr>
            <p:cNvPr id="48" name="직사각형 47">
              <a:extLst>
                <a:ext uri="{FF2B5EF4-FFF2-40B4-BE49-F238E27FC236}">
                  <a16:creationId xmlns="" xmlns:a16="http://schemas.microsoft.com/office/drawing/2014/main" id="{CA12A624-D984-2745-9178-E9FFB37D9316}"/>
                </a:ext>
              </a:extLst>
            </p:cNvPr>
            <p:cNvSpPr/>
            <p:nvPr/>
          </p:nvSpPr>
          <p:spPr>
            <a:xfrm>
              <a:off x="3971252" y="2436988"/>
              <a:ext cx="3297510" cy="5367922"/>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cxnSp>
          <p:nvCxnSpPr>
            <p:cNvPr id="65" name="직선 연결선[R] 64">
              <a:extLst>
                <a:ext uri="{FF2B5EF4-FFF2-40B4-BE49-F238E27FC236}">
                  <a16:creationId xmlns="" xmlns:a16="http://schemas.microsoft.com/office/drawing/2014/main" id="{AA3283A6-DA75-2A45-BA21-79533C5D5715}"/>
                </a:ext>
              </a:extLst>
            </p:cNvPr>
            <p:cNvCxnSpPr>
              <a:cxnSpLocks/>
            </p:cNvCxnSpPr>
            <p:nvPr/>
          </p:nvCxnSpPr>
          <p:spPr>
            <a:xfrm>
              <a:off x="3812378" y="2436988"/>
              <a:ext cx="3456384"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 name="그룹 12">
            <a:extLst>
              <a:ext uri="{FF2B5EF4-FFF2-40B4-BE49-F238E27FC236}">
                <a16:creationId xmlns="" xmlns:a16="http://schemas.microsoft.com/office/drawing/2014/main" id="{E61AEF09-253D-FF42-80C5-2E17817FBB4F}"/>
              </a:ext>
            </a:extLst>
          </p:cNvPr>
          <p:cNvGrpSpPr/>
          <p:nvPr/>
        </p:nvGrpSpPr>
        <p:grpSpPr>
          <a:xfrm>
            <a:off x="223825" y="1053987"/>
            <a:ext cx="3218903" cy="5471357"/>
            <a:chOff x="223825" y="1429266"/>
            <a:chExt cx="3456384" cy="3738062"/>
          </a:xfrm>
        </p:grpSpPr>
        <p:sp>
          <p:nvSpPr>
            <p:cNvPr id="93" name="직사각형 92">
              <a:extLst>
                <a:ext uri="{FF2B5EF4-FFF2-40B4-BE49-F238E27FC236}">
                  <a16:creationId xmlns="" xmlns:a16="http://schemas.microsoft.com/office/drawing/2014/main" id="{EB161DE0-B224-844A-8200-790428F7686A}"/>
                </a:ext>
              </a:extLst>
            </p:cNvPr>
            <p:cNvSpPr/>
            <p:nvPr/>
          </p:nvSpPr>
          <p:spPr>
            <a:xfrm>
              <a:off x="223825" y="1429266"/>
              <a:ext cx="3456384" cy="3738062"/>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700">
                <a:solidFill>
                  <a:schemeClr val="tx1"/>
                </a:solidFill>
                <a:latin typeface="Times New Roman" pitchFamily="18" charset="0"/>
                <a:ea typeface="Nanum Gothic" panose="020D0604000000000000" pitchFamily="34" charset="-127"/>
                <a:cs typeface="Times New Roman" pitchFamily="18" charset="0"/>
              </a:endParaRPr>
            </a:p>
          </p:txBody>
        </p:sp>
        <p:cxnSp>
          <p:nvCxnSpPr>
            <p:cNvPr id="72" name="직선 연결선[R] 71">
              <a:extLst>
                <a:ext uri="{FF2B5EF4-FFF2-40B4-BE49-F238E27FC236}">
                  <a16:creationId xmlns="" xmlns:a16="http://schemas.microsoft.com/office/drawing/2014/main" id="{115847D2-F4B8-A848-9FEA-741A6ECDEB4A}"/>
                </a:ext>
              </a:extLst>
            </p:cNvPr>
            <p:cNvCxnSpPr>
              <a:cxnSpLocks/>
            </p:cNvCxnSpPr>
            <p:nvPr/>
          </p:nvCxnSpPr>
          <p:spPr>
            <a:xfrm>
              <a:off x="223825" y="5167328"/>
              <a:ext cx="3456384"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제목 1"/>
          <p:cNvSpPr>
            <a:spLocks noGrp="1"/>
          </p:cNvSpPr>
          <p:nvPr>
            <p:ph type="title"/>
          </p:nvPr>
        </p:nvSpPr>
        <p:spPr/>
        <p:txBody>
          <a:bodyPr/>
          <a:lstStyle/>
          <a:p>
            <a:r>
              <a:rPr lang="en-US" altLang="ko-KR" smtClean="0">
                <a:latin typeface="Times New Roman" pitchFamily="18" charset="0"/>
                <a:ea typeface="Nanum Gothic" panose="020D0604000000000000" pitchFamily="34" charset="-127"/>
                <a:cs typeface="Times New Roman" pitchFamily="18" charset="0"/>
              </a:rPr>
              <a:t>Main</a:t>
            </a:r>
            <a:endParaRPr lang="ko-KR" altLang="en-US" dirty="0">
              <a:latin typeface="Times New Roman" pitchFamily="18" charset="0"/>
              <a:ea typeface="Nanum Gothic" panose="020D0604000000000000" pitchFamily="34" charset="-127"/>
              <a:cs typeface="Times New Roman" pitchFamily="18" charset="0"/>
            </a:endParaRPr>
          </a:p>
        </p:txBody>
      </p:sp>
      <p:graphicFrame>
        <p:nvGraphicFramePr>
          <p:cNvPr id="89" name="표 88">
            <a:extLst>
              <a:ext uri="{FF2B5EF4-FFF2-40B4-BE49-F238E27FC236}">
                <a16:creationId xmlns="" xmlns:a16="http://schemas.microsoft.com/office/drawing/2014/main" id="{2C10C65E-0E9E-844F-B1E1-6039F2D08D34}"/>
              </a:ext>
            </a:extLst>
          </p:cNvPr>
          <p:cNvGraphicFramePr>
            <a:graphicFrameLocks noGrp="1"/>
          </p:cNvGraphicFramePr>
          <p:nvPr>
            <p:extLst>
              <p:ext uri="{D42A27DB-BD31-4B8C-83A1-F6EECF244321}">
                <p14:modId xmlns="" xmlns:p14="http://schemas.microsoft.com/office/powerpoint/2010/main" val="3261549302"/>
              </p:ext>
            </p:extLst>
          </p:nvPr>
        </p:nvGraphicFramePr>
        <p:xfrm>
          <a:off x="7473280" y="807470"/>
          <a:ext cx="2432720" cy="3330240"/>
        </p:xfrm>
        <a:graphic>
          <a:graphicData uri="http://schemas.openxmlformats.org/drawingml/2006/table">
            <a:tbl>
              <a:tblPr firstRow="1" bandRow="1">
                <a:tableStyleId>{5940675A-B579-460E-94D1-54222C63F5DA}</a:tableStyleId>
              </a:tblPr>
              <a:tblGrid>
                <a:gridCol w="203284">
                  <a:extLst>
                    <a:ext uri="{9D8B030D-6E8A-4147-A177-3AD203B41FA5}">
                      <a16:colId xmlns="" xmlns:a16="http://schemas.microsoft.com/office/drawing/2014/main" val="20000"/>
                    </a:ext>
                  </a:extLst>
                </a:gridCol>
                <a:gridCol w="2229436">
                  <a:extLst>
                    <a:ext uri="{9D8B030D-6E8A-4147-A177-3AD203B41FA5}">
                      <a16:colId xmlns="" xmlns:a16="http://schemas.microsoft.com/office/drawing/2014/main" val="20001"/>
                    </a:ext>
                  </a:extLst>
                </a:gridCol>
              </a:tblGrid>
              <a:tr h="140794">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7</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Tình hình bán vé:</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Toàn bộ dữ liệu hôm qua</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566616846"/>
                  </a:ext>
                </a:extLst>
              </a:tr>
              <a:tr h="140794">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8</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Tình hình bán vé:</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Dữ liệu hôm nay (đến thời điểm hiện tại)</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2587119253"/>
                  </a:ext>
                </a:extLst>
              </a:tr>
              <a:tr h="140794">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9</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bấm thì di chuyển sang danh sách quản lý đơn hàng</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2792747475"/>
                  </a:ext>
                </a:extLst>
              </a:tr>
              <a:tr h="0">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10</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Biểu đồ so sánh “dữ liệu 7 ngày gần nhất, bao gồm hôm qua” và “dữ liệu 7 ngày trước đó”</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Giống với biểu đồ số lượng bán theo tuần ở menu Dashboard trên giao diện PC</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Bấm vào biểu đồ thì không có phản ứng gì</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545233379"/>
                  </a:ext>
                </a:extLst>
              </a:tr>
              <a:tr h="0">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11</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tiêu đề 5 thông báo gần nhất theo thứ tự từ mới  cũ</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Bấm vào thì hiển thị layer nội dung chi tiết của thông báo</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210346880"/>
                  </a:ext>
                </a:extLst>
              </a:tr>
              <a:tr h="0">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12</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layer điều khoản sử dụng</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4022091710"/>
                  </a:ext>
                </a:extLst>
              </a:tr>
              <a:tr h="0">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13</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layer chính sách sử dụng thông tin cá nhân</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72110360"/>
                  </a:ext>
                </a:extLst>
              </a:tr>
              <a:tr h="0">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14</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Logout và chuyển sang trang login</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623656491"/>
                  </a:ext>
                </a:extLst>
              </a:tr>
              <a:tr h="0">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15</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App</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Chạy giao diện web trên thiết bị và hiển thị giao diện login của PC version</a:t>
                      </a: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Mobile web</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Chuyển sang giao diện của PC version</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651866050"/>
                  </a:ext>
                </a:extLst>
              </a:tr>
            </a:tbl>
          </a:graphicData>
        </a:graphic>
      </p:graphicFrame>
      <p:sp>
        <p:nvSpPr>
          <p:cNvPr id="155" name="직사각형 154">
            <a:extLst>
              <a:ext uri="{FF2B5EF4-FFF2-40B4-BE49-F238E27FC236}">
                <a16:creationId xmlns="" xmlns:a16="http://schemas.microsoft.com/office/drawing/2014/main" id="{68890253-EF97-D34A-A33A-EDA2DD64AC1A}"/>
              </a:ext>
            </a:extLst>
          </p:cNvPr>
          <p:cNvSpPr/>
          <p:nvPr/>
        </p:nvSpPr>
        <p:spPr>
          <a:xfrm>
            <a:off x="1178294" y="718123"/>
            <a:ext cx="2174550" cy="254981"/>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ko-KR" sz="1050" smtClean="0">
                <a:solidFill>
                  <a:schemeClr val="bg1">
                    <a:lumMod val="75000"/>
                  </a:schemeClr>
                </a:solidFill>
                <a:latin typeface="Times New Roman" pitchFamily="18" charset="0"/>
                <a:ea typeface="Nanum Gothic" panose="020D0604000000000000" pitchFamily="34" charset="-127"/>
                <a:cs typeface="Times New Roman" pitchFamily="18" charset="0"/>
              </a:rPr>
              <a:t>Tìm tên/ số điện thoại/mã vé</a:t>
            </a: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pic>
        <p:nvPicPr>
          <p:cNvPr id="7" name="그림 6">
            <a:extLst>
              <a:ext uri="{FF2B5EF4-FFF2-40B4-BE49-F238E27FC236}">
                <a16:creationId xmlns="" xmlns:a16="http://schemas.microsoft.com/office/drawing/2014/main" id="{AF7F93BC-A3C3-884A-9C56-3A6BAAC261B6}"/>
              </a:ext>
            </a:extLst>
          </p:cNvPr>
          <p:cNvPicPr>
            <a:picLocks noChangeAspect="1"/>
          </p:cNvPicPr>
          <p:nvPr/>
        </p:nvPicPr>
        <p:blipFill>
          <a:blip r:embed="rId2" cstate="print"/>
          <a:stretch>
            <a:fillRect/>
          </a:stretch>
        </p:blipFill>
        <p:spPr>
          <a:xfrm>
            <a:off x="3112843" y="745692"/>
            <a:ext cx="196891" cy="196891"/>
          </a:xfrm>
          <a:prstGeom prst="rect">
            <a:avLst/>
          </a:prstGeom>
        </p:spPr>
      </p:pic>
      <p:sp>
        <p:nvSpPr>
          <p:cNvPr id="36" name="TextBox 35">
            <a:extLst>
              <a:ext uri="{FF2B5EF4-FFF2-40B4-BE49-F238E27FC236}">
                <a16:creationId xmlns="" xmlns:a16="http://schemas.microsoft.com/office/drawing/2014/main" id="{CD1E7185-70DA-744B-9543-1B134F2EBEDC}"/>
              </a:ext>
            </a:extLst>
          </p:cNvPr>
          <p:cNvSpPr txBox="1"/>
          <p:nvPr/>
        </p:nvSpPr>
        <p:spPr>
          <a:xfrm>
            <a:off x="345553" y="1200861"/>
            <a:ext cx="1179662" cy="307777"/>
          </a:xfrm>
          <a:prstGeom prst="rect">
            <a:avLst/>
          </a:prstGeom>
          <a:noFill/>
        </p:spPr>
        <p:txBody>
          <a:bodyPr wrap="square" rtlCol="0">
            <a:spAutoFit/>
          </a:bodyPr>
          <a:lstStyle/>
          <a:p>
            <a:pPr algn="ctr"/>
            <a:r>
              <a:rPr lang="ko-KR" altLang="en-US" sz="1400" b="1" dirty="0">
                <a:latin typeface="Times New Roman" pitchFamily="18" charset="0"/>
                <a:ea typeface="Nanum Gothic" panose="020D0604000000000000" pitchFamily="34" charset="-127"/>
                <a:cs typeface="Times New Roman" pitchFamily="18" charset="0"/>
              </a:rPr>
              <a:t>에버랜드 님</a:t>
            </a:r>
            <a:r>
              <a:rPr lang="en-US" altLang="ko-KR" sz="1400" b="1" dirty="0">
                <a:latin typeface="Times New Roman" pitchFamily="18" charset="0"/>
                <a:ea typeface="Nanum Gothic" panose="020D0604000000000000" pitchFamily="34" charset="-127"/>
                <a:cs typeface="Times New Roman" pitchFamily="18" charset="0"/>
              </a:rPr>
              <a:t>,</a:t>
            </a:r>
            <a:endParaRPr lang="ko-KR" altLang="en-US" sz="1400" b="1" dirty="0">
              <a:latin typeface="Times New Roman" pitchFamily="18" charset="0"/>
              <a:ea typeface="Nanum Gothic" panose="020D0604000000000000" pitchFamily="34" charset="-127"/>
              <a:cs typeface="Times New Roman" pitchFamily="18" charset="0"/>
            </a:endParaRPr>
          </a:p>
        </p:txBody>
      </p:sp>
      <p:sp>
        <p:nvSpPr>
          <p:cNvPr id="41" name="TextBox 40">
            <a:extLst>
              <a:ext uri="{FF2B5EF4-FFF2-40B4-BE49-F238E27FC236}">
                <a16:creationId xmlns="" xmlns:a16="http://schemas.microsoft.com/office/drawing/2014/main" id="{2D956A21-9311-204C-ABE8-436CE286F1B8}"/>
              </a:ext>
            </a:extLst>
          </p:cNvPr>
          <p:cNvSpPr txBox="1"/>
          <p:nvPr/>
        </p:nvSpPr>
        <p:spPr>
          <a:xfrm>
            <a:off x="2265569" y="1262416"/>
            <a:ext cx="793942" cy="215444"/>
          </a:xfrm>
          <a:prstGeom prst="rect">
            <a:avLst/>
          </a:prstGeom>
          <a:noFill/>
        </p:spPr>
        <p:txBody>
          <a:bodyPr wrap="square" rtlCol="0">
            <a:spAutoFit/>
          </a:bodyPr>
          <a:lstStyle/>
          <a:p>
            <a:pPr algn="ctr"/>
            <a:r>
              <a:rPr lang="ko-KR" altLang="en-US" sz="800" dirty="0">
                <a:latin typeface="Times New Roman" pitchFamily="18" charset="0"/>
                <a:ea typeface="Nanum Gothic" panose="020D0604000000000000" pitchFamily="34" charset="-127"/>
                <a:cs typeface="Times New Roman" pitchFamily="18" charset="0"/>
              </a:rPr>
              <a:t>최근 </a:t>
            </a:r>
            <a:r>
              <a:rPr lang="en-US" altLang="ko-KR" sz="800" dirty="0">
                <a:latin typeface="Times New Roman" pitchFamily="18" charset="0"/>
                <a:ea typeface="Nanum Gothic" panose="020D0604000000000000" pitchFamily="34" charset="-127"/>
                <a:cs typeface="Times New Roman" pitchFamily="18" charset="0"/>
              </a:rPr>
              <a:t>01:39</a:t>
            </a:r>
            <a:endParaRPr lang="ko-KR" altLang="en-US" sz="800" dirty="0">
              <a:latin typeface="Times New Roman" pitchFamily="18" charset="0"/>
              <a:ea typeface="Nanum Gothic" panose="020D0604000000000000" pitchFamily="34" charset="-127"/>
              <a:cs typeface="Times New Roman" pitchFamily="18" charset="0"/>
            </a:endParaRPr>
          </a:p>
        </p:txBody>
      </p:sp>
      <p:pic>
        <p:nvPicPr>
          <p:cNvPr id="3" name="그림 2">
            <a:extLst>
              <a:ext uri="{FF2B5EF4-FFF2-40B4-BE49-F238E27FC236}">
                <a16:creationId xmlns="" xmlns:a16="http://schemas.microsoft.com/office/drawing/2014/main" id="{E0C8D162-6FEF-EC42-84F7-1B782D515B52}"/>
              </a:ext>
            </a:extLst>
          </p:cNvPr>
          <p:cNvPicPr>
            <a:picLocks noChangeAspect="1"/>
          </p:cNvPicPr>
          <p:nvPr/>
        </p:nvPicPr>
        <p:blipFill>
          <a:blip r:embed="rId3" cstate="print"/>
          <a:stretch>
            <a:fillRect/>
          </a:stretch>
        </p:blipFill>
        <p:spPr>
          <a:xfrm>
            <a:off x="3061200" y="1262759"/>
            <a:ext cx="200003" cy="200003"/>
          </a:xfrm>
          <a:prstGeom prst="rect">
            <a:avLst/>
          </a:prstGeom>
        </p:spPr>
      </p:pic>
      <p:sp>
        <p:nvSpPr>
          <p:cNvPr id="66" name="TextBox 65">
            <a:extLst>
              <a:ext uri="{FF2B5EF4-FFF2-40B4-BE49-F238E27FC236}">
                <a16:creationId xmlns="" xmlns:a16="http://schemas.microsoft.com/office/drawing/2014/main" id="{2B9ADF2C-C78F-1240-96AD-8B051CD3AC0E}"/>
              </a:ext>
            </a:extLst>
          </p:cNvPr>
          <p:cNvSpPr txBox="1"/>
          <p:nvPr/>
        </p:nvSpPr>
        <p:spPr>
          <a:xfrm>
            <a:off x="416496" y="1584439"/>
            <a:ext cx="1368152" cy="469359"/>
          </a:xfrm>
          <a:prstGeom prst="rect">
            <a:avLst/>
          </a:prstGeom>
          <a:noFill/>
        </p:spPr>
        <p:txBody>
          <a:bodyPr wrap="square" rtlCol="0">
            <a:spAutoFit/>
          </a:bodyPr>
          <a:lstStyle/>
          <a:p>
            <a:pPr algn="ctr"/>
            <a:r>
              <a:rPr kumimoji="1" lang="en-US" altLang="ko-KR" sz="1400" b="1" u="sng">
                <a:latin typeface="Times New Roman" pitchFamily="18" charset="0"/>
                <a:ea typeface="Nanum Gothic" panose="020D0604000000000000" pitchFamily="34" charset="-127"/>
                <a:cs typeface="Times New Roman" pitchFamily="18" charset="0"/>
              </a:rPr>
              <a:t>60 </a:t>
            </a:r>
            <a:r>
              <a:rPr kumimoji="1" lang="en-US" altLang="ko-KR" sz="1400" b="1" u="sng" smtClean="0">
                <a:latin typeface="Times New Roman" pitchFamily="18" charset="0"/>
                <a:ea typeface="Nanum Gothic" panose="020D0604000000000000" pitchFamily="34" charset="-127"/>
                <a:cs typeface="Times New Roman" pitchFamily="18" charset="0"/>
              </a:rPr>
              <a:t>kết quả</a:t>
            </a:r>
            <a:endParaRPr kumimoji="1" lang="en-US" altLang="ko-KR" sz="1400" b="1" u="sng" dirty="0">
              <a:latin typeface="Times New Roman" pitchFamily="18" charset="0"/>
              <a:ea typeface="Nanum Gothic" panose="020D0604000000000000" pitchFamily="34" charset="-127"/>
              <a:cs typeface="Times New Roman" pitchFamily="18" charset="0"/>
            </a:endParaRPr>
          </a:p>
          <a:p>
            <a:pPr algn="ctr"/>
            <a:r>
              <a:rPr kumimoji="1" lang="en-US" altLang="ko-KR" sz="1050" b="1" smtClean="0">
                <a:latin typeface="Times New Roman" pitchFamily="18" charset="0"/>
                <a:ea typeface="Nanum Gothic" panose="020D0604000000000000" pitchFamily="34" charset="-127"/>
                <a:cs typeface="Times New Roman" pitchFamily="18" charset="0"/>
              </a:rPr>
              <a:t>Vé chưa sử dụng</a:t>
            </a:r>
            <a:endParaRPr kumimoji="1" lang="en-US" altLang="ko-KR" sz="1400" b="1" dirty="0">
              <a:latin typeface="Times New Roman" pitchFamily="18" charset="0"/>
              <a:ea typeface="Nanum Gothic" panose="020D0604000000000000" pitchFamily="34" charset="-127"/>
              <a:cs typeface="Times New Roman" pitchFamily="18" charset="0"/>
            </a:endParaRPr>
          </a:p>
        </p:txBody>
      </p:sp>
      <p:sp>
        <p:nvSpPr>
          <p:cNvPr id="47" name="TextBox 46">
            <a:extLst>
              <a:ext uri="{FF2B5EF4-FFF2-40B4-BE49-F238E27FC236}">
                <a16:creationId xmlns="" xmlns:a16="http://schemas.microsoft.com/office/drawing/2014/main" id="{BB19FF7E-724C-2D4D-8487-1A565E3F3F4C}"/>
              </a:ext>
            </a:extLst>
          </p:cNvPr>
          <p:cNvSpPr txBox="1"/>
          <p:nvPr/>
        </p:nvSpPr>
        <p:spPr>
          <a:xfrm>
            <a:off x="1928664" y="1598636"/>
            <a:ext cx="1368152" cy="469359"/>
          </a:xfrm>
          <a:prstGeom prst="rect">
            <a:avLst/>
          </a:prstGeom>
          <a:noFill/>
        </p:spPr>
        <p:txBody>
          <a:bodyPr wrap="square" rtlCol="0">
            <a:spAutoFit/>
          </a:bodyPr>
          <a:lstStyle/>
          <a:p>
            <a:pPr algn="ctr"/>
            <a:r>
              <a:rPr kumimoji="1" lang="en-US" altLang="ko-KR" sz="1400" b="1" u="sng">
                <a:latin typeface="Times New Roman" pitchFamily="18" charset="0"/>
                <a:ea typeface="Nanum Gothic" panose="020D0604000000000000" pitchFamily="34" charset="-127"/>
                <a:cs typeface="Times New Roman" pitchFamily="18" charset="0"/>
              </a:rPr>
              <a:t>10 </a:t>
            </a:r>
            <a:r>
              <a:rPr kumimoji="1" lang="en-US" altLang="ko-KR" sz="1400" b="1" u="sng" smtClean="0">
                <a:latin typeface="Times New Roman" pitchFamily="18" charset="0"/>
                <a:ea typeface="Nanum Gothic" panose="020D0604000000000000" pitchFamily="34" charset="-127"/>
                <a:cs typeface="Times New Roman" pitchFamily="18" charset="0"/>
              </a:rPr>
              <a:t>kết quả</a:t>
            </a:r>
            <a:endParaRPr kumimoji="1" lang="en-US" altLang="ko-KR" sz="1400" b="1" u="sng" dirty="0">
              <a:latin typeface="Times New Roman" pitchFamily="18" charset="0"/>
              <a:ea typeface="Nanum Gothic" panose="020D0604000000000000" pitchFamily="34" charset="-127"/>
              <a:cs typeface="Times New Roman" pitchFamily="18" charset="0"/>
            </a:endParaRPr>
          </a:p>
          <a:p>
            <a:pPr algn="ctr"/>
            <a:r>
              <a:rPr kumimoji="1" lang="en-US" altLang="ko-KR" sz="1050" b="1" smtClean="0">
                <a:latin typeface="Times New Roman" pitchFamily="18" charset="0"/>
                <a:ea typeface="Nanum Gothic" panose="020D0604000000000000" pitchFamily="34" charset="-127"/>
                <a:cs typeface="Times New Roman" pitchFamily="18" charset="0"/>
              </a:rPr>
              <a:t>Câu hỏi chưa trả lời</a:t>
            </a:r>
            <a:endParaRPr kumimoji="1" lang="en-US" altLang="ko-KR" sz="1400" b="1" dirty="0">
              <a:latin typeface="Times New Roman" pitchFamily="18" charset="0"/>
              <a:ea typeface="Nanum Gothic" panose="020D0604000000000000" pitchFamily="34" charset="-127"/>
              <a:cs typeface="Times New Roman" pitchFamily="18" charset="0"/>
            </a:endParaRPr>
          </a:p>
        </p:txBody>
      </p:sp>
      <p:sp>
        <p:nvSpPr>
          <p:cNvPr id="37" name="직사각형 36">
            <a:extLst>
              <a:ext uri="{FF2B5EF4-FFF2-40B4-BE49-F238E27FC236}">
                <a16:creationId xmlns="" xmlns:a16="http://schemas.microsoft.com/office/drawing/2014/main" id="{7CDE39A9-3A7A-854A-AAD3-57B909C94452}"/>
              </a:ext>
            </a:extLst>
          </p:cNvPr>
          <p:cNvSpPr/>
          <p:nvPr/>
        </p:nvSpPr>
        <p:spPr>
          <a:xfrm>
            <a:off x="3972564" y="3963414"/>
            <a:ext cx="2854709" cy="1440159"/>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en-US" altLang="ko-KR" sz="1200" b="1" smtClean="0">
                <a:solidFill>
                  <a:schemeClr val="tx1"/>
                </a:solidFill>
                <a:latin typeface="Times New Roman" pitchFamily="18" charset="0"/>
                <a:ea typeface="Nanum Gothic" panose="020D0604000000000000" pitchFamily="34" charset="-127"/>
                <a:cs typeface="Times New Roman" pitchFamily="18" charset="0"/>
              </a:rPr>
              <a:t>Thông báo</a:t>
            </a:r>
            <a:endParaRPr lang="ko-KR" altLang="en-US" sz="12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38" name="TextBox 37">
            <a:extLst>
              <a:ext uri="{FF2B5EF4-FFF2-40B4-BE49-F238E27FC236}">
                <a16:creationId xmlns="" xmlns:a16="http://schemas.microsoft.com/office/drawing/2014/main" id="{C3032864-2E5D-5C41-AC69-CDEF29D3B006}"/>
              </a:ext>
            </a:extLst>
          </p:cNvPr>
          <p:cNvSpPr txBox="1"/>
          <p:nvPr/>
        </p:nvSpPr>
        <p:spPr>
          <a:xfrm>
            <a:off x="4007407" y="4242622"/>
            <a:ext cx="230907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03.02  </a:t>
            </a:r>
            <a:r>
              <a:rPr lang="ko-KR" altLang="en-US" sz="900" u="sng" dirty="0">
                <a:latin typeface="Times New Roman" pitchFamily="18" charset="0"/>
                <a:ea typeface="Nanum Gothic" panose="020D0604000000000000" pitchFamily="34" charset="-127"/>
                <a:cs typeface="Times New Roman" pitchFamily="18" charset="0"/>
              </a:rPr>
              <a:t>수수료가 변경되었습니다</a:t>
            </a:r>
            <a:r>
              <a:rPr lang="en-US" altLang="ko-KR" sz="900" u="sng" dirty="0">
                <a:latin typeface="Times New Roman" pitchFamily="18" charset="0"/>
                <a:ea typeface="Nanum Gothic" panose="020D0604000000000000" pitchFamily="34" charset="-127"/>
                <a:cs typeface="Times New Roman" pitchFamily="18" charset="0"/>
              </a:rPr>
              <a:t>.</a:t>
            </a:r>
            <a:r>
              <a:rPr lang="ko-KR" altLang="en-US" sz="900" u="sng" dirty="0">
                <a:latin typeface="Times New Roman" pitchFamily="18" charset="0"/>
                <a:ea typeface="Nanum Gothic" panose="020D0604000000000000" pitchFamily="34" charset="-127"/>
                <a:cs typeface="Times New Roman" pitchFamily="18" charset="0"/>
              </a:rPr>
              <a:t> </a:t>
            </a:r>
            <a:endParaRPr lang="en-US" altLang="ko-KR" sz="900" u="sng" dirty="0">
              <a:latin typeface="Times New Roman" pitchFamily="18" charset="0"/>
              <a:ea typeface="Nanum Gothic" panose="020D0604000000000000" pitchFamily="34" charset="-127"/>
              <a:cs typeface="Times New Roman" pitchFamily="18" charset="0"/>
            </a:endParaRPr>
          </a:p>
        </p:txBody>
      </p:sp>
      <p:sp>
        <p:nvSpPr>
          <p:cNvPr id="39" name="TextBox 38">
            <a:extLst>
              <a:ext uri="{FF2B5EF4-FFF2-40B4-BE49-F238E27FC236}">
                <a16:creationId xmlns="" xmlns:a16="http://schemas.microsoft.com/office/drawing/2014/main" id="{D5AE94C2-E709-5144-8BDE-E1EDEE4EF761}"/>
              </a:ext>
            </a:extLst>
          </p:cNvPr>
          <p:cNvSpPr txBox="1"/>
          <p:nvPr/>
        </p:nvSpPr>
        <p:spPr>
          <a:xfrm>
            <a:off x="4007407" y="4462346"/>
            <a:ext cx="2760762"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02.28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(2.28 00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40" name="TextBox 39">
            <a:extLst>
              <a:ext uri="{FF2B5EF4-FFF2-40B4-BE49-F238E27FC236}">
                <a16:creationId xmlns="" xmlns:a16="http://schemas.microsoft.com/office/drawing/2014/main" id="{B9B6E15F-BEAE-A240-9C1F-7F9D924BDB63}"/>
              </a:ext>
            </a:extLst>
          </p:cNvPr>
          <p:cNvSpPr txBox="1"/>
          <p:nvPr/>
        </p:nvSpPr>
        <p:spPr>
          <a:xfrm>
            <a:off x="4010192" y="4685774"/>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01.27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69" name="직사각형 68">
            <a:extLst>
              <a:ext uri="{FF2B5EF4-FFF2-40B4-BE49-F238E27FC236}">
                <a16:creationId xmlns="" xmlns:a16="http://schemas.microsoft.com/office/drawing/2014/main" id="{E087E008-1E24-7742-A301-88595CE6F347}"/>
              </a:ext>
            </a:extLst>
          </p:cNvPr>
          <p:cNvSpPr/>
          <p:nvPr/>
        </p:nvSpPr>
        <p:spPr>
          <a:xfrm>
            <a:off x="454667" y="3703656"/>
            <a:ext cx="2770520" cy="332879"/>
          </a:xfrm>
          <a:prstGeom prst="rect">
            <a:avLst/>
          </a:prstGeom>
          <a:no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1000" b="1" smtClean="0">
                <a:solidFill>
                  <a:srgbClr val="C00000"/>
                </a:solidFill>
                <a:latin typeface="Times New Roman" pitchFamily="18" charset="0"/>
                <a:ea typeface="Nanum Gothic" panose="020D0604000000000000" pitchFamily="34" charset="-127"/>
                <a:cs typeface="Times New Roman" pitchFamily="18" charset="0"/>
              </a:rPr>
              <a:t>Xem toàn bộ đơn hàng</a:t>
            </a:r>
            <a:r>
              <a:rPr lang="ko-KR" altLang="en-US" sz="1000" b="1" smtClean="0">
                <a:solidFill>
                  <a:srgbClr val="C00000"/>
                </a:solidFill>
                <a:latin typeface="Times New Roman" pitchFamily="18" charset="0"/>
                <a:ea typeface="Nanum Gothic" panose="020D0604000000000000" pitchFamily="34" charset="-127"/>
                <a:cs typeface="Times New Roman" pitchFamily="18" charset="0"/>
              </a:rPr>
              <a:t> </a:t>
            </a:r>
            <a:r>
              <a:rPr lang="en-US" altLang="ko-KR" sz="1000" b="1" dirty="0">
                <a:solidFill>
                  <a:srgbClr val="C00000"/>
                </a:solidFill>
                <a:latin typeface="Times New Roman" pitchFamily="18" charset="0"/>
                <a:ea typeface="Nanum Gothic" panose="020D0604000000000000" pitchFamily="34" charset="-127"/>
                <a:cs typeface="Times New Roman" pitchFamily="18" charset="0"/>
              </a:rPr>
              <a:t>&gt; </a:t>
            </a:r>
            <a:endParaRPr lang="ko-KR" altLang="en-US" sz="1000" b="1" dirty="0">
              <a:solidFill>
                <a:srgbClr val="C00000"/>
              </a:solidFill>
              <a:latin typeface="Times New Roman" pitchFamily="18" charset="0"/>
              <a:ea typeface="Nanum Gothic" panose="020D0604000000000000" pitchFamily="34" charset="-127"/>
              <a:cs typeface="Times New Roman" pitchFamily="18" charset="0"/>
            </a:endParaRPr>
          </a:p>
        </p:txBody>
      </p:sp>
      <p:grpSp>
        <p:nvGrpSpPr>
          <p:cNvPr id="8" name="그룹 14">
            <a:extLst>
              <a:ext uri="{FF2B5EF4-FFF2-40B4-BE49-F238E27FC236}">
                <a16:creationId xmlns="" xmlns:a16="http://schemas.microsoft.com/office/drawing/2014/main" id="{6DF631EC-A61C-1E48-87CA-9E1062F7A0CE}"/>
              </a:ext>
            </a:extLst>
          </p:cNvPr>
          <p:cNvGrpSpPr/>
          <p:nvPr/>
        </p:nvGrpSpPr>
        <p:grpSpPr>
          <a:xfrm>
            <a:off x="400171" y="4707936"/>
            <a:ext cx="2787821" cy="1719425"/>
            <a:chOff x="4274265" y="3759740"/>
            <a:chExt cx="2358447" cy="1454603"/>
          </a:xfrm>
        </p:grpSpPr>
        <p:pic>
          <p:nvPicPr>
            <p:cNvPr id="59" name="그림 58">
              <a:extLst>
                <a:ext uri="{FF2B5EF4-FFF2-40B4-BE49-F238E27FC236}">
                  <a16:creationId xmlns="" xmlns:a16="http://schemas.microsoft.com/office/drawing/2014/main" id="{D0CB1592-B832-A64D-A289-6DCC9494E5FD}"/>
                </a:ext>
              </a:extLst>
            </p:cNvPr>
            <p:cNvPicPr>
              <a:picLocks noChangeAspect="1"/>
            </p:cNvPicPr>
            <p:nvPr/>
          </p:nvPicPr>
          <p:blipFill>
            <a:blip r:embed="rId4" cstate="print"/>
            <a:stretch>
              <a:fillRect/>
            </a:stretch>
          </p:blipFill>
          <p:spPr>
            <a:xfrm>
              <a:off x="4274265" y="3759740"/>
              <a:ext cx="2358447" cy="1454603"/>
            </a:xfrm>
            <a:prstGeom prst="rect">
              <a:avLst/>
            </a:prstGeom>
          </p:spPr>
        </p:pic>
        <p:sp>
          <p:nvSpPr>
            <p:cNvPr id="60" name="TextBox 59">
              <a:extLst>
                <a:ext uri="{FF2B5EF4-FFF2-40B4-BE49-F238E27FC236}">
                  <a16:creationId xmlns="" xmlns:a16="http://schemas.microsoft.com/office/drawing/2014/main" id="{C5434CB2-A516-EA42-B567-9311E2A65A12}"/>
                </a:ext>
              </a:extLst>
            </p:cNvPr>
            <p:cNvSpPr txBox="1"/>
            <p:nvPr/>
          </p:nvSpPr>
          <p:spPr>
            <a:xfrm>
              <a:off x="4399521" y="4903105"/>
              <a:ext cx="2199261" cy="143205"/>
            </a:xfrm>
            <a:prstGeom prst="rect">
              <a:avLst/>
            </a:prstGeom>
            <a:solidFill>
              <a:schemeClr val="bg1"/>
            </a:solidFill>
          </p:spPr>
          <p:txBody>
            <a:bodyPr wrap="square" rtlCol="0">
              <a:spAutoFit/>
            </a:bodyPr>
            <a:lstStyle/>
            <a:p>
              <a:pPr algn="ctr"/>
              <a:r>
                <a:rPr lang="en-US" altLang="ko-KR" sz="500" dirty="0">
                  <a:latin typeface="Times New Roman" pitchFamily="18" charset="0"/>
                  <a:cs typeface="Times New Roman" pitchFamily="18" charset="0"/>
                </a:rPr>
                <a:t>12/21     12/22     12/23     12/24     12/25     12/26       </a:t>
              </a:r>
              <a:r>
                <a:rPr lang="en-US" altLang="ko-KR" sz="500" b="1" dirty="0">
                  <a:latin typeface="Times New Roman" pitchFamily="18" charset="0"/>
                  <a:cs typeface="Times New Roman" pitchFamily="18" charset="0"/>
                </a:rPr>
                <a:t>12/27</a:t>
              </a:r>
              <a:endParaRPr lang="ko-KR" altLang="en-US" sz="500" b="1">
                <a:latin typeface="Times New Roman" pitchFamily="18" charset="0"/>
                <a:cs typeface="Times New Roman" pitchFamily="18" charset="0"/>
              </a:endParaRPr>
            </a:p>
          </p:txBody>
        </p:sp>
        <p:sp>
          <p:nvSpPr>
            <p:cNvPr id="61" name="직사각형 60">
              <a:extLst>
                <a:ext uri="{FF2B5EF4-FFF2-40B4-BE49-F238E27FC236}">
                  <a16:creationId xmlns="" xmlns:a16="http://schemas.microsoft.com/office/drawing/2014/main" id="{A47CA0A0-F881-144F-87AB-120A3710A6EF}"/>
                </a:ext>
              </a:extLst>
            </p:cNvPr>
            <p:cNvSpPr/>
            <p:nvPr/>
          </p:nvSpPr>
          <p:spPr>
            <a:xfrm>
              <a:off x="4713149" y="5085217"/>
              <a:ext cx="1851104" cy="104150"/>
            </a:xfrm>
            <a:prstGeom prst="rect">
              <a:avLst/>
            </a:prstGeom>
            <a:solidFill>
              <a:schemeClr val="bg1"/>
            </a:solidFill>
          </p:spPr>
          <p:txBody>
            <a:bodyPr wrap="square" lIns="0" tIns="0" rIns="0" bIns="0">
              <a:spAutoFit/>
            </a:bodyPr>
            <a:lstStyle/>
            <a:p>
              <a:r>
                <a:rPr lang="en-US" altLang="ko-KR" sz="800" smtClean="0">
                  <a:latin typeface="Times New Roman" pitchFamily="18" charset="0"/>
                  <a:ea typeface="나눔고딕" panose="020D0604000000000000" pitchFamily="50" charset="-127"/>
                  <a:cs typeface="Times New Roman" pitchFamily="18" charset="0"/>
                </a:rPr>
                <a:t>Tuần này</a:t>
              </a:r>
              <a:r>
                <a:rPr lang="ko-KR" altLang="en-US" sz="800" smtClean="0">
                  <a:latin typeface="Times New Roman" pitchFamily="18" charset="0"/>
                  <a:ea typeface="나눔고딕" panose="020D0604000000000000" pitchFamily="50" charset="-127"/>
                  <a:cs typeface="Times New Roman" pitchFamily="18" charset="0"/>
                </a:rPr>
                <a:t>                            </a:t>
              </a:r>
              <a:r>
                <a:rPr lang="en-US" altLang="ko-KR" sz="800" smtClean="0">
                  <a:latin typeface="Times New Roman" pitchFamily="18" charset="0"/>
                  <a:ea typeface="나눔고딕" panose="020D0604000000000000" pitchFamily="50" charset="-127"/>
                  <a:cs typeface="Times New Roman" pitchFamily="18" charset="0"/>
                </a:rPr>
                <a:t>Tuần trước</a:t>
              </a:r>
              <a:endParaRPr lang="ko-KR" altLang="en-US" sz="800" dirty="0">
                <a:latin typeface="Times New Roman" pitchFamily="18" charset="0"/>
                <a:ea typeface="나눔고딕" panose="020D0604000000000000" pitchFamily="50" charset="-127"/>
                <a:cs typeface="Times New Roman" pitchFamily="18" charset="0"/>
              </a:endParaRPr>
            </a:p>
          </p:txBody>
        </p:sp>
        <p:sp>
          <p:nvSpPr>
            <p:cNvPr id="62" name="직사각형 61">
              <a:extLst>
                <a:ext uri="{FF2B5EF4-FFF2-40B4-BE49-F238E27FC236}">
                  <a16:creationId xmlns="" xmlns:a16="http://schemas.microsoft.com/office/drawing/2014/main" id="{AC8A3494-10C0-1A42-AAFE-AECF9E1ECA1C}"/>
                </a:ext>
              </a:extLst>
            </p:cNvPr>
            <p:cNvSpPr/>
            <p:nvPr/>
          </p:nvSpPr>
          <p:spPr>
            <a:xfrm>
              <a:off x="4543599" y="5091128"/>
              <a:ext cx="150019"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itchFamily="18" charset="0"/>
                <a:cs typeface="Times New Roman" pitchFamily="18" charset="0"/>
              </a:endParaRPr>
            </a:p>
          </p:txBody>
        </p:sp>
        <p:sp>
          <p:nvSpPr>
            <p:cNvPr id="63" name="직사각형 62">
              <a:extLst>
                <a:ext uri="{FF2B5EF4-FFF2-40B4-BE49-F238E27FC236}">
                  <a16:creationId xmlns="" xmlns:a16="http://schemas.microsoft.com/office/drawing/2014/main" id="{1679584C-8681-F547-A529-9565B659D402}"/>
                </a:ext>
              </a:extLst>
            </p:cNvPr>
            <p:cNvSpPr/>
            <p:nvPr/>
          </p:nvSpPr>
          <p:spPr>
            <a:xfrm>
              <a:off x="5424523" y="5091128"/>
              <a:ext cx="150019" cy="762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itchFamily="18" charset="0"/>
                <a:cs typeface="Times New Roman" pitchFamily="18" charset="0"/>
              </a:endParaRPr>
            </a:p>
          </p:txBody>
        </p:sp>
      </p:grpSp>
      <p:sp>
        <p:nvSpPr>
          <p:cNvPr id="70" name="직사각형 69">
            <a:extLst>
              <a:ext uri="{FF2B5EF4-FFF2-40B4-BE49-F238E27FC236}">
                <a16:creationId xmlns="" xmlns:a16="http://schemas.microsoft.com/office/drawing/2014/main" id="{AFFC39C3-1006-314B-B094-3CC84DB6B9D8}"/>
              </a:ext>
            </a:extLst>
          </p:cNvPr>
          <p:cNvSpPr/>
          <p:nvPr/>
        </p:nvSpPr>
        <p:spPr>
          <a:xfrm>
            <a:off x="376147" y="1532072"/>
            <a:ext cx="1414410" cy="59510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sp>
        <p:nvSpPr>
          <p:cNvPr id="71" name="직사각형 70">
            <a:extLst>
              <a:ext uri="{FF2B5EF4-FFF2-40B4-BE49-F238E27FC236}">
                <a16:creationId xmlns="" xmlns:a16="http://schemas.microsoft.com/office/drawing/2014/main" id="{AAC2BAE9-0F90-E445-B358-06155B364027}"/>
              </a:ext>
            </a:extLst>
          </p:cNvPr>
          <p:cNvSpPr/>
          <p:nvPr/>
        </p:nvSpPr>
        <p:spPr>
          <a:xfrm>
            <a:off x="1949843" y="1534366"/>
            <a:ext cx="1338457" cy="59510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graphicFrame>
        <p:nvGraphicFramePr>
          <p:cNvPr id="5" name="표 4">
            <a:extLst>
              <a:ext uri="{FF2B5EF4-FFF2-40B4-BE49-F238E27FC236}">
                <a16:creationId xmlns="" xmlns:a16="http://schemas.microsoft.com/office/drawing/2014/main" id="{68675B5C-7EE7-8E4B-A825-EDA2DB23B658}"/>
              </a:ext>
            </a:extLst>
          </p:cNvPr>
          <p:cNvGraphicFramePr>
            <a:graphicFrameLocks noGrp="1"/>
          </p:cNvGraphicFramePr>
          <p:nvPr>
            <p:extLst>
              <p:ext uri="{D42A27DB-BD31-4B8C-83A1-F6EECF244321}">
                <p14:modId xmlns="" xmlns:p14="http://schemas.microsoft.com/office/powerpoint/2010/main" val="2546496849"/>
              </p:ext>
            </p:extLst>
          </p:nvPr>
        </p:nvGraphicFramePr>
        <p:xfrm>
          <a:off x="448882" y="2642929"/>
          <a:ext cx="2762407" cy="974406"/>
        </p:xfrm>
        <a:graphic>
          <a:graphicData uri="http://schemas.openxmlformats.org/drawingml/2006/table">
            <a:tbl>
              <a:tblPr/>
              <a:tblGrid>
                <a:gridCol w="946451">
                  <a:extLst>
                    <a:ext uri="{9D8B030D-6E8A-4147-A177-3AD203B41FA5}">
                      <a16:colId xmlns="" xmlns:a16="http://schemas.microsoft.com/office/drawing/2014/main" val="952546124"/>
                    </a:ext>
                  </a:extLst>
                </a:gridCol>
                <a:gridCol w="700221">
                  <a:extLst>
                    <a:ext uri="{9D8B030D-6E8A-4147-A177-3AD203B41FA5}">
                      <a16:colId xmlns="" xmlns:a16="http://schemas.microsoft.com/office/drawing/2014/main" val="90297832"/>
                    </a:ext>
                  </a:extLst>
                </a:gridCol>
                <a:gridCol w="207757">
                  <a:extLst>
                    <a:ext uri="{9D8B030D-6E8A-4147-A177-3AD203B41FA5}">
                      <a16:colId xmlns="" xmlns:a16="http://schemas.microsoft.com/office/drawing/2014/main" val="259899389"/>
                    </a:ext>
                  </a:extLst>
                </a:gridCol>
                <a:gridCol w="700221">
                  <a:extLst>
                    <a:ext uri="{9D8B030D-6E8A-4147-A177-3AD203B41FA5}">
                      <a16:colId xmlns="" xmlns:a16="http://schemas.microsoft.com/office/drawing/2014/main" val="3395975015"/>
                    </a:ext>
                  </a:extLst>
                </a:gridCol>
                <a:gridCol w="207757">
                  <a:extLst>
                    <a:ext uri="{9D8B030D-6E8A-4147-A177-3AD203B41FA5}">
                      <a16:colId xmlns="" xmlns:a16="http://schemas.microsoft.com/office/drawing/2014/main" val="213868304"/>
                    </a:ext>
                  </a:extLst>
                </a:gridCol>
              </a:tblGrid>
              <a:tr h="222634">
                <a:tc>
                  <a:txBody>
                    <a:bodyPr/>
                    <a:lstStyle/>
                    <a:p>
                      <a:pPr algn="l" fontAlgn="ctr"/>
                      <a:endPar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2">
                  <a:txBody>
                    <a:bodyPr/>
                    <a:lstStyle/>
                    <a:p>
                      <a:pPr algn="ctr" fontAlgn="ctr"/>
                      <a:r>
                        <a:rPr lang="en-US" altLang="ko-KR" sz="900" b="1" i="0" u="none" strike="noStrike" smtClean="0">
                          <a:solidFill>
                            <a:schemeClr val="bg1"/>
                          </a:solidFill>
                          <a:effectLst/>
                          <a:latin typeface="Times New Roman" pitchFamily="18" charset="0"/>
                          <a:ea typeface="맑은 고딕" panose="020B0503020000020004" pitchFamily="34" charset="-127"/>
                          <a:cs typeface="Times New Roman" pitchFamily="18" charset="0"/>
                        </a:rPr>
                        <a:t>Hqua</a:t>
                      </a:r>
                      <a:r>
                        <a:rPr lang="en-US" altLang="ko-KR" sz="900" b="1" i="0" u="none" strike="noStrike" baseline="0" smtClean="0">
                          <a:solidFill>
                            <a:schemeClr val="bg1"/>
                          </a:solidFill>
                          <a:effectLst/>
                          <a:latin typeface="Times New Roman" pitchFamily="18" charset="0"/>
                          <a:ea typeface="맑은 고딕" panose="020B0503020000020004" pitchFamily="34" charset="-127"/>
                          <a:cs typeface="Times New Roman" pitchFamily="18" charset="0"/>
                        </a:rPr>
                        <a:t> </a:t>
                      </a:r>
                      <a:r>
                        <a:rPr lang="en-US" altLang="ko-KR" sz="900" b="1" i="0" u="none" strike="noStrike" smtClean="0">
                          <a:solidFill>
                            <a:schemeClr val="bg1"/>
                          </a:solidFill>
                          <a:effectLst/>
                          <a:latin typeface="Times New Roman" pitchFamily="18" charset="0"/>
                          <a:ea typeface="맑은 고딕" panose="020B0503020000020004" pitchFamily="34" charset="-127"/>
                          <a:cs typeface="Times New Roman" pitchFamily="18" charset="0"/>
                        </a:rPr>
                        <a:t>(04.01</a:t>
                      </a:r>
                      <a:r>
                        <a:rPr lang="en-US" altLang="ko-KR" sz="900" b="1" i="0" u="none" strike="noStrike" dirty="0">
                          <a:solidFill>
                            <a:schemeClr val="bg1"/>
                          </a:solidFill>
                          <a:effectLst/>
                          <a:latin typeface="Times New Roman" pitchFamily="18" charset="0"/>
                          <a:ea typeface="맑은 고딕" panose="020B0503020000020004" pitchFamily="34" charset="-127"/>
                          <a:cs typeface="Times New Roman" pitchFamily="18" charset="0"/>
                        </a:rPr>
                        <a:t>)</a:t>
                      </a:r>
                    </a:p>
                  </a:txBody>
                  <a:tcPr marL="85157" marR="85157" marT="42579" marB="425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latinLnBrk="1"/>
                      <a:endParaRPr lang="ko-KR" altLang="en-US"/>
                    </a:p>
                  </a:txBody>
                  <a:tcPr/>
                </a:tc>
                <a:tc gridSpan="2">
                  <a:txBody>
                    <a:bodyPr/>
                    <a:lstStyle/>
                    <a:p>
                      <a:pPr algn="ctr" fontAlgn="ctr"/>
                      <a:r>
                        <a:rPr lang="en-US" altLang="ko-KR" sz="900" b="1" i="0" u="none" strike="noStrike" smtClean="0">
                          <a:solidFill>
                            <a:schemeClr val="bg1"/>
                          </a:solidFill>
                          <a:effectLst/>
                          <a:latin typeface="Times New Roman" pitchFamily="18" charset="0"/>
                          <a:ea typeface="맑은 고딕" panose="020B0503020000020004" pitchFamily="34" charset="-127"/>
                          <a:cs typeface="Times New Roman" pitchFamily="18" charset="0"/>
                        </a:rPr>
                        <a:t>Hnay</a:t>
                      </a:r>
                      <a:r>
                        <a:rPr lang="en-US" altLang="ko-KR" sz="900" b="1" i="0" u="none" strike="noStrike" baseline="0" smtClean="0">
                          <a:solidFill>
                            <a:schemeClr val="bg1"/>
                          </a:solidFill>
                          <a:effectLst/>
                          <a:latin typeface="Times New Roman" pitchFamily="18" charset="0"/>
                          <a:ea typeface="맑은 고딕" panose="020B0503020000020004" pitchFamily="34" charset="-127"/>
                          <a:cs typeface="Times New Roman" pitchFamily="18" charset="0"/>
                        </a:rPr>
                        <a:t> </a:t>
                      </a:r>
                      <a:r>
                        <a:rPr lang="en-US" altLang="ko-KR" sz="900" b="1" i="0" u="none" strike="noStrike" smtClean="0">
                          <a:solidFill>
                            <a:schemeClr val="bg1"/>
                          </a:solidFill>
                          <a:effectLst/>
                          <a:latin typeface="Times New Roman" pitchFamily="18" charset="0"/>
                          <a:ea typeface="맑은 고딕" panose="020B0503020000020004" pitchFamily="34" charset="-127"/>
                          <a:cs typeface="Times New Roman" pitchFamily="18" charset="0"/>
                        </a:rPr>
                        <a:t>(04.02</a:t>
                      </a:r>
                      <a:r>
                        <a:rPr lang="en-US" altLang="ko-KR" sz="900" b="1" i="0" u="none" strike="noStrike" dirty="0">
                          <a:solidFill>
                            <a:schemeClr val="bg1"/>
                          </a:solidFill>
                          <a:effectLst/>
                          <a:latin typeface="Times New Roman" pitchFamily="18" charset="0"/>
                          <a:ea typeface="맑은 고딕" panose="020B0503020000020004" pitchFamily="34" charset="-127"/>
                          <a:cs typeface="Times New Roman" pitchFamily="18" charset="0"/>
                        </a:rPr>
                        <a:t>)</a:t>
                      </a:r>
                    </a:p>
                  </a:txBody>
                  <a:tcPr marL="85157" marR="85157" marT="42579" marB="425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latinLnBrk="1"/>
                      <a:endParaRPr lang="ko-KR" altLang="en-US"/>
                    </a:p>
                  </a:txBody>
                  <a:tcPr/>
                </a:tc>
                <a:extLst>
                  <a:ext uri="{0D108BD9-81ED-4DB2-BD59-A6C34878D82A}">
                    <a16:rowId xmlns="" xmlns:a16="http://schemas.microsoft.com/office/drawing/2014/main" val="3890285501"/>
                  </a:ext>
                </a:extLst>
              </a:tr>
              <a:tr h="187943">
                <a:tc>
                  <a:txBody>
                    <a:bodyPr/>
                    <a:lstStyle/>
                    <a:p>
                      <a:pPr algn="l" fontAlgn="ctr"/>
                      <a:r>
                        <a:rPr lang="en-US" altLang="ko-KR" sz="900" b="1" i="0" u="none" strike="noStrike" smtClean="0">
                          <a:solidFill>
                            <a:srgbClr val="000000"/>
                          </a:solidFill>
                          <a:effectLst/>
                          <a:latin typeface="Times New Roman" pitchFamily="18" charset="0"/>
                          <a:ea typeface="맑은 고딕" panose="020B0503020000020004" pitchFamily="34" charset="-127"/>
                          <a:cs typeface="Times New Roman" pitchFamily="18" charset="0"/>
                        </a:rPr>
                        <a:t>Số</a:t>
                      </a:r>
                      <a:r>
                        <a:rPr lang="en-US" altLang="ko-KR" sz="900" b="1" i="0" u="none" strike="noStrike" baseline="0" smtClean="0">
                          <a:solidFill>
                            <a:srgbClr val="000000"/>
                          </a:solidFill>
                          <a:effectLst/>
                          <a:latin typeface="Times New Roman" pitchFamily="18" charset="0"/>
                          <a:ea typeface="맑은 고딕" panose="020B0503020000020004" pitchFamily="34" charset="-127"/>
                          <a:cs typeface="Times New Roman" pitchFamily="18" charset="0"/>
                        </a:rPr>
                        <a:t> tiền bán thực</a:t>
                      </a:r>
                      <a:endParaRPr lang="ko-KR" altLang="en-US" sz="900" b="1"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2,000,000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1,500,000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033295670"/>
                  </a:ext>
                </a:extLst>
              </a:tr>
              <a:tr h="187943">
                <a:tc>
                  <a:txBody>
                    <a:bodyPr/>
                    <a:lstStyle/>
                    <a:p>
                      <a:pPr algn="l" fontAlgn="ctr"/>
                      <a:r>
                        <a:rPr lang="en-US" altLang="ko-KR" sz="800" b="1" i="0" u="none" strike="noStrike" smtClean="0">
                          <a:solidFill>
                            <a:srgbClr val="000000"/>
                          </a:solidFill>
                          <a:effectLst/>
                          <a:latin typeface="Times New Roman" pitchFamily="18" charset="0"/>
                          <a:ea typeface="맑은 고딕" panose="020B0503020000020004" pitchFamily="34" charset="-127"/>
                          <a:cs typeface="Times New Roman" pitchFamily="18" charset="0"/>
                        </a:rPr>
                        <a:t>Số</a:t>
                      </a:r>
                      <a:r>
                        <a:rPr lang="en-US" altLang="ko-KR" sz="800" b="1" i="0" u="none" strike="noStrike" baseline="0" smtClean="0">
                          <a:solidFill>
                            <a:srgbClr val="000000"/>
                          </a:solidFill>
                          <a:effectLst/>
                          <a:latin typeface="Times New Roman" pitchFamily="18" charset="0"/>
                          <a:ea typeface="맑은 고딕" panose="020B0503020000020004" pitchFamily="34" charset="-127"/>
                          <a:cs typeface="Times New Roman" pitchFamily="18" charset="0"/>
                        </a:rPr>
                        <a:t> tiền xử lý sử dụng</a:t>
                      </a:r>
                      <a:endParaRPr lang="ko-KR" altLang="en-US" sz="800" b="1"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100,000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50,000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677613152"/>
                  </a:ext>
                </a:extLst>
              </a:tr>
              <a:tr h="187943">
                <a:tc>
                  <a:txBody>
                    <a:bodyPr/>
                    <a:lstStyle/>
                    <a:p>
                      <a:pPr algn="l" fontAlgn="ctr"/>
                      <a:r>
                        <a:rPr lang="en-US" altLang="ko-KR" sz="900" b="1" i="0" u="none" strike="noStrike" smtClean="0">
                          <a:solidFill>
                            <a:srgbClr val="000000"/>
                          </a:solidFill>
                          <a:effectLst/>
                          <a:latin typeface="Times New Roman" pitchFamily="18" charset="0"/>
                          <a:ea typeface="맑은 고딕" panose="020B0503020000020004" pitchFamily="34" charset="-127"/>
                          <a:cs typeface="Times New Roman" pitchFamily="18" charset="0"/>
                        </a:rPr>
                        <a:t>Số</a:t>
                      </a:r>
                      <a:r>
                        <a:rPr lang="en-US" altLang="ko-KR" sz="900" b="1" i="0" u="none" strike="noStrike" baseline="0" smtClean="0">
                          <a:solidFill>
                            <a:srgbClr val="000000"/>
                          </a:solidFill>
                          <a:effectLst/>
                          <a:latin typeface="Times New Roman" pitchFamily="18" charset="0"/>
                          <a:ea typeface="맑은 고딕" panose="020B0503020000020004" pitchFamily="34" charset="-127"/>
                          <a:cs typeface="Times New Roman" pitchFamily="18" charset="0"/>
                        </a:rPr>
                        <a:t> vé bán</a:t>
                      </a:r>
                      <a:endParaRPr lang="ko-KR" altLang="en-US" sz="900" b="1"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80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30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715718042"/>
                  </a:ext>
                </a:extLst>
              </a:tr>
              <a:tr h="187943">
                <a:tc>
                  <a:txBody>
                    <a:bodyPr/>
                    <a:lstStyle/>
                    <a:p>
                      <a:pPr algn="l" fontAlgn="ctr"/>
                      <a:r>
                        <a:rPr lang="en-US" altLang="ko-KR" sz="800" b="1" i="0" u="none" strike="noStrike" smtClean="0">
                          <a:solidFill>
                            <a:srgbClr val="000000"/>
                          </a:solidFill>
                          <a:effectLst/>
                          <a:latin typeface="Times New Roman" pitchFamily="18" charset="0"/>
                          <a:ea typeface="맑은 고딕" panose="020B0503020000020004" pitchFamily="34" charset="-127"/>
                          <a:cs typeface="Times New Roman" pitchFamily="18" charset="0"/>
                        </a:rPr>
                        <a:t>Số</a:t>
                      </a:r>
                      <a:r>
                        <a:rPr lang="en-US" altLang="ko-KR" sz="800" b="1" i="0" u="none" strike="noStrike" baseline="0" smtClean="0">
                          <a:solidFill>
                            <a:srgbClr val="000000"/>
                          </a:solidFill>
                          <a:effectLst/>
                          <a:latin typeface="Times New Roman" pitchFamily="18" charset="0"/>
                          <a:ea typeface="맑은 고딕" panose="020B0503020000020004" pitchFamily="34" charset="-127"/>
                          <a:cs typeface="Times New Roman" pitchFamily="18" charset="0"/>
                        </a:rPr>
                        <a:t> vé sử dụng xong</a:t>
                      </a:r>
                      <a:endParaRPr lang="ko-KR" altLang="en-US" sz="800" b="1" i="0" u="none" strike="noStrike">
                        <a:solidFill>
                          <a:srgbClr val="000000"/>
                        </a:solidFill>
                        <a:effectLst/>
                        <a:latin typeface="Times New Roman" pitchFamily="18" charset="0"/>
                        <a:ea typeface="맑은 고딕" panose="020B0503020000020004" pitchFamily="34" charset="-127"/>
                        <a:cs typeface="Times New Roman" pitchFamily="18" charset="0"/>
                      </a:endParaRP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Times New Roman" pitchFamily="18" charset="0"/>
                          <a:ea typeface="맑은 고딕" panose="020B0503020000020004" pitchFamily="34" charset="-127"/>
                          <a:cs typeface="Times New Roman" pitchFamily="18" charset="0"/>
                        </a:rPr>
                        <a:t>20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Times New Roman" pitchFamily="18" charset="0"/>
                          <a:ea typeface="맑은 고딕" panose="020B0503020000020004" pitchFamily="34" charset="-127"/>
                          <a:cs typeface="Times New Roman" pitchFamily="18" charset="0"/>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dirty="0">
                          <a:solidFill>
                            <a:srgbClr val="000000"/>
                          </a:solidFill>
                          <a:effectLst/>
                          <a:latin typeface="Times New Roman" pitchFamily="18" charset="0"/>
                          <a:ea typeface="맑은 고딕" panose="020B0503020000020004" pitchFamily="34" charset="-127"/>
                          <a:cs typeface="Times New Roman" pitchFamily="18" charset="0"/>
                        </a:rPr>
                        <a:t>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dirty="0">
                          <a:solidFill>
                            <a:srgbClr val="000000"/>
                          </a:solidFill>
                          <a:effectLst/>
                          <a:latin typeface="Times New Roman" pitchFamily="18" charset="0"/>
                          <a:ea typeface="맑은 고딕" panose="020B0503020000020004" pitchFamily="34" charset="-127"/>
                          <a:cs typeface="Times New Roman" pitchFamily="18" charset="0"/>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87530513"/>
                  </a:ext>
                </a:extLst>
              </a:tr>
            </a:tbl>
          </a:graphicData>
        </a:graphic>
      </p:graphicFrame>
      <p:sp>
        <p:nvSpPr>
          <p:cNvPr id="49" name="TextBox 48">
            <a:extLst>
              <a:ext uri="{FF2B5EF4-FFF2-40B4-BE49-F238E27FC236}">
                <a16:creationId xmlns="" xmlns:a16="http://schemas.microsoft.com/office/drawing/2014/main" id="{C9899BD5-6BA4-2C4C-B3CB-6DF0B6398BB9}"/>
              </a:ext>
            </a:extLst>
          </p:cNvPr>
          <p:cNvSpPr txBox="1"/>
          <p:nvPr/>
        </p:nvSpPr>
        <p:spPr>
          <a:xfrm>
            <a:off x="396879" y="2283419"/>
            <a:ext cx="1315761" cy="261610"/>
          </a:xfrm>
          <a:prstGeom prst="rect">
            <a:avLst/>
          </a:prstGeom>
          <a:noFill/>
        </p:spPr>
        <p:txBody>
          <a:bodyPr wrap="square" rtlCol="0">
            <a:spAutoFit/>
          </a:bodyPr>
          <a:lstStyle/>
          <a:p>
            <a:r>
              <a:rPr lang="en-US" altLang="ko-KR" sz="1100" b="1" smtClean="0">
                <a:latin typeface="Times New Roman" pitchFamily="18" charset="0"/>
                <a:ea typeface="Nanum Gothic" panose="020D0604000000000000" pitchFamily="34" charset="-127"/>
                <a:cs typeface="Times New Roman" pitchFamily="18" charset="0"/>
              </a:rPr>
              <a:t>Tình hình bán vé</a:t>
            </a:r>
            <a:endParaRPr lang="ko-KR" altLang="en-US" sz="1100" b="1" dirty="0">
              <a:latin typeface="Times New Roman" pitchFamily="18" charset="0"/>
              <a:ea typeface="Nanum Gothic" panose="020D0604000000000000" pitchFamily="34" charset="-127"/>
              <a:cs typeface="Times New Roman" pitchFamily="18" charset="0"/>
            </a:endParaRPr>
          </a:p>
        </p:txBody>
      </p:sp>
      <p:cxnSp>
        <p:nvCxnSpPr>
          <p:cNvPr id="9" name="직선 연결선[R] 8">
            <a:extLst>
              <a:ext uri="{FF2B5EF4-FFF2-40B4-BE49-F238E27FC236}">
                <a16:creationId xmlns="" xmlns:a16="http://schemas.microsoft.com/office/drawing/2014/main" id="{731EC9C4-C10A-8F45-8E9D-A26883AFE792}"/>
              </a:ext>
            </a:extLst>
          </p:cNvPr>
          <p:cNvCxnSpPr>
            <a:cxnSpLocks/>
          </p:cNvCxnSpPr>
          <p:nvPr/>
        </p:nvCxnSpPr>
        <p:spPr>
          <a:xfrm>
            <a:off x="432510" y="2541419"/>
            <a:ext cx="2727073" cy="1"/>
          </a:xfrm>
          <a:prstGeom prst="line">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 xmlns:a16="http://schemas.microsoft.com/office/drawing/2014/main" id="{B70EC143-ED82-A04D-8D01-BC7B7DCF555F}"/>
              </a:ext>
            </a:extLst>
          </p:cNvPr>
          <p:cNvSpPr txBox="1"/>
          <p:nvPr/>
        </p:nvSpPr>
        <p:spPr>
          <a:xfrm>
            <a:off x="357436" y="4255672"/>
            <a:ext cx="2114133" cy="261610"/>
          </a:xfrm>
          <a:prstGeom prst="rect">
            <a:avLst/>
          </a:prstGeom>
          <a:noFill/>
        </p:spPr>
        <p:txBody>
          <a:bodyPr wrap="square" rtlCol="0">
            <a:spAutoFit/>
          </a:bodyPr>
          <a:lstStyle/>
          <a:p>
            <a:r>
              <a:rPr lang="en-US" altLang="ko-KR" sz="1100" b="1" smtClean="0">
                <a:latin typeface="Times New Roman" pitchFamily="18" charset="0"/>
                <a:ea typeface="Nanum Gothic" panose="020D0604000000000000" pitchFamily="34" charset="-127"/>
                <a:cs typeface="Times New Roman" pitchFamily="18" charset="0"/>
              </a:rPr>
              <a:t>Biểu đồ số lượng bán theo tuần</a:t>
            </a:r>
            <a:endParaRPr lang="ko-KR" altLang="en-US" sz="1100" b="1" dirty="0">
              <a:latin typeface="Times New Roman" pitchFamily="18" charset="0"/>
              <a:ea typeface="Nanum Gothic" panose="020D0604000000000000" pitchFamily="34" charset="-127"/>
              <a:cs typeface="Times New Roman" pitchFamily="18" charset="0"/>
            </a:endParaRPr>
          </a:p>
        </p:txBody>
      </p:sp>
      <p:cxnSp>
        <p:nvCxnSpPr>
          <p:cNvPr id="64" name="직선 연결선[R] 63">
            <a:extLst>
              <a:ext uri="{FF2B5EF4-FFF2-40B4-BE49-F238E27FC236}">
                <a16:creationId xmlns="" xmlns:a16="http://schemas.microsoft.com/office/drawing/2014/main" id="{8CE0CB57-4935-F44D-BB4B-3A21EEB51DB1}"/>
              </a:ext>
            </a:extLst>
          </p:cNvPr>
          <p:cNvCxnSpPr>
            <a:cxnSpLocks/>
          </p:cNvCxnSpPr>
          <p:nvPr/>
        </p:nvCxnSpPr>
        <p:spPr>
          <a:xfrm>
            <a:off x="393067" y="4513672"/>
            <a:ext cx="2818222" cy="1"/>
          </a:xfrm>
          <a:prstGeom prst="line">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6" name="직사각형 85">
            <a:extLst>
              <a:ext uri="{FF2B5EF4-FFF2-40B4-BE49-F238E27FC236}">
                <a16:creationId xmlns="" xmlns:a16="http://schemas.microsoft.com/office/drawing/2014/main" id="{5FF15A04-5CCD-AD42-A16B-D1509C58D9D2}"/>
              </a:ext>
            </a:extLst>
          </p:cNvPr>
          <p:cNvSpPr/>
          <p:nvPr/>
        </p:nvSpPr>
        <p:spPr>
          <a:xfrm>
            <a:off x="4788580" y="6351930"/>
            <a:ext cx="611339" cy="163546"/>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Logout</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cxnSp>
        <p:nvCxnSpPr>
          <p:cNvPr id="87" name="직선 연결선[R] 86">
            <a:extLst>
              <a:ext uri="{FF2B5EF4-FFF2-40B4-BE49-F238E27FC236}">
                <a16:creationId xmlns="" xmlns:a16="http://schemas.microsoft.com/office/drawing/2014/main" id="{5BDE52D7-2901-AA48-98DA-7EFA961EC6E2}"/>
              </a:ext>
            </a:extLst>
          </p:cNvPr>
          <p:cNvCxnSpPr>
            <a:cxnSpLocks/>
          </p:cNvCxnSpPr>
          <p:nvPr/>
        </p:nvCxnSpPr>
        <p:spPr>
          <a:xfrm>
            <a:off x="3946004" y="5585730"/>
            <a:ext cx="2942181" cy="0"/>
          </a:xfrm>
          <a:prstGeom prst="line">
            <a:avLst/>
          </a:prstGeom>
          <a:ln w="3175">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 name="그룹 21">
            <a:extLst>
              <a:ext uri="{FF2B5EF4-FFF2-40B4-BE49-F238E27FC236}">
                <a16:creationId xmlns="" xmlns:a16="http://schemas.microsoft.com/office/drawing/2014/main" id="{62E325F6-DC7F-4A4E-8723-7840F3478DE4}"/>
              </a:ext>
            </a:extLst>
          </p:cNvPr>
          <p:cNvGrpSpPr/>
          <p:nvPr/>
        </p:nvGrpSpPr>
        <p:grpSpPr>
          <a:xfrm>
            <a:off x="310185" y="750557"/>
            <a:ext cx="864167" cy="185630"/>
            <a:chOff x="266951" y="710204"/>
            <a:chExt cx="993277" cy="213364"/>
          </a:xfrm>
        </p:grpSpPr>
        <p:sp>
          <p:nvSpPr>
            <p:cNvPr id="153" name="TextBox 152">
              <a:extLst>
                <a:ext uri="{FF2B5EF4-FFF2-40B4-BE49-F238E27FC236}">
                  <a16:creationId xmlns="" xmlns:a16="http://schemas.microsoft.com/office/drawing/2014/main" id="{72EBB262-8287-494C-8729-325CCDB462B0}"/>
                </a:ext>
              </a:extLst>
            </p:cNvPr>
            <p:cNvSpPr txBox="1"/>
            <p:nvPr/>
          </p:nvSpPr>
          <p:spPr>
            <a:xfrm>
              <a:off x="266951" y="711311"/>
              <a:ext cx="213205" cy="212257"/>
            </a:xfrm>
            <a:prstGeom prst="rect">
              <a:avLst/>
            </a:prstGeom>
            <a:solidFill>
              <a:srgbClr val="C00000"/>
            </a:solidFill>
          </p:spPr>
          <p:txBody>
            <a:bodyPr wrap="square" lIns="36000" tIns="0" rIns="36000" bIns="0" rtlCol="0">
              <a:spAutoFit/>
            </a:bodyPr>
            <a:lstStyle/>
            <a:p>
              <a:pPr algn="ctr"/>
              <a:r>
                <a:rPr lang="en-US" altLang="ko-KR" sz="1200" b="1" dirty="0">
                  <a:solidFill>
                    <a:schemeClr val="bg1"/>
                  </a:solidFill>
                  <a:latin typeface="Times New Roman" pitchFamily="18" charset="0"/>
                  <a:ea typeface="Nanum Gothic" panose="020D0604000000000000" pitchFamily="34" charset="-127"/>
                  <a:cs typeface="Times New Roman" pitchFamily="18" charset="0"/>
                </a:rPr>
                <a:t>T</a:t>
              </a:r>
              <a:endParaRPr lang="ko-KR" altLang="en-US" sz="1200" b="1" dirty="0">
                <a:solidFill>
                  <a:schemeClr val="bg1"/>
                </a:solidFill>
                <a:latin typeface="Times New Roman" pitchFamily="18" charset="0"/>
                <a:ea typeface="Nanum Gothic" panose="020D0604000000000000" pitchFamily="34" charset="-127"/>
                <a:cs typeface="Times New Roman" pitchFamily="18" charset="0"/>
              </a:endParaRPr>
            </a:p>
          </p:txBody>
        </p:sp>
        <p:sp>
          <p:nvSpPr>
            <p:cNvPr id="88" name="TextBox 87">
              <a:extLst>
                <a:ext uri="{FF2B5EF4-FFF2-40B4-BE49-F238E27FC236}">
                  <a16:creationId xmlns="" xmlns:a16="http://schemas.microsoft.com/office/drawing/2014/main" id="{829ECABB-6336-3346-A5B9-5108B3D7E6AB}"/>
                </a:ext>
              </a:extLst>
            </p:cNvPr>
            <p:cNvSpPr txBox="1"/>
            <p:nvPr/>
          </p:nvSpPr>
          <p:spPr>
            <a:xfrm>
              <a:off x="362940" y="710204"/>
              <a:ext cx="897288" cy="212256"/>
            </a:xfrm>
            <a:prstGeom prst="rect">
              <a:avLst/>
            </a:prstGeom>
            <a:noFill/>
          </p:spPr>
          <p:txBody>
            <a:bodyPr wrap="square" lIns="36000" tIns="0" rIns="36000" bIns="0" rtlCol="0">
              <a:spAutoFit/>
            </a:bodyPr>
            <a:lstStyle/>
            <a:p>
              <a:pPr algn="ctr"/>
              <a:r>
                <a:rPr lang="en-US" altLang="ko-KR" sz="1200" b="1" dirty="0">
                  <a:latin typeface="Times New Roman" pitchFamily="18" charset="0"/>
                  <a:ea typeface="Nanum Gothic" panose="020D0604000000000000" pitchFamily="34" charset="-127"/>
                  <a:cs typeface="Times New Roman" pitchFamily="18" charset="0"/>
                </a:rPr>
                <a:t>BRIDGE</a:t>
              </a:r>
              <a:endParaRPr lang="ko-KR" altLang="en-US" sz="1200" b="1" dirty="0">
                <a:latin typeface="Times New Roman" pitchFamily="18" charset="0"/>
                <a:ea typeface="Nanum Gothic" panose="020D0604000000000000" pitchFamily="34" charset="-127"/>
                <a:cs typeface="Times New Roman" pitchFamily="18" charset="0"/>
              </a:endParaRPr>
            </a:p>
          </p:txBody>
        </p:sp>
      </p:grpSp>
      <p:sp>
        <p:nvSpPr>
          <p:cNvPr id="91" name="직사각형 90">
            <a:extLst>
              <a:ext uri="{FF2B5EF4-FFF2-40B4-BE49-F238E27FC236}">
                <a16:creationId xmlns="" xmlns:a16="http://schemas.microsoft.com/office/drawing/2014/main" id="{763F1B49-D132-8249-8EEA-D1C36406553C}"/>
              </a:ext>
            </a:extLst>
          </p:cNvPr>
          <p:cNvSpPr/>
          <p:nvPr/>
        </p:nvSpPr>
        <p:spPr>
          <a:xfrm>
            <a:off x="219014" y="630188"/>
            <a:ext cx="3223713" cy="42380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700">
              <a:solidFill>
                <a:schemeClr val="tx1"/>
              </a:solidFill>
              <a:latin typeface="Times New Roman" pitchFamily="18" charset="0"/>
              <a:ea typeface="Nanum Gothic" panose="020D0604000000000000" pitchFamily="34" charset="-127"/>
              <a:cs typeface="Times New Roman" pitchFamily="18" charset="0"/>
            </a:endParaRPr>
          </a:p>
        </p:txBody>
      </p:sp>
      <p:sp>
        <p:nvSpPr>
          <p:cNvPr id="92" name="TextBox 91">
            <a:extLst>
              <a:ext uri="{FF2B5EF4-FFF2-40B4-BE49-F238E27FC236}">
                <a16:creationId xmlns="" xmlns:a16="http://schemas.microsoft.com/office/drawing/2014/main" id="{58A6CC6F-90D4-7442-A655-02F3A53D49BF}"/>
              </a:ext>
            </a:extLst>
          </p:cNvPr>
          <p:cNvSpPr txBox="1"/>
          <p:nvPr/>
        </p:nvSpPr>
        <p:spPr>
          <a:xfrm>
            <a:off x="4010192" y="4911922"/>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12.27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95" name="TextBox 94">
            <a:extLst>
              <a:ext uri="{FF2B5EF4-FFF2-40B4-BE49-F238E27FC236}">
                <a16:creationId xmlns="" xmlns:a16="http://schemas.microsoft.com/office/drawing/2014/main" id="{3CF43A68-3638-BA40-86AB-33F29384F271}"/>
              </a:ext>
            </a:extLst>
          </p:cNvPr>
          <p:cNvSpPr txBox="1"/>
          <p:nvPr/>
        </p:nvSpPr>
        <p:spPr>
          <a:xfrm>
            <a:off x="4010192" y="5161622"/>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11.27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97" name="TextBox 96">
            <a:extLst>
              <a:ext uri="{FF2B5EF4-FFF2-40B4-BE49-F238E27FC236}">
                <a16:creationId xmlns="" xmlns:a16="http://schemas.microsoft.com/office/drawing/2014/main" id="{36340991-E862-EF44-ADA4-74F3B2C4C03E}"/>
              </a:ext>
            </a:extLst>
          </p:cNvPr>
          <p:cNvSpPr txBox="1"/>
          <p:nvPr/>
        </p:nvSpPr>
        <p:spPr>
          <a:xfrm>
            <a:off x="4011244" y="5708154"/>
            <a:ext cx="2760762" cy="415498"/>
          </a:xfrm>
          <a:prstGeom prst="rect">
            <a:avLst/>
          </a:prstGeom>
          <a:noFill/>
        </p:spPr>
        <p:txBody>
          <a:bodyPr wrap="square" rtlCol="0">
            <a:spAutoFit/>
          </a:bodyPr>
          <a:lstStyle/>
          <a:p>
            <a:pPr algn="ctr"/>
            <a:r>
              <a:rPr lang="en-US" altLang="ko-KR" sz="700" smtClean="0">
                <a:solidFill>
                  <a:schemeClr val="bg1">
                    <a:lumMod val="50000"/>
                  </a:schemeClr>
                </a:solidFill>
                <a:latin typeface="Times New Roman" pitchFamily="18" charset="0"/>
                <a:ea typeface="Nanum Gothic" panose="020D0604000000000000" pitchFamily="34" charset="-127"/>
                <a:cs typeface="Times New Roman" pitchFamily="18" charset="0"/>
              </a:rPr>
              <a:t>T-Bridge(</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주</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대표이사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a:t>
            </a:r>
          </a:p>
          <a:p>
            <a:pPr algn="ct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사업자 등록번호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000-00-00000</a:t>
            </a:r>
          </a:p>
          <a:p>
            <a:pPr algn="ct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서울시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00000</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p>
        </p:txBody>
      </p:sp>
      <p:sp>
        <p:nvSpPr>
          <p:cNvPr id="99" name="직사각형 98">
            <a:extLst>
              <a:ext uri="{FF2B5EF4-FFF2-40B4-BE49-F238E27FC236}">
                <a16:creationId xmlns="" xmlns:a16="http://schemas.microsoft.com/office/drawing/2014/main" id="{F2F95130-28E8-1F4E-98D1-94A0FCAF5B31}"/>
              </a:ext>
            </a:extLst>
          </p:cNvPr>
          <p:cNvSpPr/>
          <p:nvPr/>
        </p:nvSpPr>
        <p:spPr>
          <a:xfrm>
            <a:off x="5474637" y="6351930"/>
            <a:ext cx="611339" cy="163546"/>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rgbClr val="C00000"/>
                </a:solidFill>
                <a:latin typeface="Times New Roman" pitchFamily="18" charset="0"/>
                <a:ea typeface="Nanum Gothic" panose="020D0604000000000000" pitchFamily="34" charset="-127"/>
                <a:cs typeface="Times New Roman" pitchFamily="18" charset="0"/>
              </a:rPr>
              <a:t>PC</a:t>
            </a:r>
            <a:r>
              <a:rPr lang="ko-KR" altLang="en-US" sz="700" b="1" smtClean="0">
                <a:solidFill>
                  <a:srgbClr val="C00000"/>
                </a:solidFill>
                <a:latin typeface="Times New Roman" pitchFamily="18" charset="0"/>
                <a:ea typeface="Nanum Gothic" panose="020D0604000000000000" pitchFamily="34" charset="-127"/>
                <a:cs typeface="Times New Roman" pitchFamily="18" charset="0"/>
              </a:rPr>
              <a:t> </a:t>
            </a:r>
            <a:r>
              <a:rPr lang="en-US" altLang="ko-KR" sz="700" b="1" smtClean="0">
                <a:solidFill>
                  <a:srgbClr val="C00000"/>
                </a:solidFill>
                <a:latin typeface="Times New Roman" pitchFamily="18" charset="0"/>
                <a:ea typeface="Nanum Gothic" panose="020D0604000000000000" pitchFamily="34" charset="-127"/>
                <a:cs typeface="Times New Roman" pitchFamily="18" charset="0"/>
              </a:rPr>
              <a:t>version</a:t>
            </a:r>
            <a:endParaRPr lang="ko-KR" altLang="en-US" sz="7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00" name="TextBox 99">
            <a:extLst>
              <a:ext uri="{FF2B5EF4-FFF2-40B4-BE49-F238E27FC236}">
                <a16:creationId xmlns="" xmlns:a16="http://schemas.microsoft.com/office/drawing/2014/main" id="{901D33A7-EB60-5F4E-8195-30BAD66A76D0}"/>
              </a:ext>
            </a:extLst>
          </p:cNvPr>
          <p:cNvSpPr txBox="1"/>
          <p:nvPr/>
        </p:nvSpPr>
        <p:spPr>
          <a:xfrm>
            <a:off x="4070348" y="6151874"/>
            <a:ext cx="2760762" cy="200055"/>
          </a:xfrm>
          <a:prstGeom prst="rect">
            <a:avLst/>
          </a:prstGeom>
          <a:noFill/>
        </p:spPr>
        <p:txBody>
          <a:bodyPr wrap="square" rtlCol="0">
            <a:spAutoFit/>
          </a:bodyPr>
          <a:lstStyle/>
          <a:p>
            <a:pPr algn="ctr"/>
            <a:r>
              <a:rPr lang="ko-KR" altLang="en-US" sz="700" smtClean="0">
                <a:solidFill>
                  <a:schemeClr val="bg1">
                    <a:lumMod val="50000"/>
                  </a:schemeClr>
                </a:solidFill>
                <a:latin typeface="Times New Roman" pitchFamily="18" charset="0"/>
                <a:ea typeface="Nanum Gothic" panose="020D0604000000000000" pitchFamily="34" charset="-127"/>
                <a:cs typeface="Times New Roman" pitchFamily="18" charset="0"/>
              </a:rPr>
              <a:t>⏐ </a:t>
            </a:r>
            <a:r>
              <a:rPr lang="en-US" altLang="ko-KR" sz="700" u="sng" smtClean="0">
                <a:solidFill>
                  <a:schemeClr val="bg1">
                    <a:lumMod val="50000"/>
                  </a:schemeClr>
                </a:solidFill>
                <a:latin typeface="Times New Roman" pitchFamily="18" charset="0"/>
                <a:ea typeface="Nanum Gothic" panose="020D0604000000000000" pitchFamily="34" charset="-127"/>
                <a:cs typeface="Times New Roman" pitchFamily="18" charset="0"/>
              </a:rPr>
              <a:t>Điều khoản sử dụng</a:t>
            </a:r>
            <a:r>
              <a:rPr lang="ko-KR" altLang="en-US" sz="700" smtClean="0">
                <a:solidFill>
                  <a:schemeClr val="bg1">
                    <a:lumMod val="50000"/>
                  </a:schemeClr>
                </a:solidFill>
                <a:latin typeface="Times New Roman" pitchFamily="18" charset="0"/>
                <a:ea typeface="Nanum Gothic" panose="020D0604000000000000" pitchFamily="34" charset="-127"/>
                <a:cs typeface="Times New Roman" pitchFamily="18" charset="0"/>
              </a:rPr>
              <a:t>   ⏐ </a:t>
            </a:r>
            <a:r>
              <a:rPr lang="en-US" altLang="ko-KR" sz="700" smtClean="0">
                <a:solidFill>
                  <a:schemeClr val="bg1">
                    <a:lumMod val="50000"/>
                  </a:schemeClr>
                </a:solidFill>
                <a:latin typeface="Times New Roman" pitchFamily="18" charset="0"/>
                <a:ea typeface="Nanum Gothic" panose="020D0604000000000000" pitchFamily="34" charset="-127"/>
                <a:cs typeface="Times New Roman" pitchFamily="18" charset="0"/>
              </a:rPr>
              <a:t>Chính sách sử dụng thông tin cá nhân</a:t>
            </a:r>
            <a:r>
              <a:rPr lang="ko-KR" altLang="en-US" sz="700" u="sng" smtClean="0">
                <a:solidFill>
                  <a:schemeClr val="bg1">
                    <a:lumMod val="50000"/>
                  </a:schemeClr>
                </a:solidFill>
                <a:latin typeface="Times New Roman" pitchFamily="18" charset="0"/>
                <a:ea typeface="Nanum Gothic" panose="020D0604000000000000" pitchFamily="34" charset="-127"/>
                <a:cs typeface="Times New Roman" pitchFamily="18" charset="0"/>
              </a:rPr>
              <a:t> </a:t>
            </a:r>
            <a:endParaRPr lang="ko-KR" altLang="en-US" sz="700" u="sng" dirty="0">
              <a:solidFill>
                <a:schemeClr val="bg1">
                  <a:lumMod val="50000"/>
                </a:schemeClr>
              </a:solidFill>
              <a:latin typeface="Times New Roman" pitchFamily="18" charset="0"/>
              <a:ea typeface="Nanum Gothic" panose="020D0604000000000000" pitchFamily="34" charset="-127"/>
              <a:cs typeface="Times New Roman" pitchFamily="18" charset="0"/>
            </a:endParaRPr>
          </a:p>
        </p:txBody>
      </p:sp>
      <p:sp>
        <p:nvSpPr>
          <p:cNvPr id="106" name="직사각형 105">
            <a:extLst>
              <a:ext uri="{FF2B5EF4-FFF2-40B4-BE49-F238E27FC236}">
                <a16:creationId xmlns="" xmlns:a16="http://schemas.microsoft.com/office/drawing/2014/main" id="{C9CBFAF3-F7C6-8648-AB4B-E7A54F1809D2}"/>
              </a:ext>
            </a:extLst>
          </p:cNvPr>
          <p:cNvSpPr/>
          <p:nvPr/>
        </p:nvSpPr>
        <p:spPr>
          <a:xfrm>
            <a:off x="1424608" y="2574954"/>
            <a:ext cx="821028" cy="1049367"/>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07" name="직사각형 106">
            <a:extLst>
              <a:ext uri="{FF2B5EF4-FFF2-40B4-BE49-F238E27FC236}">
                <a16:creationId xmlns="" xmlns:a16="http://schemas.microsoft.com/office/drawing/2014/main" id="{971EF33A-6A63-254C-A2EA-67713F6A7950}"/>
              </a:ext>
            </a:extLst>
          </p:cNvPr>
          <p:cNvSpPr/>
          <p:nvPr/>
        </p:nvSpPr>
        <p:spPr>
          <a:xfrm>
            <a:off x="2338555" y="2593461"/>
            <a:ext cx="821028" cy="1049367"/>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08" name="타원 107">
            <a:extLst>
              <a:ext uri="{FF2B5EF4-FFF2-40B4-BE49-F238E27FC236}">
                <a16:creationId xmlns="" xmlns:a16="http://schemas.microsoft.com/office/drawing/2014/main" id="{CBA5B027-7A57-9E47-8021-9D21A1F38265}"/>
              </a:ext>
            </a:extLst>
          </p:cNvPr>
          <p:cNvSpPr/>
          <p:nvPr/>
        </p:nvSpPr>
        <p:spPr>
          <a:xfrm>
            <a:off x="1338291" y="2489771"/>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7</a:t>
            </a:r>
            <a:endParaRPr lang="ko-KR" altLang="en-US" sz="800" b="1" dirty="0">
              <a:latin typeface="Times New Roman" pitchFamily="18" charset="0"/>
              <a:ea typeface="나눔고딕" pitchFamily="50" charset="-127"/>
              <a:cs typeface="Times New Roman" pitchFamily="18" charset="0"/>
            </a:endParaRPr>
          </a:p>
        </p:txBody>
      </p:sp>
      <p:sp>
        <p:nvSpPr>
          <p:cNvPr id="109" name="타원 108">
            <a:extLst>
              <a:ext uri="{FF2B5EF4-FFF2-40B4-BE49-F238E27FC236}">
                <a16:creationId xmlns="" xmlns:a16="http://schemas.microsoft.com/office/drawing/2014/main" id="{9710FCC6-25F8-1642-B796-009DD691CE68}"/>
              </a:ext>
            </a:extLst>
          </p:cNvPr>
          <p:cNvSpPr/>
          <p:nvPr/>
        </p:nvSpPr>
        <p:spPr>
          <a:xfrm>
            <a:off x="3089925" y="2522147"/>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8</a:t>
            </a:r>
            <a:endParaRPr lang="ko-KR" altLang="en-US" sz="800" b="1" dirty="0">
              <a:latin typeface="Times New Roman" pitchFamily="18" charset="0"/>
              <a:ea typeface="나눔고딕" pitchFamily="50" charset="-127"/>
              <a:cs typeface="Times New Roman" pitchFamily="18" charset="0"/>
            </a:endParaRPr>
          </a:p>
        </p:txBody>
      </p:sp>
      <p:sp>
        <p:nvSpPr>
          <p:cNvPr id="110" name="타원 109">
            <a:extLst>
              <a:ext uri="{FF2B5EF4-FFF2-40B4-BE49-F238E27FC236}">
                <a16:creationId xmlns="" xmlns:a16="http://schemas.microsoft.com/office/drawing/2014/main" id="{32E2E6F0-C76D-1047-B3DE-CD0430110DB6}"/>
              </a:ext>
            </a:extLst>
          </p:cNvPr>
          <p:cNvSpPr/>
          <p:nvPr/>
        </p:nvSpPr>
        <p:spPr>
          <a:xfrm>
            <a:off x="2471569" y="3950701"/>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9</a:t>
            </a:r>
            <a:endParaRPr lang="ko-KR" altLang="en-US" sz="800" b="1" dirty="0">
              <a:latin typeface="Times New Roman" pitchFamily="18" charset="0"/>
              <a:ea typeface="나눔고딕" pitchFamily="50" charset="-127"/>
              <a:cs typeface="Times New Roman" pitchFamily="18" charset="0"/>
            </a:endParaRPr>
          </a:p>
        </p:txBody>
      </p:sp>
      <p:sp>
        <p:nvSpPr>
          <p:cNvPr id="111" name="직사각형 110">
            <a:extLst>
              <a:ext uri="{FF2B5EF4-FFF2-40B4-BE49-F238E27FC236}">
                <a16:creationId xmlns="" xmlns:a16="http://schemas.microsoft.com/office/drawing/2014/main" id="{6D937469-DBDC-3747-B2E3-559C5529E2C9}"/>
              </a:ext>
            </a:extLst>
          </p:cNvPr>
          <p:cNvSpPr/>
          <p:nvPr/>
        </p:nvSpPr>
        <p:spPr>
          <a:xfrm>
            <a:off x="357436" y="4693178"/>
            <a:ext cx="2960901" cy="1799790"/>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12" name="타원 111">
            <a:extLst>
              <a:ext uri="{FF2B5EF4-FFF2-40B4-BE49-F238E27FC236}">
                <a16:creationId xmlns="" xmlns:a16="http://schemas.microsoft.com/office/drawing/2014/main" id="{4EE8B2A8-20FB-7349-8DBC-23C14053074A}"/>
              </a:ext>
            </a:extLst>
          </p:cNvPr>
          <p:cNvSpPr/>
          <p:nvPr/>
        </p:nvSpPr>
        <p:spPr>
          <a:xfrm>
            <a:off x="3248679" y="4621864"/>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b="1" dirty="0">
                <a:latin typeface="Times New Roman" pitchFamily="18" charset="0"/>
                <a:ea typeface="나눔고딕" pitchFamily="50" charset="-127"/>
                <a:cs typeface="Times New Roman" pitchFamily="18" charset="0"/>
              </a:rPr>
              <a:t>10</a:t>
            </a:r>
            <a:endParaRPr lang="ko-KR" altLang="en-US" sz="700" b="1" dirty="0">
              <a:latin typeface="Times New Roman" pitchFamily="18" charset="0"/>
              <a:ea typeface="나눔고딕" pitchFamily="50" charset="-127"/>
              <a:cs typeface="Times New Roman" pitchFamily="18" charset="0"/>
            </a:endParaRPr>
          </a:p>
        </p:txBody>
      </p:sp>
      <p:sp>
        <p:nvSpPr>
          <p:cNvPr id="113" name="직사각형 112">
            <a:extLst>
              <a:ext uri="{FF2B5EF4-FFF2-40B4-BE49-F238E27FC236}">
                <a16:creationId xmlns="" xmlns:a16="http://schemas.microsoft.com/office/drawing/2014/main" id="{646C5010-13F9-CE40-A43B-4DA24C6CAF59}"/>
              </a:ext>
            </a:extLst>
          </p:cNvPr>
          <p:cNvSpPr/>
          <p:nvPr/>
        </p:nvSpPr>
        <p:spPr>
          <a:xfrm>
            <a:off x="4070207" y="4242622"/>
            <a:ext cx="2411723" cy="1261232"/>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14" name="타원 113">
            <a:extLst>
              <a:ext uri="{FF2B5EF4-FFF2-40B4-BE49-F238E27FC236}">
                <a16:creationId xmlns="" xmlns:a16="http://schemas.microsoft.com/office/drawing/2014/main" id="{9DECF043-218A-964D-A64F-AC5E33E6B586}"/>
              </a:ext>
            </a:extLst>
          </p:cNvPr>
          <p:cNvSpPr/>
          <p:nvPr/>
        </p:nvSpPr>
        <p:spPr>
          <a:xfrm>
            <a:off x="6411749" y="4152286"/>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b="1" dirty="0">
                <a:latin typeface="Times New Roman" pitchFamily="18" charset="0"/>
                <a:ea typeface="나눔고딕" pitchFamily="50" charset="-127"/>
                <a:cs typeface="Times New Roman" pitchFamily="18" charset="0"/>
              </a:rPr>
              <a:t>11</a:t>
            </a:r>
            <a:endParaRPr lang="ko-KR" altLang="en-US" sz="700" b="1" dirty="0">
              <a:latin typeface="Times New Roman" pitchFamily="18" charset="0"/>
              <a:ea typeface="나눔고딕" pitchFamily="50" charset="-127"/>
              <a:cs typeface="Times New Roman" pitchFamily="18" charset="0"/>
            </a:endParaRPr>
          </a:p>
        </p:txBody>
      </p:sp>
      <p:sp>
        <p:nvSpPr>
          <p:cNvPr id="115" name="타원 114">
            <a:extLst>
              <a:ext uri="{FF2B5EF4-FFF2-40B4-BE49-F238E27FC236}">
                <a16:creationId xmlns="" xmlns:a16="http://schemas.microsoft.com/office/drawing/2014/main" id="{645508F1-2BB7-DA47-81CE-A388C15D91EA}"/>
              </a:ext>
            </a:extLst>
          </p:cNvPr>
          <p:cNvSpPr/>
          <p:nvPr/>
        </p:nvSpPr>
        <p:spPr>
          <a:xfrm>
            <a:off x="4088904" y="6141496"/>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b="1" dirty="0">
                <a:latin typeface="Times New Roman" pitchFamily="18" charset="0"/>
                <a:ea typeface="나눔고딕" pitchFamily="50" charset="-127"/>
                <a:cs typeface="Times New Roman" pitchFamily="18" charset="0"/>
              </a:rPr>
              <a:t>12</a:t>
            </a:r>
            <a:endParaRPr lang="ko-KR" altLang="en-US" sz="700" b="1" dirty="0">
              <a:latin typeface="Times New Roman" pitchFamily="18" charset="0"/>
              <a:ea typeface="나눔고딕" pitchFamily="50" charset="-127"/>
              <a:cs typeface="Times New Roman" pitchFamily="18" charset="0"/>
            </a:endParaRPr>
          </a:p>
        </p:txBody>
      </p:sp>
      <p:sp>
        <p:nvSpPr>
          <p:cNvPr id="116" name="타원 115">
            <a:extLst>
              <a:ext uri="{FF2B5EF4-FFF2-40B4-BE49-F238E27FC236}">
                <a16:creationId xmlns="" xmlns:a16="http://schemas.microsoft.com/office/drawing/2014/main" id="{0F406EFA-6BFF-254D-BD68-F983E23A3A11}"/>
              </a:ext>
            </a:extLst>
          </p:cNvPr>
          <p:cNvSpPr/>
          <p:nvPr/>
        </p:nvSpPr>
        <p:spPr>
          <a:xfrm>
            <a:off x="6609184" y="6141496"/>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b="1" dirty="0">
                <a:latin typeface="Times New Roman" pitchFamily="18" charset="0"/>
                <a:ea typeface="나눔고딕" pitchFamily="50" charset="-127"/>
                <a:cs typeface="Times New Roman" pitchFamily="18" charset="0"/>
              </a:rPr>
              <a:t>13</a:t>
            </a:r>
            <a:endParaRPr lang="ko-KR" altLang="en-US" sz="700" b="1" dirty="0">
              <a:latin typeface="Times New Roman" pitchFamily="18" charset="0"/>
              <a:ea typeface="나눔고딕" pitchFamily="50" charset="-127"/>
              <a:cs typeface="Times New Roman" pitchFamily="18" charset="0"/>
            </a:endParaRPr>
          </a:p>
        </p:txBody>
      </p:sp>
      <p:sp>
        <p:nvSpPr>
          <p:cNvPr id="117" name="타원 116">
            <a:extLst>
              <a:ext uri="{FF2B5EF4-FFF2-40B4-BE49-F238E27FC236}">
                <a16:creationId xmlns="" xmlns:a16="http://schemas.microsoft.com/office/drawing/2014/main" id="{B851893F-1782-064E-8732-6F83C582E630}"/>
              </a:ext>
            </a:extLst>
          </p:cNvPr>
          <p:cNvSpPr/>
          <p:nvPr/>
        </p:nvSpPr>
        <p:spPr>
          <a:xfrm>
            <a:off x="4667309" y="6409056"/>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b="1" dirty="0">
                <a:latin typeface="Times New Roman" pitchFamily="18" charset="0"/>
                <a:ea typeface="나눔고딕" pitchFamily="50" charset="-127"/>
                <a:cs typeface="Times New Roman" pitchFamily="18" charset="0"/>
              </a:rPr>
              <a:t>14</a:t>
            </a:r>
            <a:endParaRPr lang="ko-KR" altLang="en-US" sz="700" b="1" dirty="0">
              <a:latin typeface="Times New Roman" pitchFamily="18" charset="0"/>
              <a:ea typeface="나눔고딕" pitchFamily="50" charset="-127"/>
              <a:cs typeface="Times New Roman" pitchFamily="18" charset="0"/>
            </a:endParaRPr>
          </a:p>
        </p:txBody>
      </p:sp>
      <p:sp>
        <p:nvSpPr>
          <p:cNvPr id="118" name="타원 117">
            <a:extLst>
              <a:ext uri="{FF2B5EF4-FFF2-40B4-BE49-F238E27FC236}">
                <a16:creationId xmlns="" xmlns:a16="http://schemas.microsoft.com/office/drawing/2014/main" id="{9F2D8184-6176-2941-BB02-8596D2245C30}"/>
              </a:ext>
            </a:extLst>
          </p:cNvPr>
          <p:cNvSpPr/>
          <p:nvPr/>
        </p:nvSpPr>
        <p:spPr>
          <a:xfrm>
            <a:off x="6067545" y="6411710"/>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b="1" dirty="0">
                <a:latin typeface="Times New Roman" pitchFamily="18" charset="0"/>
                <a:ea typeface="나눔고딕" pitchFamily="50" charset="-127"/>
                <a:cs typeface="Times New Roman" pitchFamily="18" charset="0"/>
              </a:rPr>
              <a:t>15</a:t>
            </a:r>
            <a:endParaRPr lang="ko-KR" altLang="en-US" sz="700" b="1" dirty="0">
              <a:latin typeface="Times New Roman" pitchFamily="18" charset="0"/>
              <a:ea typeface="나눔고딕" pitchFamily="50" charset="-127"/>
              <a:cs typeface="Times New Roman" pitchFamily="18" charset="0"/>
            </a:endParaRPr>
          </a:p>
        </p:txBody>
      </p:sp>
      <p:sp>
        <p:nvSpPr>
          <p:cNvPr id="119" name="왼쪽 중괄호[L] 118">
            <a:extLst>
              <a:ext uri="{FF2B5EF4-FFF2-40B4-BE49-F238E27FC236}">
                <a16:creationId xmlns="" xmlns:a16="http://schemas.microsoft.com/office/drawing/2014/main" id="{EBB1C89F-D862-4045-9604-2C063E88AD9F}"/>
              </a:ext>
            </a:extLst>
          </p:cNvPr>
          <p:cNvSpPr/>
          <p:nvPr/>
        </p:nvSpPr>
        <p:spPr>
          <a:xfrm rot="10800000">
            <a:off x="3487213" y="625311"/>
            <a:ext cx="216024" cy="428675"/>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25" name="TextBox 24">
            <a:extLst>
              <a:ext uri="{FF2B5EF4-FFF2-40B4-BE49-F238E27FC236}">
                <a16:creationId xmlns="" xmlns:a16="http://schemas.microsoft.com/office/drawing/2014/main" id="{E54541E5-0316-744B-A005-5B3E60CEFB9E}"/>
              </a:ext>
            </a:extLst>
          </p:cNvPr>
          <p:cNvSpPr txBox="1"/>
          <p:nvPr/>
        </p:nvSpPr>
        <p:spPr>
          <a:xfrm>
            <a:off x="3661529" y="745866"/>
            <a:ext cx="1806905" cy="246221"/>
          </a:xfrm>
          <a:prstGeom prst="rect">
            <a:avLst/>
          </a:prstGeom>
          <a:noFill/>
        </p:spPr>
        <p:txBody>
          <a:bodyPr wrap="none" rtlCol="0">
            <a:spAutoFit/>
          </a:bodyPr>
          <a:lstStyle/>
          <a:p>
            <a:r>
              <a:rPr kumimoji="1" lang="en-US" altLang="ko-KR" sz="1000" i="1" smtClean="0">
                <a:solidFill>
                  <a:srgbClr val="0070C0"/>
                </a:solidFill>
                <a:latin typeface="Times New Roman" pitchFamily="18" charset="0"/>
                <a:ea typeface="Nanum Gothic" panose="020D0604000000000000" pitchFamily="34" charset="-127"/>
                <a:cs typeface="Times New Roman" pitchFamily="18" charset="0"/>
              </a:rPr>
              <a:t>Vẫn cố định khi cuộn phía dưới</a:t>
            </a:r>
            <a:endParaRPr kumimoji="1" lang="ko-KR" altLang="en-US" sz="1000" i="1" dirty="0">
              <a:solidFill>
                <a:srgbClr val="0070C0"/>
              </a:solidFill>
              <a:latin typeface="Times New Roman" pitchFamily="18" charset="0"/>
              <a:ea typeface="Nanum Gothic" panose="020D0604000000000000" pitchFamily="34" charset="-127"/>
              <a:cs typeface="Times New Roman" pitchFamily="18" charset="0"/>
            </a:endParaRPr>
          </a:p>
        </p:txBody>
      </p:sp>
    </p:spTree>
    <p:extLst>
      <p:ext uri="{BB962C8B-B14F-4D97-AF65-F5344CB8AC3E}">
        <p14:creationId xmlns="" xmlns:p14="http://schemas.microsoft.com/office/powerpoint/2010/main" val="2910037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itchFamily="18" charset="0"/>
                <a:ea typeface="Nanum Gothic" panose="020D0604000000000000" pitchFamily="34" charset="-127"/>
                <a:cs typeface="Times New Roman" pitchFamily="18" charset="0"/>
              </a:rPr>
              <a:t>Main</a:t>
            </a:r>
            <a:r>
              <a:rPr lang="ko-KR" altLang="en-US" smtClean="0">
                <a:latin typeface="Times New Roman" pitchFamily="18" charset="0"/>
                <a:ea typeface="Nanum Gothic" panose="020D0604000000000000" pitchFamily="34" charset="-127"/>
                <a:cs typeface="Times New Roman" pitchFamily="18" charset="0"/>
              </a:rPr>
              <a:t> </a:t>
            </a:r>
            <a:r>
              <a:rPr lang="en-US" altLang="ko-KR">
                <a:latin typeface="Times New Roman" pitchFamily="18" charset="0"/>
                <a:ea typeface="Nanum Gothic" panose="020D0604000000000000" pitchFamily="34" charset="-127"/>
                <a:cs typeface="Times New Roman" pitchFamily="18" charset="0"/>
              </a:rPr>
              <a:t>&gt; </a:t>
            </a:r>
            <a:r>
              <a:rPr lang="en-US" altLang="ko-KR" smtClean="0">
                <a:latin typeface="Times New Roman" pitchFamily="18" charset="0"/>
                <a:ea typeface="Nanum Gothic" panose="020D0604000000000000" pitchFamily="34" charset="-127"/>
                <a:cs typeface="Times New Roman" pitchFamily="18" charset="0"/>
              </a:rPr>
              <a:t>Quản lý đơn hàng</a:t>
            </a:r>
            <a:endParaRPr lang="ko-KR" altLang="en-US" dirty="0">
              <a:latin typeface="Times New Roman" pitchFamily="18" charset="0"/>
              <a:ea typeface="Nanum Gothic" panose="020D0604000000000000" pitchFamily="34" charset="-127"/>
              <a:cs typeface="Times New Roman" pitchFamily="18" charset="0"/>
            </a:endParaRPr>
          </a:p>
        </p:txBody>
      </p:sp>
      <p:sp>
        <p:nvSpPr>
          <p:cNvPr id="93" name="직사각형 92">
            <a:extLst>
              <a:ext uri="{FF2B5EF4-FFF2-40B4-BE49-F238E27FC236}">
                <a16:creationId xmlns="" xmlns:a16="http://schemas.microsoft.com/office/drawing/2014/main" id="{EB161DE0-B224-844A-8200-790428F7686A}"/>
              </a:ext>
            </a:extLst>
          </p:cNvPr>
          <p:cNvSpPr/>
          <p:nvPr/>
        </p:nvSpPr>
        <p:spPr>
          <a:xfrm>
            <a:off x="416496" y="710328"/>
            <a:ext cx="3456384" cy="543814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sp>
        <p:nvSpPr>
          <p:cNvPr id="94" name="직사각형 93">
            <a:extLst>
              <a:ext uri="{FF2B5EF4-FFF2-40B4-BE49-F238E27FC236}">
                <a16:creationId xmlns="" xmlns:a16="http://schemas.microsoft.com/office/drawing/2014/main" id="{03FE01E6-E8E0-0E40-822F-EB974B23B95D}"/>
              </a:ext>
            </a:extLst>
          </p:cNvPr>
          <p:cNvSpPr/>
          <p:nvPr/>
        </p:nvSpPr>
        <p:spPr>
          <a:xfrm>
            <a:off x="560512" y="1608383"/>
            <a:ext cx="3109400" cy="771621"/>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sp>
        <p:nvSpPr>
          <p:cNvPr id="155" name="직사각형 154">
            <a:extLst>
              <a:ext uri="{FF2B5EF4-FFF2-40B4-BE49-F238E27FC236}">
                <a16:creationId xmlns="" xmlns:a16="http://schemas.microsoft.com/office/drawing/2014/main" id="{68890253-EF97-D34A-A33A-EDA2DD64AC1A}"/>
              </a:ext>
            </a:extLst>
          </p:cNvPr>
          <p:cNvSpPr/>
          <p:nvPr/>
        </p:nvSpPr>
        <p:spPr>
          <a:xfrm>
            <a:off x="682594" y="2017470"/>
            <a:ext cx="2934795" cy="28184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#Hôm nay</a:t>
            </a:r>
            <a:r>
              <a:rPr lang="ko-KR" altLang="en-US" sz="1000" b="1" smtClean="0">
                <a:solidFill>
                  <a:schemeClr val="tx1"/>
                </a:solidFill>
                <a:latin typeface="Times New Roman" pitchFamily="18" charset="0"/>
                <a:ea typeface="Nanum Gothic" panose="020D0604000000000000" pitchFamily="34" charset="-127"/>
                <a:cs typeface="Times New Roman" pitchFamily="18" charset="0"/>
              </a:rPr>
              <a:t> </a:t>
            </a: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#Toàn bộ kênh</a:t>
            </a:r>
            <a:r>
              <a:rPr lang="ko-KR" altLang="en-US" sz="1000" b="1" smtClean="0">
                <a:solidFill>
                  <a:schemeClr val="tx1"/>
                </a:solidFill>
                <a:latin typeface="Times New Roman" pitchFamily="18" charset="0"/>
                <a:ea typeface="Nanum Gothic" panose="020D0604000000000000" pitchFamily="34" charset="-127"/>
                <a:cs typeface="Times New Roman" pitchFamily="18" charset="0"/>
              </a:rPr>
              <a:t>  </a:t>
            </a: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#Toàn bộ NCC</a:t>
            </a:r>
            <a:endParaRPr lang="ko-KR" altLang="en-US" sz="1000" b="1" dirty="0">
              <a:solidFill>
                <a:schemeClr val="tx1"/>
              </a:solidFill>
              <a:latin typeface="Times New Roman" pitchFamily="18" charset="0"/>
              <a:ea typeface="Nanum Gothic" panose="020D0604000000000000" pitchFamily="34" charset="-127"/>
              <a:cs typeface="Times New Roman" pitchFamily="18" charset="0"/>
            </a:endParaRPr>
          </a:p>
        </p:txBody>
      </p:sp>
      <p:pic>
        <p:nvPicPr>
          <p:cNvPr id="4" name="그림 3">
            <a:extLst>
              <a:ext uri="{FF2B5EF4-FFF2-40B4-BE49-F238E27FC236}">
                <a16:creationId xmlns="" xmlns:a16="http://schemas.microsoft.com/office/drawing/2014/main" id="{16BDDE59-B809-354F-864F-48D7F57C8BCF}"/>
              </a:ext>
            </a:extLst>
          </p:cNvPr>
          <p:cNvPicPr>
            <a:picLocks noChangeAspect="1"/>
          </p:cNvPicPr>
          <p:nvPr/>
        </p:nvPicPr>
        <p:blipFill>
          <a:blip r:embed="rId2" cstate="print"/>
          <a:stretch>
            <a:fillRect/>
          </a:stretch>
        </p:blipFill>
        <p:spPr>
          <a:xfrm>
            <a:off x="469332" y="805122"/>
            <a:ext cx="291082" cy="291082"/>
          </a:xfrm>
          <a:prstGeom prst="rect">
            <a:avLst/>
          </a:prstGeom>
        </p:spPr>
      </p:pic>
      <p:sp>
        <p:nvSpPr>
          <p:cNvPr id="49" name="직사각형 48">
            <a:extLst>
              <a:ext uri="{FF2B5EF4-FFF2-40B4-BE49-F238E27FC236}">
                <a16:creationId xmlns="" xmlns:a16="http://schemas.microsoft.com/office/drawing/2014/main" id="{6C6C0670-5041-2F4F-9F19-B7FB6DC91AEC}"/>
              </a:ext>
            </a:extLst>
          </p:cNvPr>
          <p:cNvSpPr/>
          <p:nvPr/>
        </p:nvSpPr>
        <p:spPr>
          <a:xfrm>
            <a:off x="560512" y="2725564"/>
            <a:ext cx="3172565" cy="116351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50" name="TextBox 2">
            <a:extLst>
              <a:ext uri="{FF2B5EF4-FFF2-40B4-BE49-F238E27FC236}">
                <a16:creationId xmlns="" xmlns:a16="http://schemas.microsoft.com/office/drawing/2014/main" id="{53AFB907-1F66-CB41-ABBD-1D4594319D75}"/>
              </a:ext>
            </a:extLst>
          </p:cNvPr>
          <p:cNvSpPr txBox="1"/>
          <p:nvPr/>
        </p:nvSpPr>
        <p:spPr>
          <a:xfrm>
            <a:off x="1208584" y="2752475"/>
            <a:ext cx="2448272" cy="1107996"/>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ko-KR" sz="800" b="1" smtClean="0">
                <a:latin typeface="Times New Roman" pitchFamily="18" charset="0"/>
                <a:ea typeface="Nanum Gothic" panose="020D0604000000000000" pitchFamily="34" charset="-127"/>
                <a:cs typeface="Times New Roman" pitchFamily="18" charset="0"/>
              </a:rPr>
              <a:t>T-Bridge</a:t>
            </a:r>
            <a:r>
              <a:rPr lang="ko-KR" altLang="en-US" sz="800" b="1" smtClean="0">
                <a:latin typeface="Times New Roman" pitchFamily="18" charset="0"/>
                <a:ea typeface="Nanum Gothic" panose="020D0604000000000000" pitchFamily="34" charset="-127"/>
                <a:cs typeface="Times New Roman" pitchFamily="18" charset="0"/>
              </a:rPr>
              <a:t> </a:t>
            </a:r>
            <a:r>
              <a:rPr lang="en-US" altLang="ko-KR" sz="800" b="1" dirty="0">
                <a:latin typeface="Times New Roman" pitchFamily="18" charset="0"/>
                <a:ea typeface="Nanum Gothic" panose="020D0604000000000000" pitchFamily="34" charset="-127"/>
                <a:cs typeface="Times New Roman" pitchFamily="18" charset="0"/>
              </a:rPr>
              <a:t>: T123CD123451</a:t>
            </a:r>
            <a:endParaRPr lang="ko-KR" altLang="en-US" sz="800" b="1" dirty="0">
              <a:latin typeface="Times New Roman" pitchFamily="18" charset="0"/>
              <a:ea typeface="Nanum Gothic" panose="020D0604000000000000" pitchFamily="34" charset="-127"/>
              <a:cs typeface="Times New Roman" pitchFamily="18" charset="0"/>
            </a:endParaRPr>
          </a:p>
          <a:p>
            <a:r>
              <a:rPr lang="en-US" altLang="ko-KR" sz="800" b="1" smtClean="0">
                <a:latin typeface="Times New Roman" pitchFamily="18" charset="0"/>
                <a:ea typeface="Nanum Gothic" panose="020D0604000000000000" pitchFamily="34" charset="-127"/>
                <a:cs typeface="Times New Roman" pitchFamily="18" charset="0"/>
              </a:rPr>
              <a:t>Gmarket: </a:t>
            </a:r>
            <a:r>
              <a:rPr lang="en-US" altLang="ko-KR" sz="800" b="1" dirty="0">
                <a:latin typeface="Times New Roman" pitchFamily="18" charset="0"/>
                <a:ea typeface="Nanum Gothic" panose="020D0604000000000000" pitchFamily="34" charset="-127"/>
                <a:cs typeface="Times New Roman" pitchFamily="18" charset="0"/>
              </a:rPr>
              <a:t>P0909_111</a:t>
            </a:r>
          </a:p>
          <a:p>
            <a:endParaRPr lang="en-US" altLang="ko-KR" sz="800" dirty="0">
              <a:latin typeface="Times New Roman" pitchFamily="18" charset="0"/>
              <a:ea typeface="Nanum Gothic" panose="020D0604000000000000" pitchFamily="34" charset="-127"/>
              <a:cs typeface="Times New Roman" pitchFamily="18" charset="0"/>
            </a:endParaRPr>
          </a:p>
          <a:p>
            <a:r>
              <a:rPr lang="ko-KR" altLang="en-US" sz="1000" dirty="0">
                <a:latin typeface="Times New Roman" pitchFamily="18" charset="0"/>
                <a:ea typeface="Nanum Gothic" panose="020D0604000000000000" pitchFamily="34" charset="-127"/>
                <a:cs typeface="Times New Roman" pitchFamily="18" charset="0"/>
              </a:rPr>
              <a:t>충주 </a:t>
            </a:r>
            <a:r>
              <a:rPr lang="ko-KR" altLang="en-US" sz="1000" dirty="0" err="1">
                <a:latin typeface="Times New Roman" pitchFamily="18" charset="0"/>
                <a:ea typeface="Nanum Gothic" panose="020D0604000000000000" pitchFamily="34" charset="-127"/>
                <a:cs typeface="Times New Roman" pitchFamily="18" charset="0"/>
              </a:rPr>
              <a:t>미노스랩</a:t>
            </a:r>
            <a:r>
              <a:rPr lang="ko-KR" altLang="en-US" sz="1000" dirty="0">
                <a:latin typeface="Times New Roman" pitchFamily="18" charset="0"/>
                <a:ea typeface="Nanum Gothic" panose="020D0604000000000000" pitchFamily="34" charset="-127"/>
                <a:cs typeface="Times New Roman" pitchFamily="18" charset="0"/>
              </a:rPr>
              <a:t> </a:t>
            </a:r>
            <a:r>
              <a:rPr lang="ko-KR" altLang="en-US" sz="1000" dirty="0" err="1">
                <a:latin typeface="Times New Roman" pitchFamily="18" charset="0"/>
                <a:ea typeface="Nanum Gothic" panose="020D0604000000000000" pitchFamily="34" charset="-127"/>
                <a:cs typeface="Times New Roman" pitchFamily="18" charset="0"/>
              </a:rPr>
              <a:t>힐링앤</a:t>
            </a:r>
            <a:r>
              <a:rPr lang="ko-KR" altLang="en-US" sz="1000" dirty="0">
                <a:latin typeface="Times New Roman" pitchFamily="18" charset="0"/>
                <a:ea typeface="Nanum Gothic" panose="020D0604000000000000" pitchFamily="34" charset="-127"/>
                <a:cs typeface="Times New Roman" pitchFamily="18" charset="0"/>
              </a:rPr>
              <a:t> </a:t>
            </a:r>
            <a:r>
              <a:rPr lang="ko-KR" altLang="en-US" sz="1000" dirty="0" err="1">
                <a:latin typeface="Times New Roman" pitchFamily="18" charset="0"/>
                <a:ea typeface="Nanum Gothic" panose="020D0604000000000000" pitchFamily="34" charset="-127"/>
                <a:cs typeface="Times New Roman" pitchFamily="18" charset="0"/>
              </a:rPr>
              <a:t>사조리조트</a:t>
            </a:r>
            <a:endParaRPr lang="en-US" altLang="ko-KR" sz="1000" dirty="0">
              <a:latin typeface="Times New Roman" pitchFamily="18" charset="0"/>
              <a:ea typeface="Nanum Gothic" panose="020D0604000000000000" pitchFamily="34" charset="-127"/>
              <a:cs typeface="Times New Roman" pitchFamily="18" charset="0"/>
            </a:endParaRPr>
          </a:p>
          <a:p>
            <a:r>
              <a:rPr lang="en-US" altLang="ko-KR" sz="1000" dirty="0">
                <a:latin typeface="Times New Roman" pitchFamily="18" charset="0"/>
                <a:ea typeface="Nanum Gothic" panose="020D0604000000000000" pitchFamily="34" charset="-127"/>
                <a:cs typeface="Times New Roman" pitchFamily="18" charset="0"/>
              </a:rPr>
              <a:t>89.25M </a:t>
            </a:r>
            <a:r>
              <a:rPr lang="ko-KR" altLang="en-US" sz="1000" dirty="0">
                <a:latin typeface="Times New Roman" pitchFamily="18" charset="0"/>
                <a:ea typeface="Nanum Gothic" panose="020D0604000000000000" pitchFamily="34" charset="-127"/>
                <a:cs typeface="Times New Roman" pitchFamily="18" charset="0"/>
              </a:rPr>
              <a:t>객실 </a:t>
            </a:r>
            <a:r>
              <a:rPr lang="en-US" altLang="ko-KR" sz="1000" dirty="0">
                <a:latin typeface="Times New Roman" pitchFamily="18" charset="0"/>
                <a:ea typeface="Nanum Gothic" panose="020D0604000000000000" pitchFamily="34" charset="-127"/>
                <a:cs typeface="Times New Roman" pitchFamily="18" charset="0"/>
              </a:rPr>
              <a:t>1</a:t>
            </a:r>
            <a:r>
              <a:rPr lang="ko-KR" altLang="en-US" sz="1000" dirty="0">
                <a:latin typeface="Times New Roman" pitchFamily="18" charset="0"/>
                <a:ea typeface="Nanum Gothic" panose="020D0604000000000000" pitchFamily="34" charset="-127"/>
                <a:cs typeface="Times New Roman" pitchFamily="18" charset="0"/>
              </a:rPr>
              <a:t>박</a:t>
            </a:r>
            <a:endParaRPr lang="en-US" altLang="ko-KR" sz="1000" dirty="0">
              <a:latin typeface="Times New Roman" pitchFamily="18" charset="0"/>
              <a:ea typeface="Nanum Gothic" panose="020D0604000000000000" pitchFamily="34" charset="-127"/>
              <a:cs typeface="Times New Roman" pitchFamily="18" charset="0"/>
            </a:endParaRPr>
          </a:p>
          <a:p>
            <a:r>
              <a:rPr lang="ko-KR" altLang="en-US" sz="1000" dirty="0">
                <a:latin typeface="Times New Roman" pitchFamily="18" charset="0"/>
                <a:ea typeface="Nanum Gothic" panose="020D0604000000000000" pitchFamily="34" charset="-127"/>
                <a:cs typeface="Times New Roman" pitchFamily="18" charset="0"/>
              </a:rPr>
              <a:t>박근철 </a:t>
            </a:r>
            <a:r>
              <a:rPr lang="en-US" altLang="ko-KR" sz="1000" dirty="0">
                <a:latin typeface="Times New Roman" pitchFamily="18" charset="0"/>
                <a:ea typeface="Nanum Gothic" panose="020D0604000000000000" pitchFamily="34" charset="-127"/>
                <a:cs typeface="Times New Roman" pitchFamily="18" charset="0"/>
              </a:rPr>
              <a:t>[ 010-222-2222</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a:t>
            </a:r>
          </a:p>
          <a:p>
            <a:r>
              <a:rPr lang="en-US" altLang="ko-KR" sz="1000" smtClean="0">
                <a:latin typeface="Times New Roman" pitchFamily="18" charset="0"/>
                <a:ea typeface="Nanum Gothic" panose="020D0604000000000000" pitchFamily="34" charset="-127"/>
                <a:cs typeface="Times New Roman" pitchFamily="18" charset="0"/>
              </a:rPr>
              <a:t>Ngày mua: </a:t>
            </a:r>
            <a:r>
              <a:rPr lang="en-US" altLang="ko-KR" sz="1000" dirty="0">
                <a:latin typeface="Times New Roman" pitchFamily="18" charset="0"/>
                <a:ea typeface="Nanum Gothic" panose="020D0604000000000000" pitchFamily="34" charset="-127"/>
                <a:cs typeface="Times New Roman" pitchFamily="18" charset="0"/>
              </a:rPr>
              <a:t>2020-02-01 </a:t>
            </a:r>
          </a:p>
        </p:txBody>
      </p:sp>
      <p:sp>
        <p:nvSpPr>
          <p:cNvPr id="51" name="직사각형 50">
            <a:extLst>
              <a:ext uri="{FF2B5EF4-FFF2-40B4-BE49-F238E27FC236}">
                <a16:creationId xmlns="" xmlns:a16="http://schemas.microsoft.com/office/drawing/2014/main" id="{9309E1FE-8B49-0548-8F2F-9B3946F10E23}"/>
              </a:ext>
            </a:extLst>
          </p:cNvPr>
          <p:cNvSpPr/>
          <p:nvPr/>
        </p:nvSpPr>
        <p:spPr>
          <a:xfrm>
            <a:off x="796693" y="3093424"/>
            <a:ext cx="247718" cy="24771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56" name="직사각형 55">
            <a:extLst>
              <a:ext uri="{FF2B5EF4-FFF2-40B4-BE49-F238E27FC236}">
                <a16:creationId xmlns="" xmlns:a16="http://schemas.microsoft.com/office/drawing/2014/main" id="{44927E10-D0A2-4447-8C96-126CAC03820B}"/>
              </a:ext>
            </a:extLst>
          </p:cNvPr>
          <p:cNvSpPr/>
          <p:nvPr/>
        </p:nvSpPr>
        <p:spPr>
          <a:xfrm>
            <a:off x="682594" y="1674775"/>
            <a:ext cx="2934795" cy="285179"/>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smtClean="0">
                <a:solidFill>
                  <a:schemeClr val="bg1">
                    <a:lumMod val="75000"/>
                  </a:schemeClr>
                </a:solidFill>
                <a:latin typeface="Times New Roman" pitchFamily="18" charset="0"/>
                <a:ea typeface="Nanum Gothic" panose="020D0604000000000000" pitchFamily="34" charset="-127"/>
                <a:cs typeface="Times New Roman" pitchFamily="18" charset="0"/>
              </a:rPr>
              <a:t>Tìm tên/ số điện thoại/mã vé</a:t>
            </a:r>
            <a:endParaRPr lang="ko-KR" altLang="en-US" sz="100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pic>
        <p:nvPicPr>
          <p:cNvPr id="57" name="그림 56">
            <a:extLst>
              <a:ext uri="{FF2B5EF4-FFF2-40B4-BE49-F238E27FC236}">
                <a16:creationId xmlns="" xmlns:a16="http://schemas.microsoft.com/office/drawing/2014/main" id="{66503E8C-21EE-7143-9253-2DE9380BF4DF}"/>
              </a:ext>
            </a:extLst>
          </p:cNvPr>
          <p:cNvPicPr>
            <a:picLocks noChangeAspect="1"/>
          </p:cNvPicPr>
          <p:nvPr/>
        </p:nvPicPr>
        <p:blipFill>
          <a:blip r:embed="rId3" cstate="print"/>
          <a:stretch>
            <a:fillRect/>
          </a:stretch>
        </p:blipFill>
        <p:spPr>
          <a:xfrm>
            <a:off x="3390824" y="1729546"/>
            <a:ext cx="172176" cy="191390"/>
          </a:xfrm>
          <a:prstGeom prst="rect">
            <a:avLst/>
          </a:prstGeom>
        </p:spPr>
      </p:pic>
      <p:sp>
        <p:nvSpPr>
          <p:cNvPr id="60" name="직사각형 59">
            <a:extLst>
              <a:ext uri="{FF2B5EF4-FFF2-40B4-BE49-F238E27FC236}">
                <a16:creationId xmlns="" xmlns:a16="http://schemas.microsoft.com/office/drawing/2014/main" id="{B4FF5A63-3E04-8243-837D-D6D439E05350}"/>
              </a:ext>
            </a:extLst>
          </p:cNvPr>
          <p:cNvSpPr/>
          <p:nvPr/>
        </p:nvSpPr>
        <p:spPr>
          <a:xfrm>
            <a:off x="560512" y="3994835"/>
            <a:ext cx="3172565" cy="116351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61" name="TextBox 2">
            <a:extLst>
              <a:ext uri="{FF2B5EF4-FFF2-40B4-BE49-F238E27FC236}">
                <a16:creationId xmlns="" xmlns:a16="http://schemas.microsoft.com/office/drawing/2014/main" id="{62ED3214-CDA1-C54A-81AF-6DED9D691F06}"/>
              </a:ext>
            </a:extLst>
          </p:cNvPr>
          <p:cNvSpPr txBox="1"/>
          <p:nvPr/>
        </p:nvSpPr>
        <p:spPr>
          <a:xfrm>
            <a:off x="1208584" y="4021746"/>
            <a:ext cx="2448272" cy="1077218"/>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ko-KR" sz="800" b="1" smtClean="0">
                <a:latin typeface="Times New Roman" pitchFamily="18" charset="0"/>
                <a:ea typeface="Nanum Gothic" panose="020D0604000000000000" pitchFamily="34" charset="-127"/>
                <a:cs typeface="Times New Roman" pitchFamily="18" charset="0"/>
              </a:rPr>
              <a:t>T-Bridge</a:t>
            </a:r>
            <a:r>
              <a:rPr lang="ko-KR" altLang="en-US" sz="800" b="1" smtClean="0">
                <a:latin typeface="Times New Roman" pitchFamily="18" charset="0"/>
                <a:ea typeface="Nanum Gothic" panose="020D0604000000000000" pitchFamily="34" charset="-127"/>
                <a:cs typeface="Times New Roman" pitchFamily="18" charset="0"/>
              </a:rPr>
              <a:t> </a:t>
            </a:r>
            <a:r>
              <a:rPr lang="en-US" altLang="ko-KR" sz="800" b="1" dirty="0">
                <a:latin typeface="Times New Roman" pitchFamily="18" charset="0"/>
                <a:ea typeface="Nanum Gothic" panose="020D0604000000000000" pitchFamily="34" charset="-127"/>
                <a:cs typeface="Times New Roman" pitchFamily="18" charset="0"/>
              </a:rPr>
              <a:t>: T123CD123451</a:t>
            </a:r>
            <a:endParaRPr lang="ko-KR" altLang="en-US" sz="800" b="1" dirty="0">
              <a:latin typeface="Times New Roman" pitchFamily="18" charset="0"/>
              <a:ea typeface="Nanum Gothic" panose="020D0604000000000000" pitchFamily="34" charset="-127"/>
              <a:cs typeface="Times New Roman" pitchFamily="18" charset="0"/>
            </a:endParaRPr>
          </a:p>
          <a:p>
            <a:r>
              <a:rPr lang="en-US" altLang="ko-KR" sz="800" b="1" smtClean="0">
                <a:latin typeface="Times New Roman" pitchFamily="18" charset="0"/>
                <a:ea typeface="Nanum Gothic" panose="020D0604000000000000" pitchFamily="34" charset="-127"/>
                <a:cs typeface="Times New Roman" pitchFamily="18" charset="0"/>
              </a:rPr>
              <a:t>Gmarket: </a:t>
            </a:r>
            <a:r>
              <a:rPr lang="en-US" altLang="ko-KR" sz="800" b="1" dirty="0">
                <a:latin typeface="Times New Roman" pitchFamily="18" charset="0"/>
                <a:ea typeface="Nanum Gothic" panose="020D0604000000000000" pitchFamily="34" charset="-127"/>
                <a:cs typeface="Times New Roman" pitchFamily="18" charset="0"/>
              </a:rPr>
              <a:t>P0909_111</a:t>
            </a:r>
          </a:p>
          <a:p>
            <a:endParaRPr lang="en-US" altLang="ko-KR" sz="800" dirty="0">
              <a:latin typeface="Times New Roman" pitchFamily="18" charset="0"/>
              <a:ea typeface="Nanum Gothic" panose="020D0604000000000000" pitchFamily="34" charset="-127"/>
              <a:cs typeface="Times New Roman" pitchFamily="18" charset="0"/>
            </a:endParaRPr>
          </a:p>
          <a:p>
            <a:r>
              <a:rPr lang="en-US" altLang="ko-KR" sz="1000" smtClean="0">
                <a:latin typeface="Times New Roman" pitchFamily="18" charset="0"/>
                <a:ea typeface="Nanum Gothic" panose="020D0604000000000000" pitchFamily="34" charset="-127"/>
                <a:cs typeface="Times New Roman" pitchFamily="18" charset="0"/>
              </a:rPr>
              <a:t>Tên sản phẩm</a:t>
            </a:r>
            <a:endParaRPr lang="en-US" altLang="ko-KR" sz="1000" dirty="0">
              <a:latin typeface="Times New Roman" pitchFamily="18" charset="0"/>
              <a:ea typeface="Nanum Gothic" panose="020D0604000000000000" pitchFamily="34" charset="-127"/>
              <a:cs typeface="Times New Roman" pitchFamily="18" charset="0"/>
            </a:endParaRPr>
          </a:p>
          <a:p>
            <a:r>
              <a:rPr lang="en-US" altLang="ko-KR" sz="1000" smtClean="0">
                <a:latin typeface="Times New Roman" pitchFamily="18" charset="0"/>
                <a:ea typeface="Nanum Gothic" panose="020D0604000000000000" pitchFamily="34" charset="-127"/>
                <a:cs typeface="Times New Roman" pitchFamily="18" charset="0"/>
              </a:rPr>
              <a:t>Tên option</a:t>
            </a:r>
            <a:endParaRPr lang="en-US" altLang="ko-KR" sz="1000" dirty="0">
              <a:latin typeface="Times New Roman" pitchFamily="18" charset="0"/>
              <a:ea typeface="Nanum Gothic" panose="020D0604000000000000" pitchFamily="34" charset="-127"/>
              <a:cs typeface="Times New Roman" pitchFamily="18" charset="0"/>
            </a:endParaRPr>
          </a:p>
          <a:p>
            <a:r>
              <a:rPr lang="vi-VN" altLang="ko-KR" sz="1000" smtClean="0">
                <a:latin typeface="Times New Roman" pitchFamily="18" charset="0"/>
                <a:ea typeface="Nanum Gothic" panose="020D0604000000000000" pitchFamily="34" charset="-127"/>
                <a:cs typeface="Times New Roman" pitchFamily="18" charset="0"/>
              </a:rPr>
              <a:t>Tên người mua</a:t>
            </a:r>
            <a:r>
              <a:rPr lang="ko-KR" altLang="en-US" sz="1000" smtClean="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[ 010-222-2222</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a:t>
            </a:r>
          </a:p>
          <a:p>
            <a:r>
              <a:rPr lang="en-US" altLang="ko-KR" sz="1000" smtClean="0">
                <a:latin typeface="Times New Roman" pitchFamily="18" charset="0"/>
                <a:ea typeface="Nanum Gothic" panose="020D0604000000000000" pitchFamily="34" charset="-127"/>
                <a:cs typeface="Times New Roman" pitchFamily="18" charset="0"/>
              </a:rPr>
              <a:t>Ngày mua: </a:t>
            </a:r>
            <a:r>
              <a:rPr lang="en-US" altLang="ko-KR" sz="1000" dirty="0">
                <a:latin typeface="Times New Roman" pitchFamily="18" charset="0"/>
                <a:ea typeface="Nanum Gothic" panose="020D0604000000000000" pitchFamily="34" charset="-127"/>
                <a:cs typeface="Times New Roman" pitchFamily="18" charset="0"/>
              </a:rPr>
              <a:t>2020-02-01 </a:t>
            </a:r>
          </a:p>
        </p:txBody>
      </p:sp>
      <p:sp>
        <p:nvSpPr>
          <p:cNvPr id="62" name="직사각형 61">
            <a:extLst>
              <a:ext uri="{FF2B5EF4-FFF2-40B4-BE49-F238E27FC236}">
                <a16:creationId xmlns="" xmlns:a16="http://schemas.microsoft.com/office/drawing/2014/main" id="{0F93B623-A34E-F947-B523-E383A4407558}"/>
              </a:ext>
            </a:extLst>
          </p:cNvPr>
          <p:cNvSpPr/>
          <p:nvPr/>
        </p:nvSpPr>
        <p:spPr>
          <a:xfrm>
            <a:off x="796693" y="4362695"/>
            <a:ext cx="247718" cy="24771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63" name="직사각형 62">
            <a:extLst>
              <a:ext uri="{FF2B5EF4-FFF2-40B4-BE49-F238E27FC236}">
                <a16:creationId xmlns="" xmlns:a16="http://schemas.microsoft.com/office/drawing/2014/main" id="{6FB1A712-9994-4844-8743-749BA5440644}"/>
              </a:ext>
            </a:extLst>
          </p:cNvPr>
          <p:cNvSpPr/>
          <p:nvPr/>
        </p:nvSpPr>
        <p:spPr>
          <a:xfrm>
            <a:off x="554112" y="2729856"/>
            <a:ext cx="576914"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800" smtClean="0">
                <a:solidFill>
                  <a:schemeClr val="bg1"/>
                </a:solidFill>
                <a:latin typeface="Times New Roman" pitchFamily="18" charset="0"/>
                <a:ea typeface="Nanum Gothic" panose="020D0604000000000000" pitchFamily="34" charset="-127"/>
                <a:cs typeface="Times New Roman" pitchFamily="18" charset="0"/>
              </a:rPr>
              <a:t>Mua xong</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64" name="직사각형 63">
            <a:extLst>
              <a:ext uri="{FF2B5EF4-FFF2-40B4-BE49-F238E27FC236}">
                <a16:creationId xmlns="" xmlns:a16="http://schemas.microsoft.com/office/drawing/2014/main" id="{E708034C-E8BE-7D42-8CEF-582D392FE7C9}"/>
              </a:ext>
            </a:extLst>
          </p:cNvPr>
          <p:cNvSpPr/>
          <p:nvPr/>
        </p:nvSpPr>
        <p:spPr>
          <a:xfrm>
            <a:off x="560512" y="3995893"/>
            <a:ext cx="576914"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800" smtClean="0">
                <a:solidFill>
                  <a:schemeClr val="bg1"/>
                </a:solidFill>
                <a:latin typeface="Times New Roman" pitchFamily="18" charset="0"/>
                <a:ea typeface="Nanum Gothic" panose="020D0604000000000000" pitchFamily="34" charset="-127"/>
                <a:cs typeface="Times New Roman" pitchFamily="18" charset="0"/>
              </a:rPr>
              <a:t>Sử dụng xong</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65" name="TextBox 64">
            <a:extLst>
              <a:ext uri="{FF2B5EF4-FFF2-40B4-BE49-F238E27FC236}">
                <a16:creationId xmlns="" xmlns:a16="http://schemas.microsoft.com/office/drawing/2014/main" id="{134E2EDC-E6DA-A846-AAF9-349B2F8FA253}"/>
              </a:ext>
            </a:extLst>
          </p:cNvPr>
          <p:cNvSpPr txBox="1"/>
          <p:nvPr/>
        </p:nvSpPr>
        <p:spPr>
          <a:xfrm>
            <a:off x="623097" y="805122"/>
            <a:ext cx="1563248" cy="307777"/>
          </a:xfrm>
          <a:prstGeom prst="rect">
            <a:avLst/>
          </a:prstGeom>
          <a:noFill/>
        </p:spPr>
        <p:txBody>
          <a:bodyPr wrap="none" rtlCol="0">
            <a:spAutoFit/>
          </a:bodyPr>
          <a:lstStyle/>
          <a:p>
            <a:pPr algn="ctr"/>
            <a:r>
              <a:rPr lang="en-US" altLang="ko-KR" sz="1400" b="1" smtClean="0">
                <a:latin typeface="Times New Roman" pitchFamily="18" charset="0"/>
                <a:ea typeface="Nanum Gothic" panose="020D0604000000000000" pitchFamily="34" charset="-127"/>
                <a:cs typeface="Times New Roman" pitchFamily="18" charset="0"/>
              </a:rPr>
              <a:t>Quản lý đơn hàng</a:t>
            </a:r>
            <a:endParaRPr lang="ko-KR" altLang="en-US" sz="1400" b="1" dirty="0">
              <a:latin typeface="Times New Roman" pitchFamily="18" charset="0"/>
              <a:ea typeface="Nanum Gothic" panose="020D0604000000000000" pitchFamily="34" charset="-127"/>
              <a:cs typeface="Times New Roman" pitchFamily="18" charset="0"/>
            </a:endParaRPr>
          </a:p>
        </p:txBody>
      </p:sp>
      <p:pic>
        <p:nvPicPr>
          <p:cNvPr id="70" name="그림 69">
            <a:extLst>
              <a:ext uri="{FF2B5EF4-FFF2-40B4-BE49-F238E27FC236}">
                <a16:creationId xmlns="" xmlns:a16="http://schemas.microsoft.com/office/drawing/2014/main" id="{F7750DD5-5C8F-3749-AF38-E6290D977A7C}"/>
              </a:ext>
            </a:extLst>
          </p:cNvPr>
          <p:cNvPicPr>
            <a:picLocks noChangeAspect="1"/>
          </p:cNvPicPr>
          <p:nvPr/>
        </p:nvPicPr>
        <p:blipFill>
          <a:blip r:embed="rId4" cstate="print"/>
          <a:stretch>
            <a:fillRect/>
          </a:stretch>
        </p:blipFill>
        <p:spPr>
          <a:xfrm>
            <a:off x="669537" y="5624767"/>
            <a:ext cx="3000375" cy="301408"/>
          </a:xfrm>
          <a:prstGeom prst="rect">
            <a:avLst/>
          </a:prstGeom>
        </p:spPr>
      </p:pic>
      <p:sp>
        <p:nvSpPr>
          <p:cNvPr id="71" name="직사각형 70">
            <a:extLst>
              <a:ext uri="{FF2B5EF4-FFF2-40B4-BE49-F238E27FC236}">
                <a16:creationId xmlns="" xmlns:a16="http://schemas.microsoft.com/office/drawing/2014/main" id="{AD6B87C8-11DA-C344-9088-CBED58F09BA7}"/>
              </a:ext>
            </a:extLst>
          </p:cNvPr>
          <p:cNvSpPr/>
          <p:nvPr/>
        </p:nvSpPr>
        <p:spPr>
          <a:xfrm>
            <a:off x="416496" y="1150309"/>
            <a:ext cx="3456384" cy="362975"/>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72" name="직사각형 71">
            <a:extLst>
              <a:ext uri="{FF2B5EF4-FFF2-40B4-BE49-F238E27FC236}">
                <a16:creationId xmlns="" xmlns:a16="http://schemas.microsoft.com/office/drawing/2014/main" id="{E1E84D5C-5BAC-5D4C-B0FE-ADF0025A17D0}"/>
              </a:ext>
            </a:extLst>
          </p:cNvPr>
          <p:cNvSpPr/>
          <p:nvPr/>
        </p:nvSpPr>
        <p:spPr>
          <a:xfrm>
            <a:off x="1011883" y="1210874"/>
            <a:ext cx="681597" cy="230832"/>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Mua xong</a:t>
            </a:r>
            <a:endParaRPr lang="en-US" altLang="ko-KR" sz="900" b="1" dirty="0">
              <a:latin typeface="Times New Roman" pitchFamily="18" charset="0"/>
              <a:ea typeface="Nanum Gothic" panose="020D0604000000000000" pitchFamily="34" charset="-127"/>
              <a:cs typeface="Times New Roman" pitchFamily="18" charset="0"/>
            </a:endParaRPr>
          </a:p>
        </p:txBody>
      </p:sp>
      <p:cxnSp>
        <p:nvCxnSpPr>
          <p:cNvPr id="73" name="직선 연결선[R] 72">
            <a:extLst>
              <a:ext uri="{FF2B5EF4-FFF2-40B4-BE49-F238E27FC236}">
                <a16:creationId xmlns="" xmlns:a16="http://schemas.microsoft.com/office/drawing/2014/main" id="{62641681-F86E-694E-8C86-2DA338FF7096}"/>
              </a:ext>
            </a:extLst>
          </p:cNvPr>
          <p:cNvCxnSpPr>
            <a:cxnSpLocks/>
          </p:cNvCxnSpPr>
          <p:nvPr/>
        </p:nvCxnSpPr>
        <p:spPr>
          <a:xfrm>
            <a:off x="503269" y="1491555"/>
            <a:ext cx="559642" cy="0"/>
          </a:xfrm>
          <a:prstGeom prst="line">
            <a:avLst/>
          </a:prstGeom>
          <a:ln w="3810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 xmlns:a16="http://schemas.microsoft.com/office/drawing/2014/main" id="{81DB32BB-0C75-2047-8E51-5A40F1E4FD57}"/>
              </a:ext>
            </a:extLst>
          </p:cNvPr>
          <p:cNvSpPr/>
          <p:nvPr/>
        </p:nvSpPr>
        <p:spPr>
          <a:xfrm>
            <a:off x="1646080" y="1210874"/>
            <a:ext cx="596637" cy="369332"/>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Sử dụng</a:t>
            </a:r>
          </a:p>
          <a:p>
            <a:pPr algn="ctr"/>
            <a:r>
              <a:rPr lang="en-US" altLang="ko-KR" sz="900" b="1" smtClean="0">
                <a:latin typeface="Times New Roman" pitchFamily="18" charset="0"/>
                <a:ea typeface="Nanum Gothic" panose="020D0604000000000000" pitchFamily="34" charset="-127"/>
                <a:cs typeface="Times New Roman" pitchFamily="18" charset="0"/>
              </a:rPr>
              <a:t>xong</a:t>
            </a:r>
            <a:endParaRPr lang="en-US" altLang="ko-KR" sz="900" b="1" dirty="0">
              <a:latin typeface="Times New Roman" pitchFamily="18" charset="0"/>
              <a:ea typeface="Nanum Gothic" panose="020D0604000000000000" pitchFamily="34" charset="-127"/>
              <a:cs typeface="Times New Roman" pitchFamily="18" charset="0"/>
            </a:endParaRPr>
          </a:p>
        </p:txBody>
      </p:sp>
      <p:sp>
        <p:nvSpPr>
          <p:cNvPr id="75" name="직사각형 74">
            <a:extLst>
              <a:ext uri="{FF2B5EF4-FFF2-40B4-BE49-F238E27FC236}">
                <a16:creationId xmlns="" xmlns:a16="http://schemas.microsoft.com/office/drawing/2014/main" id="{82A32F47-7629-CA43-A7F8-C00224C4D835}"/>
              </a:ext>
            </a:extLst>
          </p:cNvPr>
          <p:cNvSpPr/>
          <p:nvPr/>
        </p:nvSpPr>
        <p:spPr>
          <a:xfrm>
            <a:off x="2778138" y="1210874"/>
            <a:ext cx="697627" cy="369332"/>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Hoàn tiền </a:t>
            </a:r>
          </a:p>
          <a:p>
            <a:pPr algn="ctr"/>
            <a:r>
              <a:rPr lang="en-US" altLang="ko-KR" sz="900" b="1" smtClean="0">
                <a:latin typeface="Times New Roman" pitchFamily="18" charset="0"/>
                <a:ea typeface="Nanum Gothic" panose="020D0604000000000000" pitchFamily="34" charset="-127"/>
                <a:cs typeface="Times New Roman" pitchFamily="18" charset="0"/>
              </a:rPr>
              <a:t>xong</a:t>
            </a:r>
            <a:endParaRPr lang="en-US" altLang="ko-KR" sz="900" b="1" dirty="0">
              <a:latin typeface="Times New Roman" pitchFamily="18" charset="0"/>
              <a:ea typeface="Nanum Gothic" panose="020D0604000000000000" pitchFamily="34" charset="-127"/>
              <a:cs typeface="Times New Roman" pitchFamily="18" charset="0"/>
            </a:endParaRPr>
          </a:p>
        </p:txBody>
      </p:sp>
      <p:sp>
        <p:nvSpPr>
          <p:cNvPr id="76" name="직사각형 75">
            <a:extLst>
              <a:ext uri="{FF2B5EF4-FFF2-40B4-BE49-F238E27FC236}">
                <a16:creationId xmlns="" xmlns:a16="http://schemas.microsoft.com/office/drawing/2014/main" id="{C93BB597-FB60-5141-AEAF-7489D697DE6A}"/>
              </a:ext>
            </a:extLst>
          </p:cNvPr>
          <p:cNvSpPr/>
          <p:nvPr/>
        </p:nvSpPr>
        <p:spPr>
          <a:xfrm>
            <a:off x="3349281" y="1210874"/>
            <a:ext cx="596638" cy="369332"/>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Hết hạn</a:t>
            </a:r>
          </a:p>
          <a:p>
            <a:pPr algn="ctr"/>
            <a:r>
              <a:rPr lang="en-US" altLang="ko-KR" sz="900" b="1" smtClean="0">
                <a:latin typeface="Times New Roman" pitchFamily="18" charset="0"/>
                <a:ea typeface="Nanum Gothic" panose="020D0604000000000000" pitchFamily="34" charset="-127"/>
                <a:cs typeface="Times New Roman" pitchFamily="18" charset="0"/>
              </a:rPr>
              <a:t>sử dụng</a:t>
            </a:r>
            <a:endParaRPr lang="ko-KR" altLang="en-US" sz="900" b="1" dirty="0">
              <a:latin typeface="Times New Roman" pitchFamily="18" charset="0"/>
              <a:ea typeface="Nanum Gothic" panose="020D0604000000000000" pitchFamily="34" charset="-127"/>
              <a:cs typeface="Times New Roman" pitchFamily="18" charset="0"/>
            </a:endParaRPr>
          </a:p>
        </p:txBody>
      </p:sp>
      <p:sp>
        <p:nvSpPr>
          <p:cNvPr id="77" name="직사각형 76">
            <a:extLst>
              <a:ext uri="{FF2B5EF4-FFF2-40B4-BE49-F238E27FC236}">
                <a16:creationId xmlns="" xmlns:a16="http://schemas.microsoft.com/office/drawing/2014/main" id="{7A554044-2381-614A-9FD0-D0237284A064}"/>
              </a:ext>
            </a:extLst>
          </p:cNvPr>
          <p:cNvSpPr/>
          <p:nvPr/>
        </p:nvSpPr>
        <p:spPr>
          <a:xfrm>
            <a:off x="451447" y="1210874"/>
            <a:ext cx="591829" cy="230832"/>
          </a:xfrm>
          <a:prstGeom prst="rect">
            <a:avLst/>
          </a:prstGeom>
        </p:spPr>
        <p:txBody>
          <a:bodyPr wrap="none">
            <a:spAutoFit/>
          </a:bodyPr>
          <a:lstStyle/>
          <a:p>
            <a:pPr algn="ctr"/>
            <a:r>
              <a:rPr lang="en-US" altLang="ko-KR" sz="900" b="1" smtClean="0">
                <a:solidFill>
                  <a:srgbClr val="C00000"/>
                </a:solidFill>
                <a:latin typeface="Times New Roman" pitchFamily="18" charset="0"/>
                <a:ea typeface="Nanum Gothic" panose="020D0604000000000000" pitchFamily="34" charset="-127"/>
                <a:cs typeface="Times New Roman" pitchFamily="18" charset="0"/>
              </a:rPr>
              <a:t>Toàn bộ</a:t>
            </a:r>
            <a:endParaRPr lang="en-US" altLang="ko-KR" sz="900" b="1" dirty="0">
              <a:solidFill>
                <a:srgbClr val="C00000"/>
              </a:solidFill>
              <a:latin typeface="Times New Roman" pitchFamily="18" charset="0"/>
              <a:ea typeface="Nanum Gothic" panose="020D0604000000000000" pitchFamily="34" charset="-127"/>
              <a:cs typeface="Times New Roman" pitchFamily="18" charset="0"/>
            </a:endParaRPr>
          </a:p>
        </p:txBody>
      </p:sp>
      <p:pic>
        <p:nvPicPr>
          <p:cNvPr id="78" name="그림 77">
            <a:extLst>
              <a:ext uri="{FF2B5EF4-FFF2-40B4-BE49-F238E27FC236}">
                <a16:creationId xmlns="" xmlns:a16="http://schemas.microsoft.com/office/drawing/2014/main" id="{09BA3860-7E46-6146-8410-2E54CD90FF99}"/>
              </a:ext>
            </a:extLst>
          </p:cNvPr>
          <p:cNvPicPr>
            <a:picLocks noChangeAspect="1"/>
          </p:cNvPicPr>
          <p:nvPr/>
        </p:nvPicPr>
        <p:blipFill>
          <a:blip r:embed="rId5" cstate="print"/>
          <a:stretch>
            <a:fillRect/>
          </a:stretch>
        </p:blipFill>
        <p:spPr>
          <a:xfrm>
            <a:off x="3454814" y="2088404"/>
            <a:ext cx="139900" cy="155512"/>
          </a:xfrm>
          <a:prstGeom prst="rect">
            <a:avLst/>
          </a:prstGeom>
        </p:spPr>
      </p:pic>
      <p:sp>
        <p:nvSpPr>
          <p:cNvPr id="79" name="직사각형 78">
            <a:extLst>
              <a:ext uri="{FF2B5EF4-FFF2-40B4-BE49-F238E27FC236}">
                <a16:creationId xmlns="" xmlns:a16="http://schemas.microsoft.com/office/drawing/2014/main" id="{472F75A9-D6B3-7448-9D72-ABCD4C871D0D}"/>
              </a:ext>
            </a:extLst>
          </p:cNvPr>
          <p:cNvSpPr/>
          <p:nvPr/>
        </p:nvSpPr>
        <p:spPr>
          <a:xfrm>
            <a:off x="2652499" y="2510207"/>
            <a:ext cx="511907"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Xử lý sử dụng</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80" name="직사각형 79">
            <a:extLst>
              <a:ext uri="{FF2B5EF4-FFF2-40B4-BE49-F238E27FC236}">
                <a16:creationId xmlns="" xmlns:a16="http://schemas.microsoft.com/office/drawing/2014/main" id="{566E0732-AF51-9541-A027-F696A47B8A31}"/>
              </a:ext>
            </a:extLst>
          </p:cNvPr>
          <p:cNvSpPr/>
          <p:nvPr/>
        </p:nvSpPr>
        <p:spPr>
          <a:xfrm>
            <a:off x="3207649" y="2510207"/>
            <a:ext cx="511907"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Xử lý khôi phục</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81" name="직사각형 80">
            <a:extLst>
              <a:ext uri="{FF2B5EF4-FFF2-40B4-BE49-F238E27FC236}">
                <a16:creationId xmlns="" xmlns:a16="http://schemas.microsoft.com/office/drawing/2014/main" id="{C94A2C5C-A30F-3B4A-94F3-C0A625A03039}"/>
              </a:ext>
            </a:extLst>
          </p:cNvPr>
          <p:cNvSpPr/>
          <p:nvPr/>
        </p:nvSpPr>
        <p:spPr>
          <a:xfrm>
            <a:off x="2093961" y="2510207"/>
            <a:ext cx="511907" cy="157932"/>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Chọn toàn bộ</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82" name="직사각형 81">
            <a:extLst>
              <a:ext uri="{FF2B5EF4-FFF2-40B4-BE49-F238E27FC236}">
                <a16:creationId xmlns="" xmlns:a16="http://schemas.microsoft.com/office/drawing/2014/main" id="{ABED46AF-6135-3143-8535-D8F133236B34}"/>
              </a:ext>
            </a:extLst>
          </p:cNvPr>
          <p:cNvSpPr/>
          <p:nvPr/>
        </p:nvSpPr>
        <p:spPr>
          <a:xfrm>
            <a:off x="495682" y="2481451"/>
            <a:ext cx="904415" cy="215444"/>
          </a:xfrm>
          <a:prstGeom prst="rect">
            <a:avLst/>
          </a:prstGeom>
        </p:spPr>
        <p:txBody>
          <a:bodyPr wrap="none">
            <a:spAutoFit/>
          </a:bodyPr>
          <a:lstStyle/>
          <a:p>
            <a:pPr algn="ctr"/>
            <a:r>
              <a:rPr lang="en-US" altLang="ko-KR" sz="800" smtClean="0">
                <a:latin typeface="Times New Roman" pitchFamily="18" charset="0"/>
                <a:ea typeface="Nanum Gothic" panose="020D0604000000000000" pitchFamily="34" charset="-127"/>
                <a:cs typeface="Times New Roman" pitchFamily="18" charset="0"/>
              </a:rPr>
              <a:t>Tổng 231 kết quả</a:t>
            </a:r>
            <a:endParaRPr lang="en-US" altLang="ko-KR" sz="800" dirty="0">
              <a:latin typeface="Times New Roman" pitchFamily="18" charset="0"/>
              <a:ea typeface="Nanum Gothic" panose="020D0604000000000000" pitchFamily="34" charset="-127"/>
              <a:cs typeface="Times New Roman" pitchFamily="18" charset="0"/>
            </a:endParaRPr>
          </a:p>
        </p:txBody>
      </p:sp>
      <p:sp>
        <p:nvSpPr>
          <p:cNvPr id="90" name="직사각형 89">
            <a:extLst>
              <a:ext uri="{FF2B5EF4-FFF2-40B4-BE49-F238E27FC236}">
                <a16:creationId xmlns="" xmlns:a16="http://schemas.microsoft.com/office/drawing/2014/main" id="{EF9D4431-EC88-2C4C-AC73-3806793F02E6}"/>
              </a:ext>
            </a:extLst>
          </p:cNvPr>
          <p:cNvSpPr/>
          <p:nvPr/>
        </p:nvSpPr>
        <p:spPr>
          <a:xfrm>
            <a:off x="416496" y="6149189"/>
            <a:ext cx="3456384" cy="486516"/>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50" smtClean="0">
                <a:solidFill>
                  <a:schemeClr val="tx1"/>
                </a:solidFill>
                <a:latin typeface="Times New Roman" pitchFamily="18" charset="0"/>
                <a:ea typeface="Nanum Gothic" panose="020D0604000000000000" pitchFamily="34" charset="-127"/>
                <a:cs typeface="Times New Roman" pitchFamily="18" charset="0"/>
              </a:rPr>
              <a:t>footer</a:t>
            </a:r>
            <a:endParaRPr lang="ko-KR" altLang="en-US" sz="1050" dirty="0">
              <a:solidFill>
                <a:schemeClr val="tx1"/>
              </a:solidFill>
              <a:latin typeface="Times New Roman" pitchFamily="18" charset="0"/>
              <a:ea typeface="Nanum Gothic" panose="020D0604000000000000" pitchFamily="34" charset="-127"/>
              <a:cs typeface="Times New Roman" pitchFamily="18" charset="0"/>
            </a:endParaRPr>
          </a:p>
        </p:txBody>
      </p:sp>
      <p:sp>
        <p:nvSpPr>
          <p:cNvPr id="95" name="왼쪽 중괄호[L] 94">
            <a:extLst>
              <a:ext uri="{FF2B5EF4-FFF2-40B4-BE49-F238E27FC236}">
                <a16:creationId xmlns="" xmlns:a16="http://schemas.microsoft.com/office/drawing/2014/main" id="{9B998B3A-F03A-5D4B-8F43-8CFBB5AB8094}"/>
              </a:ext>
            </a:extLst>
          </p:cNvPr>
          <p:cNvSpPr/>
          <p:nvPr/>
        </p:nvSpPr>
        <p:spPr>
          <a:xfrm rot="10800000">
            <a:off x="3889750" y="1126054"/>
            <a:ext cx="216024" cy="428675"/>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96" name="TextBox 95">
            <a:extLst>
              <a:ext uri="{FF2B5EF4-FFF2-40B4-BE49-F238E27FC236}">
                <a16:creationId xmlns="" xmlns:a16="http://schemas.microsoft.com/office/drawing/2014/main" id="{D82DDEAE-995D-CB43-A2BC-4C0AFB9DCFFA}"/>
              </a:ext>
            </a:extLst>
          </p:cNvPr>
          <p:cNvSpPr txBox="1"/>
          <p:nvPr/>
        </p:nvSpPr>
        <p:spPr>
          <a:xfrm>
            <a:off x="4064066" y="1245334"/>
            <a:ext cx="1138453" cy="400110"/>
          </a:xfrm>
          <a:prstGeom prst="rect">
            <a:avLst/>
          </a:prstGeom>
          <a:noFill/>
        </p:spPr>
        <p:txBody>
          <a:bodyPr wrap="none" rtlCol="0">
            <a:spAutoFit/>
          </a:bodyPr>
          <a:lstStyle/>
          <a:p>
            <a:r>
              <a:rPr kumimoji="1" lang="en-US" altLang="ko-KR" sz="1000" i="1" smtClean="0">
                <a:solidFill>
                  <a:srgbClr val="0070C0"/>
                </a:solidFill>
                <a:latin typeface="Times New Roman" pitchFamily="18" charset="0"/>
                <a:ea typeface="Nanum Gothic" panose="020D0604000000000000" pitchFamily="34" charset="-127"/>
                <a:cs typeface="Times New Roman" pitchFamily="18" charset="0"/>
              </a:rPr>
              <a:t>Cố định khi scroll </a:t>
            </a:r>
          </a:p>
          <a:p>
            <a:r>
              <a:rPr kumimoji="1" lang="en-US" altLang="ko-KR" sz="1000" i="1" smtClean="0">
                <a:solidFill>
                  <a:srgbClr val="0070C0"/>
                </a:solidFill>
                <a:latin typeface="Times New Roman" pitchFamily="18" charset="0"/>
                <a:ea typeface="Nanum Gothic" panose="020D0604000000000000" pitchFamily="34" charset="-127"/>
                <a:cs typeface="Times New Roman" pitchFamily="18" charset="0"/>
              </a:rPr>
              <a:t>ở dưới</a:t>
            </a:r>
            <a:endParaRPr kumimoji="1" lang="ko-KR" altLang="en-US" sz="1000" i="1" dirty="0">
              <a:solidFill>
                <a:srgbClr val="0070C0"/>
              </a:solidFill>
              <a:latin typeface="Times New Roman" pitchFamily="18" charset="0"/>
              <a:ea typeface="Nanum Gothic" panose="020D0604000000000000" pitchFamily="34" charset="-127"/>
              <a:cs typeface="Times New Roman" pitchFamily="18" charset="0"/>
            </a:endParaRPr>
          </a:p>
        </p:txBody>
      </p:sp>
      <p:sp>
        <p:nvSpPr>
          <p:cNvPr id="119" name="왼쪽 중괄호[L] 118">
            <a:extLst>
              <a:ext uri="{FF2B5EF4-FFF2-40B4-BE49-F238E27FC236}">
                <a16:creationId xmlns="" xmlns:a16="http://schemas.microsoft.com/office/drawing/2014/main" id="{1883AD7D-6AFA-5649-9CBF-36DD1058F35F}"/>
              </a:ext>
            </a:extLst>
          </p:cNvPr>
          <p:cNvSpPr/>
          <p:nvPr/>
        </p:nvSpPr>
        <p:spPr>
          <a:xfrm rot="10800000">
            <a:off x="3820825" y="2774797"/>
            <a:ext cx="284948" cy="2849969"/>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120" name="TextBox 119">
            <a:extLst>
              <a:ext uri="{FF2B5EF4-FFF2-40B4-BE49-F238E27FC236}">
                <a16:creationId xmlns="" xmlns:a16="http://schemas.microsoft.com/office/drawing/2014/main" id="{A8AAA3DE-4C44-CC45-9A24-E609F8EFEA37}"/>
              </a:ext>
            </a:extLst>
          </p:cNvPr>
          <p:cNvSpPr txBox="1"/>
          <p:nvPr/>
        </p:nvSpPr>
        <p:spPr>
          <a:xfrm>
            <a:off x="4145789" y="4073173"/>
            <a:ext cx="1617751" cy="246221"/>
          </a:xfrm>
          <a:prstGeom prst="rect">
            <a:avLst/>
          </a:prstGeom>
          <a:noFill/>
        </p:spPr>
        <p:txBody>
          <a:bodyPr wrap="none" rtlCol="0">
            <a:spAutoFit/>
          </a:bodyPr>
          <a:lstStyle/>
          <a:p>
            <a:r>
              <a:rPr kumimoji="1" lang="en-US" altLang="ko-KR" sz="1000" i="1" smtClean="0">
                <a:solidFill>
                  <a:srgbClr val="0070C0"/>
                </a:solidFill>
                <a:latin typeface="Times New Roman" pitchFamily="18" charset="0"/>
                <a:ea typeface="Nanum Gothic" panose="020D0604000000000000" pitchFamily="34" charset="-127"/>
                <a:cs typeface="Times New Roman" pitchFamily="18" charset="0"/>
              </a:rPr>
              <a:t>Hiển thị 100 vé trên 1 trang</a:t>
            </a:r>
            <a:endParaRPr kumimoji="1" lang="en-US" altLang="ko-KR" sz="1000" i="1" dirty="0">
              <a:solidFill>
                <a:srgbClr val="0070C0"/>
              </a:solidFill>
              <a:latin typeface="Times New Roman" pitchFamily="18" charset="0"/>
              <a:ea typeface="Nanum Gothic" panose="020D0604000000000000" pitchFamily="34" charset="-127"/>
              <a:cs typeface="Times New Roman" pitchFamily="18" charset="0"/>
            </a:endParaRPr>
          </a:p>
        </p:txBody>
      </p:sp>
      <p:grpSp>
        <p:nvGrpSpPr>
          <p:cNvPr id="3" name="그룹 12">
            <a:extLst>
              <a:ext uri="{FF2B5EF4-FFF2-40B4-BE49-F238E27FC236}">
                <a16:creationId xmlns="" xmlns:a16="http://schemas.microsoft.com/office/drawing/2014/main" id="{3C68D7AB-22CE-214A-900B-B7A6A53934C3}"/>
              </a:ext>
            </a:extLst>
          </p:cNvPr>
          <p:cNvGrpSpPr/>
          <p:nvPr/>
        </p:nvGrpSpPr>
        <p:grpSpPr>
          <a:xfrm>
            <a:off x="5276011" y="710328"/>
            <a:ext cx="2023754" cy="2766954"/>
            <a:chOff x="6271463" y="2636330"/>
            <a:chExt cx="3493076" cy="4775866"/>
          </a:xfrm>
        </p:grpSpPr>
        <p:sp>
          <p:nvSpPr>
            <p:cNvPr id="121" name="직사각형 120">
              <a:extLst>
                <a:ext uri="{FF2B5EF4-FFF2-40B4-BE49-F238E27FC236}">
                  <a16:creationId xmlns="" xmlns:a16="http://schemas.microsoft.com/office/drawing/2014/main" id="{37F67DA2-ADF3-7543-83E2-FF43B727BD4B}"/>
                </a:ext>
              </a:extLst>
            </p:cNvPr>
            <p:cNvSpPr/>
            <p:nvPr/>
          </p:nvSpPr>
          <p:spPr>
            <a:xfrm>
              <a:off x="6452171" y="3094404"/>
              <a:ext cx="3109400" cy="771621"/>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400">
                <a:solidFill>
                  <a:schemeClr val="tx1"/>
                </a:solidFill>
                <a:latin typeface="Times New Roman" pitchFamily="18" charset="0"/>
                <a:ea typeface="Nanum Gothic" panose="020D0604000000000000" pitchFamily="34" charset="-127"/>
                <a:cs typeface="Times New Roman" pitchFamily="18" charset="0"/>
              </a:endParaRPr>
            </a:p>
          </p:txBody>
        </p:sp>
        <p:sp>
          <p:nvSpPr>
            <p:cNvPr id="122" name="직사각형 121">
              <a:extLst>
                <a:ext uri="{FF2B5EF4-FFF2-40B4-BE49-F238E27FC236}">
                  <a16:creationId xmlns="" xmlns:a16="http://schemas.microsoft.com/office/drawing/2014/main" id="{1A9D0F07-425B-724C-AB72-6C7E3C1D9CF9}"/>
                </a:ext>
              </a:extLst>
            </p:cNvPr>
            <p:cNvSpPr/>
            <p:nvPr/>
          </p:nvSpPr>
          <p:spPr>
            <a:xfrm>
              <a:off x="6574253" y="3503491"/>
              <a:ext cx="2934795" cy="28184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600" b="1" dirty="0">
                  <a:solidFill>
                    <a:schemeClr val="tx1"/>
                  </a:solidFill>
                  <a:latin typeface="Times New Roman" pitchFamily="18" charset="0"/>
                  <a:ea typeface="Nanum Gothic" panose="020D0604000000000000" pitchFamily="34" charset="-127"/>
                  <a:cs typeface="Times New Roman" pitchFamily="18" charset="0"/>
                </a:rPr>
                <a:t>#</a:t>
              </a:r>
              <a:r>
                <a:rPr lang="ko-KR" altLang="en-US" sz="600" b="1" dirty="0">
                  <a:solidFill>
                    <a:schemeClr val="tx1"/>
                  </a:solidFill>
                  <a:latin typeface="Times New Roman" pitchFamily="18" charset="0"/>
                  <a:ea typeface="Nanum Gothic" panose="020D0604000000000000" pitchFamily="34" charset="-127"/>
                  <a:cs typeface="Times New Roman" pitchFamily="18" charset="0"/>
                </a:rPr>
                <a:t>당일 </a:t>
              </a:r>
              <a:r>
                <a:rPr lang="en-US" altLang="ko-KR" sz="600" b="1">
                  <a:solidFill>
                    <a:schemeClr val="tx1"/>
                  </a:solidFill>
                  <a:latin typeface="Times New Roman" pitchFamily="18" charset="0"/>
                  <a:ea typeface="Nanum Gothic" panose="020D0604000000000000" pitchFamily="34" charset="-127"/>
                  <a:cs typeface="Times New Roman" pitchFamily="18" charset="0"/>
                </a:rPr>
                <a:t>#</a:t>
              </a:r>
              <a:r>
                <a:rPr lang="ko-KR" altLang="en-US" sz="600" b="1" smtClean="0">
                  <a:solidFill>
                    <a:schemeClr val="tx1"/>
                  </a:solidFill>
                  <a:latin typeface="Times New Roman" pitchFamily="18" charset="0"/>
                  <a:ea typeface="Nanum Gothic" panose="020D0604000000000000" pitchFamily="34" charset="-127"/>
                  <a:cs typeface="Times New Roman" pitchFamily="18" charset="0"/>
                </a:rPr>
                <a:t>채널</a:t>
              </a:r>
              <a:r>
                <a:rPr lang="en-US" altLang="ko-KR" sz="600" b="1" smtClean="0">
                  <a:solidFill>
                    <a:schemeClr val="tx1"/>
                  </a:solidFill>
                  <a:latin typeface="Times New Roman" pitchFamily="18" charset="0"/>
                  <a:ea typeface="Nanum Gothic" panose="020D0604000000000000" pitchFamily="34" charset="-127"/>
                  <a:cs typeface="Times New Roman" pitchFamily="18" charset="0"/>
                </a:rPr>
                <a:t>Toàn bộ</a:t>
              </a:r>
              <a:r>
                <a:rPr lang="ko-KR" altLang="en-US" sz="600" b="1" smtClean="0">
                  <a:solidFill>
                    <a:schemeClr val="tx1"/>
                  </a:solidFill>
                  <a:latin typeface="Times New Roman" pitchFamily="18" charset="0"/>
                  <a:ea typeface="Nanum Gothic" panose="020D0604000000000000" pitchFamily="34" charset="-127"/>
                  <a:cs typeface="Times New Roman" pitchFamily="18" charset="0"/>
                </a:rPr>
                <a:t>  </a:t>
              </a:r>
              <a:r>
                <a:rPr lang="en-US" altLang="ko-KR" sz="600" b="1">
                  <a:solidFill>
                    <a:schemeClr val="tx1"/>
                  </a:solidFill>
                  <a:latin typeface="Times New Roman" pitchFamily="18" charset="0"/>
                  <a:ea typeface="Nanum Gothic" panose="020D0604000000000000" pitchFamily="34" charset="-127"/>
                  <a:cs typeface="Times New Roman" pitchFamily="18" charset="0"/>
                </a:rPr>
                <a:t>#</a:t>
              </a:r>
              <a:r>
                <a:rPr lang="ko-KR" altLang="en-US" sz="600" b="1" smtClean="0">
                  <a:solidFill>
                    <a:schemeClr val="tx1"/>
                  </a:solidFill>
                  <a:latin typeface="Times New Roman" pitchFamily="18" charset="0"/>
                  <a:ea typeface="Nanum Gothic" panose="020D0604000000000000" pitchFamily="34" charset="-127"/>
                  <a:cs typeface="Times New Roman" pitchFamily="18" charset="0"/>
                </a:rPr>
                <a:t>시설사</a:t>
              </a:r>
              <a:r>
                <a:rPr lang="en-US" altLang="ko-KR" sz="600" b="1" smtClean="0">
                  <a:solidFill>
                    <a:schemeClr val="tx1"/>
                  </a:solidFill>
                  <a:latin typeface="Times New Roman" pitchFamily="18" charset="0"/>
                  <a:ea typeface="Nanum Gothic" panose="020D0604000000000000" pitchFamily="34" charset="-127"/>
                  <a:cs typeface="Times New Roman" pitchFamily="18" charset="0"/>
                </a:rPr>
                <a:t>Toàn bộ</a:t>
              </a:r>
              <a:endParaRPr lang="ko-KR" altLang="en-US" sz="6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123" name="직사각형 122">
              <a:extLst>
                <a:ext uri="{FF2B5EF4-FFF2-40B4-BE49-F238E27FC236}">
                  <a16:creationId xmlns="" xmlns:a16="http://schemas.microsoft.com/office/drawing/2014/main" id="{463D18BB-D60B-C645-90A2-3E7BD7174D7E}"/>
                </a:ext>
              </a:extLst>
            </p:cNvPr>
            <p:cNvSpPr/>
            <p:nvPr/>
          </p:nvSpPr>
          <p:spPr>
            <a:xfrm>
              <a:off x="6452171" y="4211585"/>
              <a:ext cx="3172565" cy="116351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400">
                <a:solidFill>
                  <a:schemeClr val="tx1"/>
                </a:solidFill>
                <a:latin typeface="Times New Roman" pitchFamily="18" charset="0"/>
                <a:cs typeface="Times New Roman" pitchFamily="18" charset="0"/>
              </a:endParaRPr>
            </a:p>
          </p:txBody>
        </p:sp>
        <p:sp>
          <p:nvSpPr>
            <p:cNvPr id="124" name="TextBox 2">
              <a:extLst>
                <a:ext uri="{FF2B5EF4-FFF2-40B4-BE49-F238E27FC236}">
                  <a16:creationId xmlns="" xmlns:a16="http://schemas.microsoft.com/office/drawing/2014/main" id="{4545F297-A6E7-A343-A3CE-3861D87A3CBE}"/>
                </a:ext>
              </a:extLst>
            </p:cNvPr>
            <p:cNvSpPr txBox="1"/>
            <p:nvPr/>
          </p:nvSpPr>
          <p:spPr>
            <a:xfrm>
              <a:off x="7100242" y="4238497"/>
              <a:ext cx="2448273" cy="1115591"/>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ko-KR" sz="400" b="1" smtClean="0">
                  <a:latin typeface="Times New Roman" pitchFamily="18" charset="0"/>
                  <a:ea typeface="Nanum Gothic" panose="020D0604000000000000" pitchFamily="34" charset="-127"/>
                  <a:cs typeface="Times New Roman" pitchFamily="18" charset="0"/>
                </a:rPr>
                <a:t>T-Bridge</a:t>
              </a:r>
              <a:r>
                <a:rPr lang="ko-KR" altLang="en-US" sz="400" b="1" smtClean="0">
                  <a:latin typeface="Times New Roman" pitchFamily="18" charset="0"/>
                  <a:ea typeface="Nanum Gothic" panose="020D0604000000000000" pitchFamily="34" charset="-127"/>
                  <a:cs typeface="Times New Roman" pitchFamily="18" charset="0"/>
                </a:rPr>
                <a:t> </a:t>
              </a:r>
              <a:r>
                <a:rPr lang="en-US" altLang="ko-KR" sz="400" b="1" dirty="0">
                  <a:latin typeface="Times New Roman" pitchFamily="18" charset="0"/>
                  <a:ea typeface="Nanum Gothic" panose="020D0604000000000000" pitchFamily="34" charset="-127"/>
                  <a:cs typeface="Times New Roman" pitchFamily="18" charset="0"/>
                </a:rPr>
                <a:t>: T123CD123451</a:t>
              </a:r>
              <a:endParaRPr lang="ko-KR" altLang="en-US" sz="400" b="1" dirty="0">
                <a:latin typeface="Times New Roman" pitchFamily="18" charset="0"/>
                <a:ea typeface="Nanum Gothic" panose="020D0604000000000000" pitchFamily="34" charset="-127"/>
                <a:cs typeface="Times New Roman" pitchFamily="18" charset="0"/>
              </a:endParaRPr>
            </a:p>
            <a:p>
              <a:r>
                <a:rPr lang="en-US" altLang="ko-KR" sz="400" b="1" smtClean="0">
                  <a:latin typeface="Times New Roman" pitchFamily="18" charset="0"/>
                  <a:ea typeface="Nanum Gothic" panose="020D0604000000000000" pitchFamily="34" charset="-127"/>
                  <a:cs typeface="Times New Roman" pitchFamily="18" charset="0"/>
                </a:rPr>
                <a:t>Gmarket: </a:t>
              </a:r>
              <a:r>
                <a:rPr lang="en-US" altLang="ko-KR" sz="400" b="1" dirty="0">
                  <a:latin typeface="Times New Roman" pitchFamily="18" charset="0"/>
                  <a:ea typeface="Nanum Gothic" panose="020D0604000000000000" pitchFamily="34" charset="-127"/>
                  <a:cs typeface="Times New Roman" pitchFamily="18" charset="0"/>
                </a:rPr>
                <a:t>P0909_111</a:t>
              </a:r>
            </a:p>
            <a:p>
              <a:endParaRPr lang="en-US" altLang="ko-KR" sz="400" dirty="0">
                <a:latin typeface="Times New Roman" pitchFamily="18" charset="0"/>
                <a:ea typeface="Nanum Gothic" panose="020D0604000000000000" pitchFamily="34" charset="-127"/>
                <a:cs typeface="Times New Roman" pitchFamily="18" charset="0"/>
              </a:endParaRPr>
            </a:p>
            <a:p>
              <a:r>
                <a:rPr lang="ko-KR" altLang="en-US" sz="600" dirty="0">
                  <a:latin typeface="Times New Roman" pitchFamily="18" charset="0"/>
                  <a:ea typeface="Nanum Gothic" panose="020D0604000000000000" pitchFamily="34" charset="-127"/>
                  <a:cs typeface="Times New Roman" pitchFamily="18" charset="0"/>
                </a:rPr>
                <a:t>충주 </a:t>
              </a:r>
              <a:r>
                <a:rPr lang="ko-KR" altLang="en-US" sz="600" dirty="0" err="1">
                  <a:latin typeface="Times New Roman" pitchFamily="18" charset="0"/>
                  <a:ea typeface="Nanum Gothic" panose="020D0604000000000000" pitchFamily="34" charset="-127"/>
                  <a:cs typeface="Times New Roman" pitchFamily="18" charset="0"/>
                </a:rPr>
                <a:t>미노스랩</a:t>
              </a:r>
              <a:r>
                <a:rPr lang="ko-KR" altLang="en-US" sz="600" dirty="0">
                  <a:latin typeface="Times New Roman" pitchFamily="18" charset="0"/>
                  <a:ea typeface="Nanum Gothic" panose="020D0604000000000000" pitchFamily="34" charset="-127"/>
                  <a:cs typeface="Times New Roman" pitchFamily="18" charset="0"/>
                </a:rPr>
                <a:t> </a:t>
              </a:r>
              <a:r>
                <a:rPr lang="ko-KR" altLang="en-US" sz="600" dirty="0" err="1">
                  <a:latin typeface="Times New Roman" pitchFamily="18" charset="0"/>
                  <a:ea typeface="Nanum Gothic" panose="020D0604000000000000" pitchFamily="34" charset="-127"/>
                  <a:cs typeface="Times New Roman" pitchFamily="18" charset="0"/>
                </a:rPr>
                <a:t>힐링앤</a:t>
              </a:r>
              <a:r>
                <a:rPr lang="ko-KR" altLang="en-US" sz="600" dirty="0">
                  <a:latin typeface="Times New Roman" pitchFamily="18" charset="0"/>
                  <a:ea typeface="Nanum Gothic" panose="020D0604000000000000" pitchFamily="34" charset="-127"/>
                  <a:cs typeface="Times New Roman" pitchFamily="18" charset="0"/>
                </a:rPr>
                <a:t> </a:t>
              </a:r>
              <a:r>
                <a:rPr lang="ko-KR" altLang="en-US" sz="600" dirty="0" err="1">
                  <a:latin typeface="Times New Roman" pitchFamily="18" charset="0"/>
                  <a:ea typeface="Nanum Gothic" panose="020D0604000000000000" pitchFamily="34" charset="-127"/>
                  <a:cs typeface="Times New Roman" pitchFamily="18" charset="0"/>
                </a:rPr>
                <a:t>사조리조트</a:t>
              </a:r>
              <a:endParaRPr lang="en-US" altLang="ko-KR" sz="600" dirty="0">
                <a:latin typeface="Times New Roman" pitchFamily="18" charset="0"/>
                <a:ea typeface="Nanum Gothic" panose="020D0604000000000000" pitchFamily="34" charset="-127"/>
                <a:cs typeface="Times New Roman" pitchFamily="18" charset="0"/>
              </a:endParaRPr>
            </a:p>
            <a:p>
              <a:r>
                <a:rPr lang="en-US" altLang="ko-KR" sz="600" dirty="0">
                  <a:latin typeface="Times New Roman" pitchFamily="18" charset="0"/>
                  <a:ea typeface="Nanum Gothic" panose="020D0604000000000000" pitchFamily="34" charset="-127"/>
                  <a:cs typeface="Times New Roman" pitchFamily="18" charset="0"/>
                </a:rPr>
                <a:t>89.25M </a:t>
              </a:r>
              <a:r>
                <a:rPr lang="ko-KR" altLang="en-US" sz="600" dirty="0">
                  <a:latin typeface="Times New Roman" pitchFamily="18" charset="0"/>
                  <a:ea typeface="Nanum Gothic" panose="020D0604000000000000" pitchFamily="34" charset="-127"/>
                  <a:cs typeface="Times New Roman" pitchFamily="18" charset="0"/>
                </a:rPr>
                <a:t>객실 </a:t>
              </a:r>
              <a:r>
                <a:rPr lang="en-US" altLang="ko-KR" sz="600" dirty="0">
                  <a:latin typeface="Times New Roman" pitchFamily="18" charset="0"/>
                  <a:ea typeface="Nanum Gothic" panose="020D0604000000000000" pitchFamily="34" charset="-127"/>
                  <a:cs typeface="Times New Roman" pitchFamily="18" charset="0"/>
                </a:rPr>
                <a:t>1</a:t>
              </a:r>
              <a:r>
                <a:rPr lang="ko-KR" altLang="en-US" sz="600" dirty="0">
                  <a:latin typeface="Times New Roman" pitchFamily="18" charset="0"/>
                  <a:ea typeface="Nanum Gothic" panose="020D0604000000000000" pitchFamily="34" charset="-127"/>
                  <a:cs typeface="Times New Roman" pitchFamily="18" charset="0"/>
                </a:rPr>
                <a:t>박</a:t>
              </a:r>
              <a:endParaRPr lang="en-US" altLang="ko-KR" sz="600" dirty="0">
                <a:latin typeface="Times New Roman" pitchFamily="18" charset="0"/>
                <a:ea typeface="Nanum Gothic" panose="020D0604000000000000" pitchFamily="34" charset="-127"/>
                <a:cs typeface="Times New Roman" pitchFamily="18" charset="0"/>
              </a:endParaRPr>
            </a:p>
            <a:p>
              <a:r>
                <a:rPr lang="ko-KR" altLang="en-US" sz="600" dirty="0">
                  <a:latin typeface="Times New Roman" pitchFamily="18" charset="0"/>
                  <a:ea typeface="Nanum Gothic" panose="020D0604000000000000" pitchFamily="34" charset="-127"/>
                  <a:cs typeface="Times New Roman" pitchFamily="18" charset="0"/>
                </a:rPr>
                <a:t>박근철 </a:t>
              </a:r>
              <a:r>
                <a:rPr lang="en-US" altLang="ko-KR" sz="600" dirty="0">
                  <a:latin typeface="Times New Roman" pitchFamily="18" charset="0"/>
                  <a:ea typeface="Nanum Gothic" panose="020D0604000000000000" pitchFamily="34" charset="-127"/>
                  <a:cs typeface="Times New Roman" pitchFamily="18" charset="0"/>
                </a:rPr>
                <a:t>[ 010-222-2222</a:t>
              </a:r>
              <a:r>
                <a:rPr lang="ko-KR" altLang="en-US" sz="600" dirty="0">
                  <a:latin typeface="Times New Roman" pitchFamily="18" charset="0"/>
                  <a:ea typeface="Nanum Gothic" panose="020D0604000000000000" pitchFamily="34" charset="-127"/>
                  <a:cs typeface="Times New Roman" pitchFamily="18" charset="0"/>
                </a:rPr>
                <a:t> </a:t>
              </a:r>
              <a:r>
                <a:rPr lang="en-US" altLang="ko-KR" sz="600" dirty="0">
                  <a:latin typeface="Times New Roman" pitchFamily="18" charset="0"/>
                  <a:ea typeface="Nanum Gothic" panose="020D0604000000000000" pitchFamily="34" charset="-127"/>
                  <a:cs typeface="Times New Roman" pitchFamily="18" charset="0"/>
                </a:rPr>
                <a:t>]</a:t>
              </a:r>
            </a:p>
            <a:p>
              <a:r>
                <a:rPr lang="en-US" altLang="ko-KR" sz="600" smtClean="0">
                  <a:latin typeface="Times New Roman" pitchFamily="18" charset="0"/>
                  <a:ea typeface="Nanum Gothic" panose="020D0604000000000000" pitchFamily="34" charset="-127"/>
                  <a:cs typeface="Times New Roman" pitchFamily="18" charset="0"/>
                </a:rPr>
                <a:t>Ngày mua: </a:t>
              </a:r>
              <a:r>
                <a:rPr lang="en-US" altLang="ko-KR" sz="600" dirty="0">
                  <a:latin typeface="Times New Roman" pitchFamily="18" charset="0"/>
                  <a:ea typeface="Nanum Gothic" panose="020D0604000000000000" pitchFamily="34" charset="-127"/>
                  <a:cs typeface="Times New Roman" pitchFamily="18" charset="0"/>
                </a:rPr>
                <a:t>2020-02-01 </a:t>
              </a:r>
            </a:p>
          </p:txBody>
        </p:sp>
        <p:sp>
          <p:nvSpPr>
            <p:cNvPr id="125" name="직사각형 124">
              <a:extLst>
                <a:ext uri="{FF2B5EF4-FFF2-40B4-BE49-F238E27FC236}">
                  <a16:creationId xmlns="" xmlns:a16="http://schemas.microsoft.com/office/drawing/2014/main" id="{7299B429-3851-884C-B2E1-9342530BE55C}"/>
                </a:ext>
              </a:extLst>
            </p:cNvPr>
            <p:cNvSpPr/>
            <p:nvPr/>
          </p:nvSpPr>
          <p:spPr>
            <a:xfrm>
              <a:off x="6688352" y="4579445"/>
              <a:ext cx="247718" cy="24771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400">
                <a:solidFill>
                  <a:schemeClr val="tx1"/>
                </a:solidFill>
                <a:latin typeface="Times New Roman" pitchFamily="18" charset="0"/>
                <a:cs typeface="Times New Roman" pitchFamily="18" charset="0"/>
              </a:endParaRPr>
            </a:p>
          </p:txBody>
        </p:sp>
        <p:sp>
          <p:nvSpPr>
            <p:cNvPr id="126" name="직사각형 125">
              <a:extLst>
                <a:ext uri="{FF2B5EF4-FFF2-40B4-BE49-F238E27FC236}">
                  <a16:creationId xmlns="" xmlns:a16="http://schemas.microsoft.com/office/drawing/2014/main" id="{7A7EA2CE-522F-0843-AC4E-B9D1B2E7F179}"/>
                </a:ext>
              </a:extLst>
            </p:cNvPr>
            <p:cNvSpPr/>
            <p:nvPr/>
          </p:nvSpPr>
          <p:spPr>
            <a:xfrm>
              <a:off x="6574253" y="3160796"/>
              <a:ext cx="2934795" cy="285179"/>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ko-KR" altLang="en-US" sz="600">
                  <a:solidFill>
                    <a:schemeClr val="bg1">
                      <a:lumMod val="75000"/>
                    </a:schemeClr>
                  </a:solidFill>
                  <a:latin typeface="Times New Roman" pitchFamily="18" charset="0"/>
                  <a:ea typeface="Nanum Gothic" panose="020D0604000000000000" pitchFamily="34" charset="-127"/>
                  <a:cs typeface="Times New Roman" pitchFamily="18" charset="0"/>
                </a:rPr>
                <a:t>이름</a:t>
              </a:r>
              <a:r>
                <a:rPr lang="en-US" altLang="ko-KR" sz="600" smtClean="0">
                  <a:solidFill>
                    <a:schemeClr val="bg1">
                      <a:lumMod val="75000"/>
                    </a:schemeClr>
                  </a:solidFill>
                  <a:latin typeface="Times New Roman" pitchFamily="18" charset="0"/>
                  <a:ea typeface="Nanum Gothic" panose="020D0604000000000000" pitchFamily="34" charset="-127"/>
                  <a:cs typeface="Times New Roman" pitchFamily="18" charset="0"/>
                </a:rPr>
                <a:t>/</a:t>
              </a:r>
              <a:r>
                <a:rPr lang="vi-VN" altLang="ko-KR" sz="600" smtClean="0">
                  <a:solidFill>
                    <a:schemeClr val="bg1">
                      <a:lumMod val="75000"/>
                    </a:schemeClr>
                  </a:solidFill>
                  <a:latin typeface="Times New Roman" pitchFamily="18" charset="0"/>
                  <a:ea typeface="Nanum Gothic" panose="020D0604000000000000" pitchFamily="34" charset="-127"/>
                  <a:cs typeface="Times New Roman" pitchFamily="18" charset="0"/>
                </a:rPr>
                <a:t>Số điện thoại</a:t>
              </a:r>
              <a:r>
                <a:rPr lang="en-US" altLang="ko-KR" sz="600" smtClean="0">
                  <a:solidFill>
                    <a:schemeClr val="bg1">
                      <a:lumMod val="75000"/>
                    </a:schemeClr>
                  </a:solidFill>
                  <a:latin typeface="Times New Roman" pitchFamily="18" charset="0"/>
                  <a:ea typeface="Nanum Gothic" panose="020D0604000000000000" pitchFamily="34" charset="-127"/>
                  <a:cs typeface="Times New Roman" pitchFamily="18" charset="0"/>
                </a:rPr>
                <a:t>/Mã vé</a:t>
              </a:r>
              <a:r>
                <a:rPr lang="ko-KR" altLang="en-US" sz="600" smtClean="0">
                  <a:solidFill>
                    <a:schemeClr val="bg1">
                      <a:lumMod val="75000"/>
                    </a:schemeClr>
                  </a:solidFill>
                  <a:latin typeface="Times New Roman" pitchFamily="18" charset="0"/>
                  <a:ea typeface="Nanum Gothic" panose="020D0604000000000000" pitchFamily="34" charset="-127"/>
                  <a:cs typeface="Times New Roman" pitchFamily="18" charset="0"/>
                </a:rPr>
                <a:t> </a:t>
              </a:r>
              <a:r>
                <a:rPr lang="ko-KR" altLang="en-US" sz="600" dirty="0">
                  <a:solidFill>
                    <a:schemeClr val="bg1">
                      <a:lumMod val="75000"/>
                    </a:schemeClr>
                  </a:solidFill>
                  <a:latin typeface="Times New Roman" pitchFamily="18" charset="0"/>
                  <a:ea typeface="Nanum Gothic" panose="020D0604000000000000" pitchFamily="34" charset="-127"/>
                  <a:cs typeface="Times New Roman" pitchFamily="18" charset="0"/>
                </a:rPr>
                <a:t>검색</a:t>
              </a:r>
            </a:p>
          </p:txBody>
        </p:sp>
        <p:pic>
          <p:nvPicPr>
            <p:cNvPr id="127" name="그림 126">
              <a:extLst>
                <a:ext uri="{FF2B5EF4-FFF2-40B4-BE49-F238E27FC236}">
                  <a16:creationId xmlns="" xmlns:a16="http://schemas.microsoft.com/office/drawing/2014/main" id="{B0592AB7-0AA2-874E-BFC0-11EDDEBC37E3}"/>
                </a:ext>
              </a:extLst>
            </p:cNvPr>
            <p:cNvPicPr>
              <a:picLocks noChangeAspect="1"/>
            </p:cNvPicPr>
            <p:nvPr/>
          </p:nvPicPr>
          <p:blipFill>
            <a:blip r:embed="rId6" cstate="print"/>
            <a:stretch>
              <a:fillRect/>
            </a:stretch>
          </p:blipFill>
          <p:spPr>
            <a:xfrm>
              <a:off x="9282483" y="3215567"/>
              <a:ext cx="172176" cy="191390"/>
            </a:xfrm>
            <a:prstGeom prst="rect">
              <a:avLst/>
            </a:prstGeom>
          </p:spPr>
        </p:pic>
        <p:sp>
          <p:nvSpPr>
            <p:cNvPr id="128" name="직사각형 127">
              <a:extLst>
                <a:ext uri="{FF2B5EF4-FFF2-40B4-BE49-F238E27FC236}">
                  <a16:creationId xmlns="" xmlns:a16="http://schemas.microsoft.com/office/drawing/2014/main" id="{8020CA11-C5D7-5544-A86A-63CF9A83D601}"/>
                </a:ext>
              </a:extLst>
            </p:cNvPr>
            <p:cNvSpPr/>
            <p:nvPr/>
          </p:nvSpPr>
          <p:spPr>
            <a:xfrm>
              <a:off x="6452171" y="5480856"/>
              <a:ext cx="3172565" cy="116351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400">
                <a:solidFill>
                  <a:schemeClr val="tx1"/>
                </a:solidFill>
                <a:latin typeface="Times New Roman" pitchFamily="18" charset="0"/>
                <a:cs typeface="Times New Roman" pitchFamily="18" charset="0"/>
              </a:endParaRPr>
            </a:p>
          </p:txBody>
        </p:sp>
        <p:sp>
          <p:nvSpPr>
            <p:cNvPr id="129" name="TextBox 2">
              <a:extLst>
                <a:ext uri="{FF2B5EF4-FFF2-40B4-BE49-F238E27FC236}">
                  <a16:creationId xmlns="" xmlns:a16="http://schemas.microsoft.com/office/drawing/2014/main" id="{71C2BE94-6754-834F-8BD5-7E835E60FAF1}"/>
                </a:ext>
              </a:extLst>
            </p:cNvPr>
            <p:cNvSpPr txBox="1"/>
            <p:nvPr/>
          </p:nvSpPr>
          <p:spPr>
            <a:xfrm>
              <a:off x="7100242" y="5507766"/>
              <a:ext cx="2448273" cy="1115591"/>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ko-KR" sz="400" b="1" smtClean="0">
                  <a:latin typeface="Times New Roman" pitchFamily="18" charset="0"/>
                  <a:ea typeface="Nanum Gothic" panose="020D0604000000000000" pitchFamily="34" charset="-127"/>
                  <a:cs typeface="Times New Roman" pitchFamily="18" charset="0"/>
                </a:rPr>
                <a:t>T-Bridge</a:t>
              </a:r>
              <a:r>
                <a:rPr lang="ko-KR" altLang="en-US" sz="400" b="1" smtClean="0">
                  <a:latin typeface="Times New Roman" pitchFamily="18" charset="0"/>
                  <a:ea typeface="Nanum Gothic" panose="020D0604000000000000" pitchFamily="34" charset="-127"/>
                  <a:cs typeface="Times New Roman" pitchFamily="18" charset="0"/>
                </a:rPr>
                <a:t> </a:t>
              </a:r>
              <a:r>
                <a:rPr lang="en-US" altLang="ko-KR" sz="400" b="1" dirty="0">
                  <a:latin typeface="Times New Roman" pitchFamily="18" charset="0"/>
                  <a:ea typeface="Nanum Gothic" panose="020D0604000000000000" pitchFamily="34" charset="-127"/>
                  <a:cs typeface="Times New Roman" pitchFamily="18" charset="0"/>
                </a:rPr>
                <a:t>: T123CD123451</a:t>
              </a:r>
              <a:endParaRPr lang="ko-KR" altLang="en-US" sz="400" b="1" dirty="0">
                <a:latin typeface="Times New Roman" pitchFamily="18" charset="0"/>
                <a:ea typeface="Nanum Gothic" panose="020D0604000000000000" pitchFamily="34" charset="-127"/>
                <a:cs typeface="Times New Roman" pitchFamily="18" charset="0"/>
              </a:endParaRPr>
            </a:p>
            <a:p>
              <a:r>
                <a:rPr lang="en-US" altLang="ko-KR" sz="400" b="1" smtClean="0">
                  <a:latin typeface="Times New Roman" pitchFamily="18" charset="0"/>
                  <a:ea typeface="Nanum Gothic" panose="020D0604000000000000" pitchFamily="34" charset="-127"/>
                  <a:cs typeface="Times New Roman" pitchFamily="18" charset="0"/>
                </a:rPr>
                <a:t>Gmarket: </a:t>
              </a:r>
              <a:r>
                <a:rPr lang="en-US" altLang="ko-KR" sz="400" b="1" dirty="0">
                  <a:latin typeface="Times New Roman" pitchFamily="18" charset="0"/>
                  <a:ea typeface="Nanum Gothic" panose="020D0604000000000000" pitchFamily="34" charset="-127"/>
                  <a:cs typeface="Times New Roman" pitchFamily="18" charset="0"/>
                </a:rPr>
                <a:t>P0909_111</a:t>
              </a:r>
            </a:p>
            <a:p>
              <a:endParaRPr lang="en-US" altLang="ko-KR" sz="400" dirty="0">
                <a:latin typeface="Times New Roman" pitchFamily="18" charset="0"/>
                <a:ea typeface="Nanum Gothic" panose="020D0604000000000000" pitchFamily="34" charset="-127"/>
                <a:cs typeface="Times New Roman" pitchFamily="18" charset="0"/>
              </a:endParaRPr>
            </a:p>
            <a:p>
              <a:r>
                <a:rPr lang="en-US" altLang="ko-KR" sz="600" smtClean="0">
                  <a:latin typeface="Times New Roman" pitchFamily="18" charset="0"/>
                  <a:ea typeface="Nanum Gothic" panose="020D0604000000000000" pitchFamily="34" charset="-127"/>
                  <a:cs typeface="Times New Roman" pitchFamily="18" charset="0"/>
                </a:rPr>
                <a:t>Tên sản phẩm</a:t>
              </a:r>
              <a:endParaRPr lang="en-US" altLang="ko-KR" sz="600" dirty="0">
                <a:latin typeface="Times New Roman" pitchFamily="18" charset="0"/>
                <a:ea typeface="Nanum Gothic" panose="020D0604000000000000" pitchFamily="34" charset="-127"/>
                <a:cs typeface="Times New Roman" pitchFamily="18" charset="0"/>
              </a:endParaRPr>
            </a:p>
            <a:p>
              <a:r>
                <a:rPr lang="en-US" altLang="ko-KR" sz="600" smtClean="0">
                  <a:latin typeface="Times New Roman" pitchFamily="18" charset="0"/>
                  <a:ea typeface="Nanum Gothic" panose="020D0604000000000000" pitchFamily="34" charset="-127"/>
                  <a:cs typeface="Times New Roman" pitchFamily="18" charset="0"/>
                </a:rPr>
                <a:t>Tên option</a:t>
              </a:r>
              <a:endParaRPr lang="en-US" altLang="ko-KR" sz="600" dirty="0">
                <a:latin typeface="Times New Roman" pitchFamily="18" charset="0"/>
                <a:ea typeface="Nanum Gothic" panose="020D0604000000000000" pitchFamily="34" charset="-127"/>
                <a:cs typeface="Times New Roman" pitchFamily="18" charset="0"/>
              </a:endParaRPr>
            </a:p>
            <a:p>
              <a:r>
                <a:rPr lang="vi-VN" altLang="ko-KR" sz="600" smtClean="0">
                  <a:latin typeface="Times New Roman" pitchFamily="18" charset="0"/>
                  <a:ea typeface="Nanum Gothic" panose="020D0604000000000000" pitchFamily="34" charset="-127"/>
                  <a:cs typeface="Times New Roman" pitchFamily="18" charset="0"/>
                </a:rPr>
                <a:t>Tên người mua</a:t>
              </a:r>
              <a:r>
                <a:rPr lang="ko-KR" altLang="en-US" sz="600" smtClean="0">
                  <a:latin typeface="Times New Roman" pitchFamily="18" charset="0"/>
                  <a:ea typeface="Nanum Gothic" panose="020D0604000000000000" pitchFamily="34" charset="-127"/>
                  <a:cs typeface="Times New Roman" pitchFamily="18" charset="0"/>
                </a:rPr>
                <a:t> </a:t>
              </a:r>
              <a:r>
                <a:rPr lang="en-US" altLang="ko-KR" sz="600" dirty="0">
                  <a:latin typeface="Times New Roman" pitchFamily="18" charset="0"/>
                  <a:ea typeface="Nanum Gothic" panose="020D0604000000000000" pitchFamily="34" charset="-127"/>
                  <a:cs typeface="Times New Roman" pitchFamily="18" charset="0"/>
                </a:rPr>
                <a:t>[ 010-222-2222</a:t>
              </a:r>
              <a:r>
                <a:rPr lang="ko-KR" altLang="en-US" sz="600" dirty="0">
                  <a:latin typeface="Times New Roman" pitchFamily="18" charset="0"/>
                  <a:ea typeface="Nanum Gothic" panose="020D0604000000000000" pitchFamily="34" charset="-127"/>
                  <a:cs typeface="Times New Roman" pitchFamily="18" charset="0"/>
                </a:rPr>
                <a:t> </a:t>
              </a:r>
              <a:r>
                <a:rPr lang="en-US" altLang="ko-KR" sz="600" dirty="0">
                  <a:latin typeface="Times New Roman" pitchFamily="18" charset="0"/>
                  <a:ea typeface="Nanum Gothic" panose="020D0604000000000000" pitchFamily="34" charset="-127"/>
                  <a:cs typeface="Times New Roman" pitchFamily="18" charset="0"/>
                </a:rPr>
                <a:t>]</a:t>
              </a:r>
            </a:p>
            <a:p>
              <a:r>
                <a:rPr lang="en-US" altLang="ko-KR" sz="600" smtClean="0">
                  <a:latin typeface="Times New Roman" pitchFamily="18" charset="0"/>
                  <a:ea typeface="Nanum Gothic" panose="020D0604000000000000" pitchFamily="34" charset="-127"/>
                  <a:cs typeface="Times New Roman" pitchFamily="18" charset="0"/>
                </a:rPr>
                <a:t>Ngày mua: </a:t>
              </a:r>
              <a:r>
                <a:rPr lang="en-US" altLang="ko-KR" sz="600" dirty="0">
                  <a:latin typeface="Times New Roman" pitchFamily="18" charset="0"/>
                  <a:ea typeface="Nanum Gothic" panose="020D0604000000000000" pitchFamily="34" charset="-127"/>
                  <a:cs typeface="Times New Roman" pitchFamily="18" charset="0"/>
                </a:rPr>
                <a:t>2020-02-01 </a:t>
              </a:r>
            </a:p>
          </p:txBody>
        </p:sp>
        <p:sp>
          <p:nvSpPr>
            <p:cNvPr id="130" name="직사각형 129">
              <a:extLst>
                <a:ext uri="{FF2B5EF4-FFF2-40B4-BE49-F238E27FC236}">
                  <a16:creationId xmlns="" xmlns:a16="http://schemas.microsoft.com/office/drawing/2014/main" id="{5CD86432-0D57-D544-9F57-3C71F6E20813}"/>
                </a:ext>
              </a:extLst>
            </p:cNvPr>
            <p:cNvSpPr/>
            <p:nvPr/>
          </p:nvSpPr>
          <p:spPr>
            <a:xfrm>
              <a:off x="6688352" y="5848716"/>
              <a:ext cx="247718" cy="24771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400">
                <a:solidFill>
                  <a:schemeClr val="tx1"/>
                </a:solidFill>
                <a:latin typeface="Times New Roman" pitchFamily="18" charset="0"/>
                <a:cs typeface="Times New Roman" pitchFamily="18" charset="0"/>
              </a:endParaRPr>
            </a:p>
          </p:txBody>
        </p:sp>
        <p:sp>
          <p:nvSpPr>
            <p:cNvPr id="131" name="직사각형 130">
              <a:extLst>
                <a:ext uri="{FF2B5EF4-FFF2-40B4-BE49-F238E27FC236}">
                  <a16:creationId xmlns="" xmlns:a16="http://schemas.microsoft.com/office/drawing/2014/main" id="{50218D71-4FFA-6948-A46D-FD00E686DA00}"/>
                </a:ext>
              </a:extLst>
            </p:cNvPr>
            <p:cNvSpPr/>
            <p:nvPr/>
          </p:nvSpPr>
          <p:spPr>
            <a:xfrm>
              <a:off x="6445771" y="4215877"/>
              <a:ext cx="576914"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400" smtClean="0">
                  <a:solidFill>
                    <a:schemeClr val="bg1"/>
                  </a:solidFill>
                  <a:latin typeface="Times New Roman" pitchFamily="18" charset="0"/>
                  <a:ea typeface="Nanum Gothic" panose="020D0604000000000000" pitchFamily="34" charset="-127"/>
                  <a:cs typeface="Times New Roman" pitchFamily="18" charset="0"/>
                </a:rPr>
                <a:t>Mua xong</a:t>
              </a:r>
              <a:endParaRPr lang="ko-KR" altLang="en-US" sz="4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132" name="직사각형 131">
              <a:extLst>
                <a:ext uri="{FF2B5EF4-FFF2-40B4-BE49-F238E27FC236}">
                  <a16:creationId xmlns="" xmlns:a16="http://schemas.microsoft.com/office/drawing/2014/main" id="{A3360B07-10A2-3144-8BBE-D53ED23CB0FF}"/>
                </a:ext>
              </a:extLst>
            </p:cNvPr>
            <p:cNvSpPr/>
            <p:nvPr/>
          </p:nvSpPr>
          <p:spPr>
            <a:xfrm>
              <a:off x="6452171" y="5481914"/>
              <a:ext cx="576914"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400" smtClean="0">
                  <a:solidFill>
                    <a:schemeClr val="bg1"/>
                  </a:solidFill>
                  <a:latin typeface="Times New Roman" pitchFamily="18" charset="0"/>
                  <a:ea typeface="Nanum Gothic" panose="020D0604000000000000" pitchFamily="34" charset="-127"/>
                  <a:cs typeface="Times New Roman" pitchFamily="18" charset="0"/>
                </a:rPr>
                <a:t>Sử dụng xong</a:t>
              </a:r>
              <a:endParaRPr lang="ko-KR" altLang="en-US" sz="400" dirty="0">
                <a:solidFill>
                  <a:schemeClr val="bg1"/>
                </a:solidFill>
                <a:latin typeface="Times New Roman" pitchFamily="18" charset="0"/>
                <a:ea typeface="Nanum Gothic" panose="020D0604000000000000" pitchFamily="34" charset="-127"/>
                <a:cs typeface="Times New Roman" pitchFamily="18" charset="0"/>
              </a:endParaRPr>
            </a:p>
          </p:txBody>
        </p:sp>
        <p:pic>
          <p:nvPicPr>
            <p:cNvPr id="133" name="그림 132">
              <a:extLst>
                <a:ext uri="{FF2B5EF4-FFF2-40B4-BE49-F238E27FC236}">
                  <a16:creationId xmlns="" xmlns:a16="http://schemas.microsoft.com/office/drawing/2014/main" id="{338A171D-76BA-7B48-9807-58B5639D63A3}"/>
                </a:ext>
              </a:extLst>
            </p:cNvPr>
            <p:cNvPicPr>
              <a:picLocks noChangeAspect="1"/>
            </p:cNvPicPr>
            <p:nvPr/>
          </p:nvPicPr>
          <p:blipFill>
            <a:blip r:embed="rId4" cstate="print"/>
            <a:stretch>
              <a:fillRect/>
            </a:stretch>
          </p:blipFill>
          <p:spPr>
            <a:xfrm>
              <a:off x="6561196" y="7110788"/>
              <a:ext cx="3000375" cy="301408"/>
            </a:xfrm>
            <a:prstGeom prst="rect">
              <a:avLst/>
            </a:prstGeom>
          </p:spPr>
        </p:pic>
        <p:sp>
          <p:nvSpPr>
            <p:cNvPr id="134" name="직사각형 133">
              <a:extLst>
                <a:ext uri="{FF2B5EF4-FFF2-40B4-BE49-F238E27FC236}">
                  <a16:creationId xmlns="" xmlns:a16="http://schemas.microsoft.com/office/drawing/2014/main" id="{A9FABB35-4D5C-9B42-93A1-960D91A3A1AD}"/>
                </a:ext>
              </a:extLst>
            </p:cNvPr>
            <p:cNvSpPr/>
            <p:nvPr/>
          </p:nvSpPr>
          <p:spPr>
            <a:xfrm>
              <a:off x="6308155" y="2636330"/>
              <a:ext cx="3456384" cy="362975"/>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4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135" name="직사각형 134">
              <a:extLst>
                <a:ext uri="{FF2B5EF4-FFF2-40B4-BE49-F238E27FC236}">
                  <a16:creationId xmlns="" xmlns:a16="http://schemas.microsoft.com/office/drawing/2014/main" id="{B27C4D16-2AFD-724A-9883-05361780C258}"/>
                </a:ext>
              </a:extLst>
            </p:cNvPr>
            <p:cNvSpPr/>
            <p:nvPr/>
          </p:nvSpPr>
          <p:spPr>
            <a:xfrm>
              <a:off x="6847021" y="2696895"/>
              <a:ext cx="794638" cy="292178"/>
            </a:xfrm>
            <a:prstGeom prst="rect">
              <a:avLst/>
            </a:prstGeom>
          </p:spPr>
          <p:txBody>
            <a:bodyPr wrap="none">
              <a:spAutoFit/>
            </a:bodyPr>
            <a:lstStyle/>
            <a:p>
              <a:pPr algn="ctr"/>
              <a:r>
                <a:rPr lang="en-US" altLang="ko-KR" sz="500" b="1" smtClean="0">
                  <a:latin typeface="Times New Roman" pitchFamily="18" charset="0"/>
                  <a:ea typeface="Nanum Gothic" panose="020D0604000000000000" pitchFamily="34" charset="-127"/>
                  <a:cs typeface="Times New Roman" pitchFamily="18" charset="0"/>
                </a:rPr>
                <a:t>Mua xong</a:t>
              </a:r>
              <a:endParaRPr lang="en-US" altLang="ko-KR" sz="500" b="1" dirty="0">
                <a:latin typeface="Times New Roman" pitchFamily="18" charset="0"/>
                <a:ea typeface="Nanum Gothic" panose="020D0604000000000000" pitchFamily="34" charset="-127"/>
                <a:cs typeface="Times New Roman" pitchFamily="18" charset="0"/>
              </a:endParaRPr>
            </a:p>
          </p:txBody>
        </p:sp>
        <p:cxnSp>
          <p:nvCxnSpPr>
            <p:cNvPr id="136" name="직선 연결선[R] 135">
              <a:extLst>
                <a:ext uri="{FF2B5EF4-FFF2-40B4-BE49-F238E27FC236}">
                  <a16:creationId xmlns="" xmlns:a16="http://schemas.microsoft.com/office/drawing/2014/main" id="{5D534BDC-027D-534C-9615-7A65405EED60}"/>
                </a:ext>
              </a:extLst>
            </p:cNvPr>
            <p:cNvCxnSpPr>
              <a:cxnSpLocks/>
            </p:cNvCxnSpPr>
            <p:nvPr/>
          </p:nvCxnSpPr>
          <p:spPr>
            <a:xfrm>
              <a:off x="6394928" y="2977576"/>
              <a:ext cx="559642" cy="0"/>
            </a:xfrm>
            <a:prstGeom prst="line">
              <a:avLst/>
            </a:prstGeom>
            <a:ln w="3810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7" name="직사각형 136">
              <a:extLst>
                <a:ext uri="{FF2B5EF4-FFF2-40B4-BE49-F238E27FC236}">
                  <a16:creationId xmlns="" xmlns:a16="http://schemas.microsoft.com/office/drawing/2014/main" id="{1B96AE45-F0AB-564D-97B1-6386D0FBBFA4}"/>
                </a:ext>
              </a:extLst>
            </p:cNvPr>
            <p:cNvSpPr/>
            <p:nvPr/>
          </p:nvSpPr>
          <p:spPr>
            <a:xfrm>
              <a:off x="7352967" y="2696895"/>
              <a:ext cx="966183" cy="292178"/>
            </a:xfrm>
            <a:prstGeom prst="rect">
              <a:avLst/>
            </a:prstGeom>
          </p:spPr>
          <p:txBody>
            <a:bodyPr wrap="none">
              <a:spAutoFit/>
            </a:bodyPr>
            <a:lstStyle/>
            <a:p>
              <a:pPr algn="ctr"/>
              <a:r>
                <a:rPr lang="en-US" altLang="ko-KR" sz="500" b="1" smtClean="0">
                  <a:latin typeface="Times New Roman" pitchFamily="18" charset="0"/>
                  <a:ea typeface="Nanum Gothic" panose="020D0604000000000000" pitchFamily="34" charset="-127"/>
                  <a:cs typeface="Times New Roman" pitchFamily="18" charset="0"/>
                </a:rPr>
                <a:t>Sử dụng xong</a:t>
              </a:r>
              <a:endParaRPr lang="en-US" altLang="ko-KR" sz="500" b="1" dirty="0">
                <a:latin typeface="Times New Roman" pitchFamily="18" charset="0"/>
                <a:ea typeface="Nanum Gothic" panose="020D0604000000000000" pitchFamily="34" charset="-127"/>
                <a:cs typeface="Times New Roman" pitchFamily="18" charset="0"/>
              </a:endParaRPr>
            </a:p>
          </p:txBody>
        </p:sp>
        <p:sp>
          <p:nvSpPr>
            <p:cNvPr id="138" name="직사각형 137">
              <a:extLst>
                <a:ext uri="{FF2B5EF4-FFF2-40B4-BE49-F238E27FC236}">
                  <a16:creationId xmlns="" xmlns:a16="http://schemas.microsoft.com/office/drawing/2014/main" id="{45284EB1-2BC1-E346-B7FF-FA9866E22A5C}"/>
                </a:ext>
              </a:extLst>
            </p:cNvPr>
            <p:cNvSpPr/>
            <p:nvPr/>
          </p:nvSpPr>
          <p:spPr>
            <a:xfrm>
              <a:off x="7939066" y="2696895"/>
              <a:ext cx="1035353" cy="292178"/>
            </a:xfrm>
            <a:prstGeom prst="rect">
              <a:avLst/>
            </a:prstGeom>
          </p:spPr>
          <p:txBody>
            <a:bodyPr wrap="none">
              <a:spAutoFit/>
            </a:bodyPr>
            <a:lstStyle/>
            <a:p>
              <a:pPr algn="ctr"/>
              <a:r>
                <a:rPr lang="en-US" altLang="ko-KR" sz="500" b="1" smtClean="0">
                  <a:latin typeface="Times New Roman" pitchFamily="18" charset="0"/>
                  <a:ea typeface="Nanum Gothic" panose="020D0604000000000000" pitchFamily="34" charset="-127"/>
                  <a:cs typeface="Times New Roman" pitchFamily="18" charset="0"/>
                </a:rPr>
                <a:t>Hoàn tiền xong</a:t>
              </a:r>
              <a:endParaRPr lang="en-US" altLang="ko-KR" sz="500" b="1" dirty="0">
                <a:latin typeface="Times New Roman" pitchFamily="18" charset="0"/>
                <a:ea typeface="Nanum Gothic" panose="020D0604000000000000" pitchFamily="34" charset="-127"/>
                <a:cs typeface="Times New Roman" pitchFamily="18" charset="0"/>
              </a:endParaRPr>
            </a:p>
          </p:txBody>
        </p:sp>
        <p:sp>
          <p:nvSpPr>
            <p:cNvPr id="139" name="직사각형 138">
              <a:extLst>
                <a:ext uri="{FF2B5EF4-FFF2-40B4-BE49-F238E27FC236}">
                  <a16:creationId xmlns="" xmlns:a16="http://schemas.microsoft.com/office/drawing/2014/main" id="{D2966DC3-696C-0E46-9D57-79F05D8C5F56}"/>
                </a:ext>
              </a:extLst>
            </p:cNvPr>
            <p:cNvSpPr/>
            <p:nvPr/>
          </p:nvSpPr>
          <p:spPr>
            <a:xfrm>
              <a:off x="8659252" y="2696895"/>
              <a:ext cx="1098991" cy="292178"/>
            </a:xfrm>
            <a:prstGeom prst="rect">
              <a:avLst/>
            </a:prstGeom>
          </p:spPr>
          <p:txBody>
            <a:bodyPr wrap="none">
              <a:spAutoFit/>
            </a:bodyPr>
            <a:lstStyle/>
            <a:p>
              <a:pPr algn="ctr"/>
              <a:r>
                <a:rPr lang="en-US" altLang="ko-KR" sz="500" b="1" smtClean="0">
                  <a:latin typeface="Times New Roman" pitchFamily="18" charset="0"/>
                  <a:ea typeface="Nanum Gothic" panose="020D0604000000000000" pitchFamily="34" charset="-127"/>
                  <a:cs typeface="Times New Roman" pitchFamily="18" charset="0"/>
                </a:rPr>
                <a:t>Hết hạn sử dụng</a:t>
              </a:r>
              <a:endParaRPr lang="ko-KR" altLang="en-US" sz="500" b="1" dirty="0">
                <a:latin typeface="Times New Roman" pitchFamily="18" charset="0"/>
                <a:ea typeface="Nanum Gothic" panose="020D0604000000000000" pitchFamily="34" charset="-127"/>
                <a:cs typeface="Times New Roman" pitchFamily="18" charset="0"/>
              </a:endParaRPr>
            </a:p>
          </p:txBody>
        </p:sp>
        <p:sp>
          <p:nvSpPr>
            <p:cNvPr id="140" name="직사각형 139">
              <a:extLst>
                <a:ext uri="{FF2B5EF4-FFF2-40B4-BE49-F238E27FC236}">
                  <a16:creationId xmlns="" xmlns:a16="http://schemas.microsoft.com/office/drawing/2014/main" id="{94E7DF7B-DBD5-2A46-B553-0702515FC431}"/>
                </a:ext>
              </a:extLst>
            </p:cNvPr>
            <p:cNvSpPr/>
            <p:nvPr/>
          </p:nvSpPr>
          <p:spPr>
            <a:xfrm>
              <a:off x="6284586" y="2696895"/>
              <a:ext cx="708867" cy="292178"/>
            </a:xfrm>
            <a:prstGeom prst="rect">
              <a:avLst/>
            </a:prstGeom>
          </p:spPr>
          <p:txBody>
            <a:bodyPr wrap="none">
              <a:spAutoFit/>
            </a:bodyPr>
            <a:lstStyle/>
            <a:p>
              <a:pPr algn="ctr"/>
              <a:r>
                <a:rPr lang="en-US" altLang="ko-KR" sz="500" b="1" smtClean="0">
                  <a:solidFill>
                    <a:srgbClr val="C00000"/>
                  </a:solidFill>
                  <a:latin typeface="Times New Roman" pitchFamily="18" charset="0"/>
                  <a:ea typeface="Nanum Gothic" panose="020D0604000000000000" pitchFamily="34" charset="-127"/>
                  <a:cs typeface="Times New Roman" pitchFamily="18" charset="0"/>
                </a:rPr>
                <a:t>Toàn bộ</a:t>
              </a:r>
              <a:endParaRPr lang="en-US" altLang="ko-KR" sz="500" b="1" dirty="0">
                <a:solidFill>
                  <a:srgbClr val="C00000"/>
                </a:solidFill>
                <a:latin typeface="Times New Roman" pitchFamily="18" charset="0"/>
                <a:ea typeface="Nanum Gothic" panose="020D0604000000000000" pitchFamily="34" charset="-127"/>
                <a:cs typeface="Times New Roman" pitchFamily="18" charset="0"/>
              </a:endParaRPr>
            </a:p>
          </p:txBody>
        </p:sp>
        <p:pic>
          <p:nvPicPr>
            <p:cNvPr id="141" name="그림 140">
              <a:extLst>
                <a:ext uri="{FF2B5EF4-FFF2-40B4-BE49-F238E27FC236}">
                  <a16:creationId xmlns="" xmlns:a16="http://schemas.microsoft.com/office/drawing/2014/main" id="{76847E44-A993-3E4E-AC7C-AC0CEA67F5C4}"/>
                </a:ext>
              </a:extLst>
            </p:cNvPr>
            <p:cNvPicPr>
              <a:picLocks noChangeAspect="1"/>
            </p:cNvPicPr>
            <p:nvPr/>
          </p:nvPicPr>
          <p:blipFill>
            <a:blip r:embed="rId7" cstate="print"/>
            <a:stretch>
              <a:fillRect/>
            </a:stretch>
          </p:blipFill>
          <p:spPr>
            <a:xfrm>
              <a:off x="9346473" y="3574425"/>
              <a:ext cx="139900" cy="155512"/>
            </a:xfrm>
            <a:prstGeom prst="rect">
              <a:avLst/>
            </a:prstGeom>
          </p:spPr>
        </p:pic>
        <p:sp>
          <p:nvSpPr>
            <p:cNvPr id="142" name="직사각형 141">
              <a:extLst>
                <a:ext uri="{FF2B5EF4-FFF2-40B4-BE49-F238E27FC236}">
                  <a16:creationId xmlns="" xmlns:a16="http://schemas.microsoft.com/office/drawing/2014/main" id="{285AF322-AD12-E445-9F9D-00AD2A1109D8}"/>
                </a:ext>
              </a:extLst>
            </p:cNvPr>
            <p:cNvSpPr/>
            <p:nvPr/>
          </p:nvSpPr>
          <p:spPr>
            <a:xfrm>
              <a:off x="8544158" y="3996228"/>
              <a:ext cx="511907"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400" b="1" smtClean="0">
                  <a:solidFill>
                    <a:srgbClr val="C00000"/>
                  </a:solidFill>
                  <a:latin typeface="Times New Roman" pitchFamily="18" charset="0"/>
                  <a:ea typeface="Nanum Gothic" panose="020D0604000000000000" pitchFamily="34" charset="-127"/>
                  <a:cs typeface="Times New Roman" pitchFamily="18" charset="0"/>
                </a:rPr>
                <a:t>Xử lý sử dụng</a:t>
              </a:r>
              <a:endParaRPr lang="ko-KR" altLang="en-US" sz="4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43" name="직사각형 142">
              <a:extLst>
                <a:ext uri="{FF2B5EF4-FFF2-40B4-BE49-F238E27FC236}">
                  <a16:creationId xmlns="" xmlns:a16="http://schemas.microsoft.com/office/drawing/2014/main" id="{D610CB76-96C7-8143-BA88-090656F5A00A}"/>
                </a:ext>
              </a:extLst>
            </p:cNvPr>
            <p:cNvSpPr/>
            <p:nvPr/>
          </p:nvSpPr>
          <p:spPr>
            <a:xfrm>
              <a:off x="9099308" y="3996228"/>
              <a:ext cx="511907"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400" b="1" smtClean="0">
                  <a:solidFill>
                    <a:srgbClr val="C00000"/>
                  </a:solidFill>
                  <a:latin typeface="Times New Roman" pitchFamily="18" charset="0"/>
                  <a:ea typeface="Nanum Gothic" panose="020D0604000000000000" pitchFamily="34" charset="-127"/>
                  <a:cs typeface="Times New Roman" pitchFamily="18" charset="0"/>
                </a:rPr>
                <a:t>Xử lý khôi phục</a:t>
              </a:r>
              <a:endParaRPr lang="ko-KR" altLang="en-US" sz="4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44" name="직사각형 143">
              <a:extLst>
                <a:ext uri="{FF2B5EF4-FFF2-40B4-BE49-F238E27FC236}">
                  <a16:creationId xmlns="" xmlns:a16="http://schemas.microsoft.com/office/drawing/2014/main" id="{3B6FF85D-BE1E-8A4C-9C81-3EB3B520A429}"/>
                </a:ext>
              </a:extLst>
            </p:cNvPr>
            <p:cNvSpPr/>
            <p:nvPr/>
          </p:nvSpPr>
          <p:spPr>
            <a:xfrm>
              <a:off x="7985620" y="3996228"/>
              <a:ext cx="511907" cy="157932"/>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400" b="1" smtClean="0">
                  <a:solidFill>
                    <a:schemeClr val="tx1"/>
                  </a:solidFill>
                  <a:latin typeface="Times New Roman" pitchFamily="18" charset="0"/>
                  <a:ea typeface="Nanum Gothic" panose="020D0604000000000000" pitchFamily="34" charset="-127"/>
                  <a:cs typeface="Times New Roman" pitchFamily="18" charset="0"/>
                </a:rPr>
                <a:t>Toàn bộ</a:t>
              </a:r>
              <a:r>
                <a:rPr lang="ko-KR" altLang="en-US" sz="400" b="1" smtClean="0">
                  <a:solidFill>
                    <a:schemeClr val="tx1"/>
                  </a:solidFill>
                  <a:latin typeface="Times New Roman" pitchFamily="18" charset="0"/>
                  <a:ea typeface="Nanum Gothic" panose="020D0604000000000000" pitchFamily="34" charset="-127"/>
                  <a:cs typeface="Times New Roman" pitchFamily="18" charset="0"/>
                </a:rPr>
                <a:t>선택</a:t>
              </a:r>
              <a:endParaRPr lang="ko-KR" altLang="en-US" sz="4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145" name="직사각형 144">
              <a:extLst>
                <a:ext uri="{FF2B5EF4-FFF2-40B4-BE49-F238E27FC236}">
                  <a16:creationId xmlns="" xmlns:a16="http://schemas.microsoft.com/office/drawing/2014/main" id="{02F2CD23-1C2F-D944-ABC2-312F2AF71E1F}"/>
                </a:ext>
              </a:extLst>
            </p:cNvPr>
            <p:cNvSpPr/>
            <p:nvPr/>
          </p:nvSpPr>
          <p:spPr>
            <a:xfrm>
              <a:off x="6271463" y="3967471"/>
              <a:ext cx="897012" cy="265616"/>
            </a:xfrm>
            <a:prstGeom prst="rect">
              <a:avLst/>
            </a:prstGeom>
          </p:spPr>
          <p:txBody>
            <a:bodyPr wrap="none">
              <a:spAutoFit/>
            </a:bodyPr>
            <a:lstStyle/>
            <a:p>
              <a:pPr algn="ctr"/>
              <a:r>
                <a:rPr lang="en-US" altLang="ko-KR" sz="400" smtClean="0">
                  <a:latin typeface="Times New Roman" pitchFamily="18" charset="0"/>
                  <a:ea typeface="Nanum Gothic" panose="020D0604000000000000" pitchFamily="34" charset="-127"/>
                  <a:cs typeface="Times New Roman" pitchFamily="18" charset="0"/>
                </a:rPr>
                <a:t>Tổng231kết quả</a:t>
              </a:r>
              <a:endParaRPr lang="en-US" altLang="ko-KR" sz="400" dirty="0">
                <a:latin typeface="Times New Roman" pitchFamily="18" charset="0"/>
                <a:ea typeface="Nanum Gothic" panose="020D0604000000000000" pitchFamily="34" charset="-127"/>
                <a:cs typeface="Times New Roman" pitchFamily="18" charset="0"/>
              </a:endParaRPr>
            </a:p>
          </p:txBody>
        </p:sp>
      </p:grpSp>
      <p:sp>
        <p:nvSpPr>
          <p:cNvPr id="147" name="직사각형 146">
            <a:extLst>
              <a:ext uri="{FF2B5EF4-FFF2-40B4-BE49-F238E27FC236}">
                <a16:creationId xmlns="" xmlns:a16="http://schemas.microsoft.com/office/drawing/2014/main" id="{C8AE929B-6FAB-AD43-8F8C-F74AA120F3F7}"/>
              </a:ext>
            </a:extLst>
          </p:cNvPr>
          <p:cNvSpPr/>
          <p:nvPr/>
        </p:nvSpPr>
        <p:spPr>
          <a:xfrm>
            <a:off x="5297268" y="914694"/>
            <a:ext cx="2002496" cy="2639969"/>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400" dirty="0">
              <a:solidFill>
                <a:schemeClr val="tx1"/>
              </a:solidFill>
              <a:latin typeface="Times New Roman" pitchFamily="18" charset="0"/>
              <a:ea typeface="Nanum Gothic" panose="020D0604000000000000" pitchFamily="34" charset="-127"/>
              <a:cs typeface="Times New Roman" pitchFamily="18" charset="0"/>
            </a:endParaRPr>
          </a:p>
        </p:txBody>
      </p:sp>
      <p:graphicFrame>
        <p:nvGraphicFramePr>
          <p:cNvPr id="148" name="표 147">
            <a:extLst>
              <a:ext uri="{FF2B5EF4-FFF2-40B4-BE49-F238E27FC236}">
                <a16:creationId xmlns="" xmlns:a16="http://schemas.microsoft.com/office/drawing/2014/main" id="{3AFA0F2A-0863-504A-AD26-8C28B00A797B}"/>
              </a:ext>
            </a:extLst>
          </p:cNvPr>
          <p:cNvGraphicFramePr>
            <a:graphicFrameLocks noGrp="1"/>
          </p:cNvGraphicFramePr>
          <p:nvPr>
            <p:extLst>
              <p:ext uri="{D42A27DB-BD31-4B8C-83A1-F6EECF244321}">
                <p14:modId xmlns="" xmlns:p14="http://schemas.microsoft.com/office/powerpoint/2010/main" val="968649333"/>
              </p:ext>
            </p:extLst>
          </p:nvPr>
        </p:nvGraphicFramePr>
        <p:xfrm>
          <a:off x="7453089" y="807470"/>
          <a:ext cx="2357214" cy="3561136"/>
        </p:xfrm>
        <a:graphic>
          <a:graphicData uri="http://schemas.openxmlformats.org/drawingml/2006/table">
            <a:tbl>
              <a:tblPr firstRow="1" bandRow="1">
                <a:tableStyleId>{5940675A-B579-460E-94D1-54222C63F5DA}</a:tableStyleId>
              </a:tblPr>
              <a:tblGrid>
                <a:gridCol w="196974">
                  <a:extLst>
                    <a:ext uri="{9D8B030D-6E8A-4147-A177-3AD203B41FA5}">
                      <a16:colId xmlns="" xmlns:a16="http://schemas.microsoft.com/office/drawing/2014/main" val="20000"/>
                    </a:ext>
                  </a:extLst>
                </a:gridCol>
                <a:gridCol w="2160240">
                  <a:extLst>
                    <a:ext uri="{9D8B030D-6E8A-4147-A177-3AD203B41FA5}">
                      <a16:colId xmlns="" xmlns:a16="http://schemas.microsoft.com/office/drawing/2014/main" val="20001"/>
                    </a:ext>
                  </a:extLst>
                </a:gridCol>
              </a:tblGrid>
              <a:tr h="992254">
                <a:tc>
                  <a:txBody>
                    <a:bodyPr/>
                    <a:lstStyle/>
                    <a:p>
                      <a:pPr algn="ctr" latinLnBrk="1"/>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vi-VN"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Dữ liệu giống menu "Quản lý đơn hàng" bên PC</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Sort theo thời gian mua từ mới  cũ</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Nếu thời gian mua giống nhau thì sort theo mã vé T-Bridge từ lớn  nhỏ</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[Default]</a:t>
                      </a:r>
                      <a:endParaRPr lang="en-US" altLang="ko-KR" sz="800" b="1" u="sng"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Trạng thái vé:</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Toàn bộ</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Filter:</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Hôm nay,</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toàn bộ kênh,</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toàn bộ NCC</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 xmlns:a16="http://schemas.microsoft.com/office/drawing/2014/main" val="389912421"/>
                  </a:ext>
                </a:extLst>
              </a:tr>
              <a:tr h="221258">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1</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Chia tab theo trạng thái vé</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chọn từng tab thì hiển thị danh sách vé theo trạng thái tương ứng</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320276603"/>
                  </a:ext>
                </a:extLst>
              </a:tr>
              <a:tr h="674916">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2</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nhập từ khóa thì kích hoạt button X</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Bấm X thì xóa từ khóa đã nhập</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Bấm hình kính lúp thì hiển thị kết quả tìm kiếm</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617679740"/>
                  </a:ext>
                </a:extLst>
              </a:tr>
              <a:tr h="996194">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3</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vi-VN"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giá trị filter đã setting, có thể scroll trái phải</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vi-VN"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Ở từng hạng mục filter, khi chọn 1 filter thì hiển thị tên filter đã chọn, khi chọn nhiều filter thì hiển thị tất cả filter đã chọn</a:t>
                      </a:r>
                      <a:r>
                        <a:rPr lang="ko-KR" altLang="en-US"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201081">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4</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bấm thì hiển thị layer để setting filter</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709897334"/>
                  </a:ext>
                </a:extLst>
              </a:tr>
              <a:tr h="201081">
                <a:tc>
                  <a:txBody>
                    <a:bodyPr/>
                    <a:lstStyle/>
                    <a:p>
                      <a:pPr algn="ctr" latinLnBrk="1"/>
                      <a:r>
                        <a:rPr lang="en-US" altLang="ko-KR" sz="800" b="1" dirty="0">
                          <a:solidFill>
                            <a:srgbClr val="0070C0"/>
                          </a:solidFill>
                          <a:latin typeface="Times New Roman" pitchFamily="18" charset="0"/>
                          <a:ea typeface="Nanum Gothic" panose="020D0604000000000000" pitchFamily="34" charset="-127"/>
                          <a:cs typeface="Times New Roman" pitchFamily="18" charset="0"/>
                        </a:rPr>
                        <a:t>5</a:t>
                      </a:r>
                      <a:endParaRPr lang="ko-KR" altLang="en-US" sz="8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8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tổng số kết quả tìm kiếm</a:t>
                      </a:r>
                      <a:endParaRPr lang="en-US" altLang="ko-KR" sz="8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764830753"/>
                  </a:ext>
                </a:extLst>
              </a:tr>
            </a:tbl>
          </a:graphicData>
        </a:graphic>
      </p:graphicFrame>
      <p:sp>
        <p:nvSpPr>
          <p:cNvPr id="149" name="직사각형 148">
            <a:extLst>
              <a:ext uri="{FF2B5EF4-FFF2-40B4-BE49-F238E27FC236}">
                <a16:creationId xmlns="" xmlns:a16="http://schemas.microsoft.com/office/drawing/2014/main" id="{4C8922B2-CF44-C34B-95C8-681E7B231C90}"/>
              </a:ext>
            </a:extLst>
          </p:cNvPr>
          <p:cNvSpPr/>
          <p:nvPr/>
        </p:nvSpPr>
        <p:spPr>
          <a:xfrm>
            <a:off x="7692712" y="2639886"/>
            <a:ext cx="2052103" cy="254981"/>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ko-KR" altLang="en-US" sz="1050" dirty="0">
                <a:solidFill>
                  <a:schemeClr val="tx1"/>
                </a:solidFill>
                <a:latin typeface="Times New Roman" pitchFamily="18" charset="0"/>
                <a:ea typeface="Nanum Gothic" panose="020D0604000000000000" pitchFamily="34" charset="-127"/>
                <a:cs typeface="Times New Roman" pitchFamily="18" charset="0"/>
              </a:rPr>
              <a:t>홍길동</a:t>
            </a:r>
          </a:p>
        </p:txBody>
      </p:sp>
      <p:pic>
        <p:nvPicPr>
          <p:cNvPr id="150" name="그림 149">
            <a:extLst>
              <a:ext uri="{FF2B5EF4-FFF2-40B4-BE49-F238E27FC236}">
                <a16:creationId xmlns="" xmlns:a16="http://schemas.microsoft.com/office/drawing/2014/main" id="{D908E767-DDB5-2946-87E8-D0D098DB066B}"/>
              </a:ext>
            </a:extLst>
          </p:cNvPr>
          <p:cNvPicPr>
            <a:picLocks noChangeAspect="1"/>
          </p:cNvPicPr>
          <p:nvPr/>
        </p:nvPicPr>
        <p:blipFill>
          <a:blip r:embed="rId8" cstate="print"/>
          <a:stretch>
            <a:fillRect/>
          </a:stretch>
        </p:blipFill>
        <p:spPr>
          <a:xfrm>
            <a:off x="9478906" y="2687155"/>
            <a:ext cx="185804" cy="196891"/>
          </a:xfrm>
          <a:prstGeom prst="rect">
            <a:avLst/>
          </a:prstGeom>
        </p:spPr>
      </p:pic>
      <p:sp>
        <p:nvSpPr>
          <p:cNvPr id="151" name="타원 150">
            <a:extLst>
              <a:ext uri="{FF2B5EF4-FFF2-40B4-BE49-F238E27FC236}">
                <a16:creationId xmlns="" xmlns:a16="http://schemas.microsoft.com/office/drawing/2014/main" id="{A4D9139F-1DE7-464A-9B39-6F42E76FF814}"/>
              </a:ext>
            </a:extLst>
          </p:cNvPr>
          <p:cNvSpPr/>
          <p:nvPr/>
        </p:nvSpPr>
        <p:spPr>
          <a:xfrm>
            <a:off x="9282149" y="2679900"/>
            <a:ext cx="174437" cy="184846"/>
          </a:xfrm>
          <a:prstGeom prst="ellipse">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ko-KR" sz="1000" dirty="0">
                <a:solidFill>
                  <a:schemeClr val="tx1"/>
                </a:solidFill>
                <a:latin typeface="Times New Roman" pitchFamily="18" charset="0"/>
                <a:ea typeface="Nanum Gothic" panose="020D0604000000000000" pitchFamily="34" charset="-127"/>
                <a:cs typeface="Times New Roman" pitchFamily="18" charset="0"/>
              </a:rPr>
              <a:t>X</a:t>
            </a:r>
            <a:endParaRPr kumimoji="1" lang="ko-KR" altLang="en-US" sz="10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154" name="직사각형 153">
            <a:extLst>
              <a:ext uri="{FF2B5EF4-FFF2-40B4-BE49-F238E27FC236}">
                <a16:creationId xmlns="" xmlns:a16="http://schemas.microsoft.com/office/drawing/2014/main" id="{9192F3AA-A3CA-414A-B36F-BF577E3B12FB}"/>
              </a:ext>
            </a:extLst>
          </p:cNvPr>
          <p:cNvSpPr/>
          <p:nvPr/>
        </p:nvSpPr>
        <p:spPr>
          <a:xfrm>
            <a:off x="7600203" y="3225014"/>
            <a:ext cx="2205469" cy="28184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b="1" dirty="0">
                <a:solidFill>
                  <a:schemeClr val="tx1"/>
                </a:solidFill>
                <a:latin typeface="Times New Roman" pitchFamily="18" charset="0"/>
                <a:ea typeface="Nanum Gothic" panose="020D0604000000000000" pitchFamily="34" charset="-127"/>
                <a:cs typeface="Times New Roman" pitchFamily="18" charset="0"/>
              </a:rPr>
              <a:t>#</a:t>
            </a:r>
            <a:r>
              <a:rPr lang="ko-KR" altLang="en-US" sz="1000" b="1" dirty="0">
                <a:solidFill>
                  <a:schemeClr val="tx1"/>
                </a:solidFill>
                <a:latin typeface="Times New Roman" pitchFamily="18" charset="0"/>
                <a:ea typeface="Nanum Gothic" panose="020D0604000000000000" pitchFamily="34" charset="-127"/>
                <a:cs typeface="Times New Roman" pitchFamily="18" charset="0"/>
              </a:rPr>
              <a:t>당일 </a:t>
            </a:r>
            <a:r>
              <a:rPr lang="en-US" altLang="ko-KR" sz="1000" b="1" dirty="0">
                <a:solidFill>
                  <a:schemeClr val="tx1"/>
                </a:solidFill>
                <a:latin typeface="Times New Roman" pitchFamily="18" charset="0"/>
                <a:ea typeface="Nanum Gothic" panose="020D0604000000000000" pitchFamily="34" charset="-127"/>
                <a:cs typeface="Times New Roman" pitchFamily="18" charset="0"/>
              </a:rPr>
              <a:t>#</a:t>
            </a:r>
            <a:r>
              <a:rPr lang="ko-KR" altLang="en-US" sz="1000" b="1" dirty="0" err="1">
                <a:solidFill>
                  <a:schemeClr val="tx1"/>
                </a:solidFill>
                <a:latin typeface="Times New Roman" pitchFamily="18" charset="0"/>
                <a:ea typeface="Nanum Gothic" panose="020D0604000000000000" pitchFamily="34" charset="-127"/>
                <a:cs typeface="Times New Roman" pitchFamily="18" charset="0"/>
              </a:rPr>
              <a:t>쿠팡</a:t>
            </a:r>
            <a:r>
              <a:rPr lang="en-US" altLang="ko-KR" sz="1000" b="1" dirty="0">
                <a:solidFill>
                  <a:schemeClr val="tx1"/>
                </a:solidFill>
                <a:latin typeface="Times New Roman" pitchFamily="18" charset="0"/>
                <a:ea typeface="Nanum Gothic" panose="020D0604000000000000" pitchFamily="34" charset="-127"/>
                <a:cs typeface="Times New Roman" pitchFamily="18" charset="0"/>
              </a:rPr>
              <a:t>,</a:t>
            </a:r>
            <a:r>
              <a:rPr lang="ko-KR" altLang="en-US" sz="1000" b="1" dirty="0">
                <a:solidFill>
                  <a:schemeClr val="tx1"/>
                </a:solidFill>
                <a:latin typeface="Times New Roman" pitchFamily="18" charset="0"/>
                <a:ea typeface="Nanum Gothic" panose="020D0604000000000000" pitchFamily="34" charset="-127"/>
                <a:cs typeface="Times New Roman" pitchFamily="18" charset="0"/>
              </a:rPr>
              <a:t> </a:t>
            </a:r>
            <a:r>
              <a:rPr lang="ko-KR" altLang="en-US" sz="1000" b="1" dirty="0" err="1">
                <a:solidFill>
                  <a:schemeClr val="tx1"/>
                </a:solidFill>
                <a:latin typeface="Times New Roman" pitchFamily="18" charset="0"/>
                <a:ea typeface="Nanum Gothic" panose="020D0604000000000000" pitchFamily="34" charset="-127"/>
                <a:cs typeface="Times New Roman" pitchFamily="18" charset="0"/>
              </a:rPr>
              <a:t>티몬</a:t>
            </a:r>
            <a:r>
              <a:rPr lang="en-US" altLang="ko-KR" sz="1000" b="1" dirty="0">
                <a:solidFill>
                  <a:schemeClr val="tx1"/>
                </a:solidFill>
                <a:latin typeface="Times New Roman" pitchFamily="18" charset="0"/>
                <a:ea typeface="Nanum Gothic" panose="020D0604000000000000" pitchFamily="34" charset="-127"/>
                <a:cs typeface="Times New Roman" pitchFamily="18" charset="0"/>
              </a:rPr>
              <a:t>,</a:t>
            </a:r>
            <a:r>
              <a:rPr lang="ko-KR" altLang="en-US" sz="1000" b="1" dirty="0">
                <a:solidFill>
                  <a:schemeClr val="tx1"/>
                </a:solidFill>
                <a:latin typeface="Times New Roman" pitchFamily="18" charset="0"/>
                <a:ea typeface="Nanum Gothic" panose="020D0604000000000000" pitchFamily="34" charset="-127"/>
                <a:cs typeface="Times New Roman" pitchFamily="18" charset="0"/>
              </a:rPr>
              <a:t> </a:t>
            </a:r>
            <a:r>
              <a:rPr lang="ko-KR" altLang="en-US" sz="1000" b="1" dirty="0" err="1">
                <a:solidFill>
                  <a:schemeClr val="tx1"/>
                </a:solidFill>
                <a:latin typeface="Times New Roman" pitchFamily="18" charset="0"/>
                <a:ea typeface="Nanum Gothic" panose="020D0604000000000000" pitchFamily="34" charset="-127"/>
                <a:cs typeface="Times New Roman" pitchFamily="18" charset="0"/>
              </a:rPr>
              <a:t>위메프</a:t>
            </a:r>
            <a:r>
              <a:rPr lang="ko-KR" altLang="en-US" sz="1000" b="1" dirty="0">
                <a:solidFill>
                  <a:schemeClr val="tx1"/>
                </a:solidFill>
                <a:latin typeface="Times New Roman" pitchFamily="18" charset="0"/>
                <a:ea typeface="Nanum Gothic" panose="020D0604000000000000" pitchFamily="34" charset="-127"/>
                <a:cs typeface="Times New Roman" pitchFamily="18" charset="0"/>
              </a:rPr>
              <a:t>  </a:t>
            </a:r>
            <a:r>
              <a:rPr lang="en-US" altLang="ko-KR" sz="1000" b="1" dirty="0">
                <a:solidFill>
                  <a:schemeClr val="tx1"/>
                </a:solidFill>
                <a:latin typeface="Times New Roman" pitchFamily="18" charset="0"/>
                <a:ea typeface="Nanum Gothic" panose="020D0604000000000000" pitchFamily="34" charset="-127"/>
                <a:cs typeface="Times New Roman" pitchFamily="18" charset="0"/>
              </a:rPr>
              <a:t>#</a:t>
            </a:r>
            <a:r>
              <a:rPr lang="ko-KR" altLang="en-US" sz="1000" b="1" dirty="0" err="1">
                <a:solidFill>
                  <a:schemeClr val="tx1"/>
                </a:solidFill>
                <a:latin typeface="Times New Roman" pitchFamily="18" charset="0"/>
                <a:ea typeface="Nanum Gothic" panose="020D0604000000000000" pitchFamily="34" charset="-127"/>
                <a:cs typeface="Times New Roman" pitchFamily="18" charset="0"/>
              </a:rPr>
              <a:t>시설사</a:t>
            </a:r>
            <a:r>
              <a:rPr lang="ko-KR" altLang="en-US" sz="1000" b="1" dirty="0">
                <a:solidFill>
                  <a:schemeClr val="tx1"/>
                </a:solidFill>
                <a:latin typeface="Times New Roman" pitchFamily="18" charset="0"/>
                <a:ea typeface="Nanum Gothic" panose="020D0604000000000000" pitchFamily="34" charset="-127"/>
                <a:cs typeface="Times New Roman" pitchFamily="18" charset="0"/>
              </a:rPr>
              <a:t>   </a:t>
            </a:r>
          </a:p>
        </p:txBody>
      </p:sp>
      <p:pic>
        <p:nvPicPr>
          <p:cNvPr id="156" name="그림 155">
            <a:extLst>
              <a:ext uri="{FF2B5EF4-FFF2-40B4-BE49-F238E27FC236}">
                <a16:creationId xmlns="" xmlns:a16="http://schemas.microsoft.com/office/drawing/2014/main" id="{492C0F50-BEB4-8B48-82AF-0F6B99D8B1FE}"/>
              </a:ext>
            </a:extLst>
          </p:cNvPr>
          <p:cNvPicPr>
            <a:picLocks noChangeAspect="1"/>
          </p:cNvPicPr>
          <p:nvPr/>
        </p:nvPicPr>
        <p:blipFill>
          <a:blip r:embed="rId5" cstate="print"/>
          <a:stretch>
            <a:fillRect/>
          </a:stretch>
        </p:blipFill>
        <p:spPr>
          <a:xfrm>
            <a:off x="9643097" y="3295948"/>
            <a:ext cx="139900" cy="155512"/>
          </a:xfrm>
          <a:prstGeom prst="rect">
            <a:avLst/>
          </a:prstGeom>
        </p:spPr>
      </p:pic>
      <p:cxnSp>
        <p:nvCxnSpPr>
          <p:cNvPr id="16" name="직선 화살표 연결선 15">
            <a:extLst>
              <a:ext uri="{FF2B5EF4-FFF2-40B4-BE49-F238E27FC236}">
                <a16:creationId xmlns="" xmlns:a16="http://schemas.microsoft.com/office/drawing/2014/main" id="{8B065F8E-50C8-D04C-98E6-E34512F4F2F2}"/>
              </a:ext>
            </a:extLst>
          </p:cNvPr>
          <p:cNvCxnSpPr>
            <a:cxnSpLocks/>
          </p:cNvCxnSpPr>
          <p:nvPr/>
        </p:nvCxnSpPr>
        <p:spPr>
          <a:xfrm>
            <a:off x="7692855" y="3533680"/>
            <a:ext cx="1958759" cy="0"/>
          </a:xfrm>
          <a:prstGeom prst="straightConnector1">
            <a:avLst/>
          </a:prstGeom>
          <a:ln w="3175">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직사각형 18">
            <a:extLst>
              <a:ext uri="{FF2B5EF4-FFF2-40B4-BE49-F238E27FC236}">
                <a16:creationId xmlns="" xmlns:a16="http://schemas.microsoft.com/office/drawing/2014/main" id="{17FBD36B-7BBA-CD40-9AD6-5BAF1B81DFC6}"/>
              </a:ext>
            </a:extLst>
          </p:cNvPr>
          <p:cNvSpPr/>
          <p:nvPr/>
        </p:nvSpPr>
        <p:spPr>
          <a:xfrm>
            <a:off x="9548364" y="3272360"/>
            <a:ext cx="94733" cy="192298"/>
          </a:xfrm>
          <a:prstGeom prst="rect">
            <a:avLst/>
          </a:prstGeom>
          <a:solidFill>
            <a:schemeClr val="bg1">
              <a:alpha val="9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800">
              <a:solidFill>
                <a:schemeClr val="tx1"/>
              </a:solidFill>
              <a:latin typeface="Times New Roman" pitchFamily="18" charset="0"/>
              <a:cs typeface="Times New Roman" pitchFamily="18" charset="0"/>
            </a:endParaRPr>
          </a:p>
        </p:txBody>
      </p:sp>
      <p:sp>
        <p:nvSpPr>
          <p:cNvPr id="158" name="타원 157">
            <a:extLst>
              <a:ext uri="{FF2B5EF4-FFF2-40B4-BE49-F238E27FC236}">
                <a16:creationId xmlns="" xmlns:a16="http://schemas.microsoft.com/office/drawing/2014/main" id="{07AB8265-A615-034B-8952-91FFDA023C01}"/>
              </a:ext>
            </a:extLst>
          </p:cNvPr>
          <p:cNvSpPr/>
          <p:nvPr/>
        </p:nvSpPr>
        <p:spPr>
          <a:xfrm>
            <a:off x="313129" y="1264142"/>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1</a:t>
            </a:r>
            <a:endParaRPr lang="ko-KR" altLang="en-US" sz="800" b="1" dirty="0">
              <a:latin typeface="Times New Roman" pitchFamily="18" charset="0"/>
              <a:ea typeface="나눔고딕" pitchFamily="50" charset="-127"/>
              <a:cs typeface="Times New Roman" pitchFamily="18" charset="0"/>
            </a:endParaRPr>
          </a:p>
        </p:txBody>
      </p:sp>
      <p:sp>
        <p:nvSpPr>
          <p:cNvPr id="159" name="직사각형 158">
            <a:extLst>
              <a:ext uri="{FF2B5EF4-FFF2-40B4-BE49-F238E27FC236}">
                <a16:creationId xmlns="" xmlns:a16="http://schemas.microsoft.com/office/drawing/2014/main" id="{0FE55CBF-F177-4F4E-8EDB-822D16D47420}"/>
              </a:ext>
            </a:extLst>
          </p:cNvPr>
          <p:cNvSpPr/>
          <p:nvPr/>
        </p:nvSpPr>
        <p:spPr>
          <a:xfrm>
            <a:off x="557994" y="2463647"/>
            <a:ext cx="794606" cy="232449"/>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60" name="타원 159">
            <a:extLst>
              <a:ext uri="{FF2B5EF4-FFF2-40B4-BE49-F238E27FC236}">
                <a16:creationId xmlns="" xmlns:a16="http://schemas.microsoft.com/office/drawing/2014/main" id="{574F013F-3174-C144-BF24-5333A848C7AC}"/>
              </a:ext>
            </a:extLst>
          </p:cNvPr>
          <p:cNvSpPr/>
          <p:nvPr/>
        </p:nvSpPr>
        <p:spPr>
          <a:xfrm>
            <a:off x="598681" y="1706518"/>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2</a:t>
            </a:r>
            <a:endParaRPr lang="ko-KR" altLang="en-US" sz="800" b="1" dirty="0">
              <a:latin typeface="Times New Roman" pitchFamily="18" charset="0"/>
              <a:ea typeface="나눔고딕" pitchFamily="50" charset="-127"/>
              <a:cs typeface="Times New Roman" pitchFamily="18" charset="0"/>
            </a:endParaRPr>
          </a:p>
        </p:txBody>
      </p:sp>
      <p:sp>
        <p:nvSpPr>
          <p:cNvPr id="161" name="타원 160">
            <a:extLst>
              <a:ext uri="{FF2B5EF4-FFF2-40B4-BE49-F238E27FC236}">
                <a16:creationId xmlns="" xmlns:a16="http://schemas.microsoft.com/office/drawing/2014/main" id="{473ABC54-2A06-A943-A22E-B45FAFB15EFC}"/>
              </a:ext>
            </a:extLst>
          </p:cNvPr>
          <p:cNvSpPr/>
          <p:nvPr/>
        </p:nvSpPr>
        <p:spPr>
          <a:xfrm>
            <a:off x="590581" y="2064063"/>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3</a:t>
            </a:r>
            <a:endParaRPr lang="ko-KR" altLang="en-US" sz="800" b="1" dirty="0">
              <a:latin typeface="Times New Roman" pitchFamily="18" charset="0"/>
              <a:ea typeface="나눔고딕" pitchFamily="50" charset="-127"/>
              <a:cs typeface="Times New Roman" pitchFamily="18" charset="0"/>
            </a:endParaRPr>
          </a:p>
        </p:txBody>
      </p:sp>
      <p:sp>
        <p:nvSpPr>
          <p:cNvPr id="162" name="타원 161">
            <a:extLst>
              <a:ext uri="{FF2B5EF4-FFF2-40B4-BE49-F238E27FC236}">
                <a16:creationId xmlns="" xmlns:a16="http://schemas.microsoft.com/office/drawing/2014/main" id="{4A48F6DA-04A0-3E49-BDD6-103ED87E66FC}"/>
              </a:ext>
            </a:extLst>
          </p:cNvPr>
          <p:cNvSpPr/>
          <p:nvPr/>
        </p:nvSpPr>
        <p:spPr>
          <a:xfrm>
            <a:off x="410427" y="2487550"/>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5</a:t>
            </a:r>
            <a:endParaRPr lang="ko-KR" altLang="en-US" sz="800" b="1" dirty="0">
              <a:latin typeface="Times New Roman" pitchFamily="18" charset="0"/>
              <a:ea typeface="나눔고딕" pitchFamily="50" charset="-127"/>
              <a:cs typeface="Times New Roman" pitchFamily="18" charset="0"/>
            </a:endParaRPr>
          </a:p>
        </p:txBody>
      </p:sp>
      <p:sp>
        <p:nvSpPr>
          <p:cNvPr id="163" name="직사각형 162">
            <a:extLst>
              <a:ext uri="{FF2B5EF4-FFF2-40B4-BE49-F238E27FC236}">
                <a16:creationId xmlns="" xmlns:a16="http://schemas.microsoft.com/office/drawing/2014/main" id="{129D5992-F214-034F-92D3-B7AD9AB005E8}"/>
              </a:ext>
            </a:extLst>
          </p:cNvPr>
          <p:cNvSpPr/>
          <p:nvPr/>
        </p:nvSpPr>
        <p:spPr>
          <a:xfrm>
            <a:off x="3433099" y="2043785"/>
            <a:ext cx="236813" cy="235471"/>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64" name="타원 163">
            <a:extLst>
              <a:ext uri="{FF2B5EF4-FFF2-40B4-BE49-F238E27FC236}">
                <a16:creationId xmlns="" xmlns:a16="http://schemas.microsoft.com/office/drawing/2014/main" id="{934A8C92-3931-C143-AEEB-59832237E8AC}"/>
              </a:ext>
            </a:extLst>
          </p:cNvPr>
          <p:cNvSpPr/>
          <p:nvPr/>
        </p:nvSpPr>
        <p:spPr>
          <a:xfrm>
            <a:off x="3285532" y="2070710"/>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4</a:t>
            </a:r>
            <a:endParaRPr lang="ko-KR" altLang="en-US" sz="800" b="1" dirty="0">
              <a:latin typeface="Times New Roman" pitchFamily="18" charset="0"/>
              <a:ea typeface="나눔고딕" pitchFamily="50" charset="-127"/>
              <a:cs typeface="Times New Roman" pitchFamily="18" charset="0"/>
            </a:endParaRPr>
          </a:p>
        </p:txBody>
      </p:sp>
      <p:sp>
        <p:nvSpPr>
          <p:cNvPr id="165" name="직사각형 164">
            <a:extLst>
              <a:ext uri="{FF2B5EF4-FFF2-40B4-BE49-F238E27FC236}">
                <a16:creationId xmlns="" xmlns:a16="http://schemas.microsoft.com/office/drawing/2014/main" id="{78CE0EF5-38FC-BC40-9FC2-F6428E7CCFBB}"/>
              </a:ext>
            </a:extLst>
          </p:cNvPr>
          <p:cNvSpPr/>
          <p:nvPr/>
        </p:nvSpPr>
        <p:spPr>
          <a:xfrm>
            <a:off x="781984" y="2055053"/>
            <a:ext cx="2586840" cy="229840"/>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83" name="직사각형 181">
            <a:extLst>
              <a:ext uri="{FF2B5EF4-FFF2-40B4-BE49-F238E27FC236}">
                <a16:creationId xmlns="" xmlns:a16="http://schemas.microsoft.com/office/drawing/2014/main" id="{BF6D2B69-CA6E-AA4C-8B29-F18CE07FAB56}"/>
              </a:ext>
            </a:extLst>
          </p:cNvPr>
          <p:cNvSpPr/>
          <p:nvPr/>
        </p:nvSpPr>
        <p:spPr>
          <a:xfrm>
            <a:off x="2120759" y="1108941"/>
            <a:ext cx="696270" cy="461665"/>
          </a:xfrm>
          <a:prstGeom prst="rect">
            <a:avLst/>
          </a:prstGeom>
        </p:spPr>
        <p:txBody>
          <a:bodyPr wrap="squar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Đang yêu cầu hoàn tiền</a:t>
            </a:r>
            <a:endParaRPr lang="en-US" altLang="ko-KR" sz="800" b="1" dirty="0">
              <a:latin typeface="Times New Roman" pitchFamily="18" charset="0"/>
              <a:ea typeface="Nanum Gothic" panose="020D0604000000000000" pitchFamily="34" charset="-127"/>
              <a:cs typeface="Times New Roman" pitchFamily="18" charset="0"/>
            </a:endParaRPr>
          </a:p>
        </p:txBody>
      </p:sp>
    </p:spTree>
    <p:extLst>
      <p:ext uri="{BB962C8B-B14F-4D97-AF65-F5344CB8AC3E}">
        <p14:creationId xmlns="" xmlns:p14="http://schemas.microsoft.com/office/powerpoint/2010/main" val="2151363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mtClean="0">
                <a:latin typeface="Times New Roman" pitchFamily="18" charset="0"/>
                <a:ea typeface="Nanum Gothic" panose="020D0604000000000000" pitchFamily="34" charset="-127"/>
                <a:cs typeface="Times New Roman" pitchFamily="18" charset="0"/>
              </a:rPr>
              <a:t>Main</a:t>
            </a:r>
            <a:r>
              <a:rPr lang="ko-KR" altLang="en-US" smtClean="0">
                <a:latin typeface="Times New Roman" pitchFamily="18" charset="0"/>
                <a:ea typeface="Nanum Gothic" panose="020D0604000000000000" pitchFamily="34" charset="-127"/>
                <a:cs typeface="Times New Roman" pitchFamily="18" charset="0"/>
              </a:rPr>
              <a:t> </a:t>
            </a:r>
            <a:r>
              <a:rPr lang="en-US" altLang="ko-KR">
                <a:latin typeface="Times New Roman" pitchFamily="18" charset="0"/>
                <a:ea typeface="Nanum Gothic" panose="020D0604000000000000" pitchFamily="34" charset="-127"/>
                <a:cs typeface="Times New Roman" pitchFamily="18" charset="0"/>
              </a:rPr>
              <a:t>&gt; </a:t>
            </a:r>
            <a:r>
              <a:rPr lang="en-US" altLang="ko-KR" smtClean="0">
                <a:latin typeface="Times New Roman" pitchFamily="18" charset="0"/>
                <a:ea typeface="Nanum Gothic" panose="020D0604000000000000" pitchFamily="34" charset="-127"/>
                <a:cs typeface="Times New Roman" pitchFamily="18" charset="0"/>
              </a:rPr>
              <a:t>Quản lý đơn hàng</a:t>
            </a:r>
            <a:endParaRPr lang="ko-KR" altLang="en-US" dirty="0">
              <a:latin typeface="Times New Roman" pitchFamily="18" charset="0"/>
              <a:ea typeface="Nanum Gothic" panose="020D0604000000000000" pitchFamily="34" charset="-127"/>
              <a:cs typeface="Times New Roman" pitchFamily="18" charset="0"/>
            </a:endParaRPr>
          </a:p>
        </p:txBody>
      </p:sp>
      <p:sp>
        <p:nvSpPr>
          <p:cNvPr id="93" name="직사각형 92">
            <a:extLst>
              <a:ext uri="{FF2B5EF4-FFF2-40B4-BE49-F238E27FC236}">
                <a16:creationId xmlns="" xmlns:a16="http://schemas.microsoft.com/office/drawing/2014/main" id="{EB161DE0-B224-844A-8200-790428F7686A}"/>
              </a:ext>
            </a:extLst>
          </p:cNvPr>
          <p:cNvSpPr/>
          <p:nvPr/>
        </p:nvSpPr>
        <p:spPr>
          <a:xfrm>
            <a:off x="416496" y="710328"/>
            <a:ext cx="3456384" cy="543814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sp>
        <p:nvSpPr>
          <p:cNvPr id="94" name="직사각형 93">
            <a:extLst>
              <a:ext uri="{FF2B5EF4-FFF2-40B4-BE49-F238E27FC236}">
                <a16:creationId xmlns="" xmlns:a16="http://schemas.microsoft.com/office/drawing/2014/main" id="{03FE01E6-E8E0-0E40-822F-EB974B23B95D}"/>
              </a:ext>
            </a:extLst>
          </p:cNvPr>
          <p:cNvSpPr/>
          <p:nvPr/>
        </p:nvSpPr>
        <p:spPr>
          <a:xfrm>
            <a:off x="560512" y="1608383"/>
            <a:ext cx="3109400" cy="771621"/>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sp>
        <p:nvSpPr>
          <p:cNvPr id="155" name="직사각형 154">
            <a:extLst>
              <a:ext uri="{FF2B5EF4-FFF2-40B4-BE49-F238E27FC236}">
                <a16:creationId xmlns="" xmlns:a16="http://schemas.microsoft.com/office/drawing/2014/main" id="{68890253-EF97-D34A-A33A-EDA2DD64AC1A}"/>
              </a:ext>
            </a:extLst>
          </p:cNvPr>
          <p:cNvSpPr/>
          <p:nvPr/>
        </p:nvSpPr>
        <p:spPr>
          <a:xfrm>
            <a:off x="682594" y="2017470"/>
            <a:ext cx="2934795" cy="28184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#Hôm nay</a:t>
            </a:r>
            <a:r>
              <a:rPr lang="ko-KR" altLang="en-US" sz="1000" b="1" smtClean="0">
                <a:solidFill>
                  <a:schemeClr val="tx1"/>
                </a:solidFill>
                <a:latin typeface="Times New Roman" pitchFamily="18" charset="0"/>
                <a:ea typeface="Nanum Gothic" panose="020D0604000000000000" pitchFamily="34" charset="-127"/>
                <a:cs typeface="Times New Roman" pitchFamily="18" charset="0"/>
              </a:rPr>
              <a:t> </a:t>
            </a: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#Toàn bộ kênh</a:t>
            </a:r>
            <a:r>
              <a:rPr lang="ko-KR" altLang="en-US" sz="1000" b="1" smtClean="0">
                <a:solidFill>
                  <a:schemeClr val="tx1"/>
                </a:solidFill>
                <a:latin typeface="Times New Roman" pitchFamily="18" charset="0"/>
                <a:ea typeface="Nanum Gothic" panose="020D0604000000000000" pitchFamily="34" charset="-127"/>
                <a:cs typeface="Times New Roman" pitchFamily="18" charset="0"/>
              </a:rPr>
              <a:t>  </a:t>
            </a: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#Toàn bộ NCC</a:t>
            </a:r>
            <a:endParaRPr lang="ko-KR" altLang="en-US" sz="1000" b="1" dirty="0">
              <a:solidFill>
                <a:schemeClr val="tx1"/>
              </a:solidFill>
              <a:latin typeface="Times New Roman" pitchFamily="18" charset="0"/>
              <a:ea typeface="Nanum Gothic" panose="020D0604000000000000" pitchFamily="34" charset="-127"/>
              <a:cs typeface="Times New Roman" pitchFamily="18" charset="0"/>
            </a:endParaRPr>
          </a:p>
        </p:txBody>
      </p:sp>
      <p:pic>
        <p:nvPicPr>
          <p:cNvPr id="4" name="그림 3">
            <a:extLst>
              <a:ext uri="{FF2B5EF4-FFF2-40B4-BE49-F238E27FC236}">
                <a16:creationId xmlns="" xmlns:a16="http://schemas.microsoft.com/office/drawing/2014/main" id="{16BDDE59-B809-354F-864F-48D7F57C8BCF}"/>
              </a:ext>
            </a:extLst>
          </p:cNvPr>
          <p:cNvPicPr>
            <a:picLocks noChangeAspect="1"/>
          </p:cNvPicPr>
          <p:nvPr/>
        </p:nvPicPr>
        <p:blipFill>
          <a:blip r:embed="rId2" cstate="print"/>
          <a:stretch>
            <a:fillRect/>
          </a:stretch>
        </p:blipFill>
        <p:spPr>
          <a:xfrm>
            <a:off x="469332" y="805122"/>
            <a:ext cx="291082" cy="291082"/>
          </a:xfrm>
          <a:prstGeom prst="rect">
            <a:avLst/>
          </a:prstGeom>
        </p:spPr>
      </p:pic>
      <p:sp>
        <p:nvSpPr>
          <p:cNvPr id="49" name="직사각형 48">
            <a:extLst>
              <a:ext uri="{FF2B5EF4-FFF2-40B4-BE49-F238E27FC236}">
                <a16:creationId xmlns="" xmlns:a16="http://schemas.microsoft.com/office/drawing/2014/main" id="{6C6C0670-5041-2F4F-9F19-B7FB6DC91AEC}"/>
              </a:ext>
            </a:extLst>
          </p:cNvPr>
          <p:cNvSpPr/>
          <p:nvPr/>
        </p:nvSpPr>
        <p:spPr>
          <a:xfrm>
            <a:off x="560512" y="2725564"/>
            <a:ext cx="3172565" cy="116351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50" name="TextBox 2">
            <a:extLst>
              <a:ext uri="{FF2B5EF4-FFF2-40B4-BE49-F238E27FC236}">
                <a16:creationId xmlns="" xmlns:a16="http://schemas.microsoft.com/office/drawing/2014/main" id="{53AFB907-1F66-CB41-ABBD-1D4594319D75}"/>
              </a:ext>
            </a:extLst>
          </p:cNvPr>
          <p:cNvSpPr txBox="1"/>
          <p:nvPr/>
        </p:nvSpPr>
        <p:spPr>
          <a:xfrm>
            <a:off x="1208584" y="2752475"/>
            <a:ext cx="2448272" cy="1107996"/>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ko-KR" sz="800" b="1" smtClean="0">
                <a:latin typeface="Times New Roman" pitchFamily="18" charset="0"/>
                <a:ea typeface="Nanum Gothic" panose="020D0604000000000000" pitchFamily="34" charset="-127"/>
                <a:cs typeface="Times New Roman" pitchFamily="18" charset="0"/>
              </a:rPr>
              <a:t>T-Bridge</a:t>
            </a:r>
            <a:r>
              <a:rPr lang="ko-KR" altLang="en-US" sz="800" b="1" smtClean="0">
                <a:latin typeface="Times New Roman" pitchFamily="18" charset="0"/>
                <a:ea typeface="Nanum Gothic" panose="020D0604000000000000" pitchFamily="34" charset="-127"/>
                <a:cs typeface="Times New Roman" pitchFamily="18" charset="0"/>
              </a:rPr>
              <a:t> </a:t>
            </a:r>
            <a:r>
              <a:rPr lang="en-US" altLang="ko-KR" sz="800" b="1" dirty="0">
                <a:latin typeface="Times New Roman" pitchFamily="18" charset="0"/>
                <a:ea typeface="Nanum Gothic" panose="020D0604000000000000" pitchFamily="34" charset="-127"/>
                <a:cs typeface="Times New Roman" pitchFamily="18" charset="0"/>
              </a:rPr>
              <a:t>: T123CD123451</a:t>
            </a:r>
            <a:endParaRPr lang="ko-KR" altLang="en-US" sz="800" b="1" dirty="0">
              <a:latin typeface="Times New Roman" pitchFamily="18" charset="0"/>
              <a:ea typeface="Nanum Gothic" panose="020D0604000000000000" pitchFamily="34" charset="-127"/>
              <a:cs typeface="Times New Roman" pitchFamily="18" charset="0"/>
            </a:endParaRPr>
          </a:p>
          <a:p>
            <a:r>
              <a:rPr lang="en-US" altLang="ko-KR" sz="800" b="1" smtClean="0">
                <a:latin typeface="Times New Roman" pitchFamily="18" charset="0"/>
                <a:ea typeface="Nanum Gothic" panose="020D0604000000000000" pitchFamily="34" charset="-127"/>
                <a:cs typeface="Times New Roman" pitchFamily="18" charset="0"/>
              </a:rPr>
              <a:t>Gmarket: </a:t>
            </a:r>
            <a:r>
              <a:rPr lang="en-US" altLang="ko-KR" sz="800" b="1" dirty="0">
                <a:latin typeface="Times New Roman" pitchFamily="18" charset="0"/>
                <a:ea typeface="Nanum Gothic" panose="020D0604000000000000" pitchFamily="34" charset="-127"/>
                <a:cs typeface="Times New Roman" pitchFamily="18" charset="0"/>
              </a:rPr>
              <a:t>P0909_111</a:t>
            </a:r>
          </a:p>
          <a:p>
            <a:endParaRPr lang="en-US" altLang="ko-KR" sz="800" dirty="0">
              <a:latin typeface="Times New Roman" pitchFamily="18" charset="0"/>
              <a:ea typeface="Nanum Gothic" panose="020D0604000000000000" pitchFamily="34" charset="-127"/>
              <a:cs typeface="Times New Roman" pitchFamily="18" charset="0"/>
            </a:endParaRPr>
          </a:p>
          <a:p>
            <a:r>
              <a:rPr lang="ko-KR" altLang="en-US" sz="1000" dirty="0">
                <a:latin typeface="Times New Roman" pitchFamily="18" charset="0"/>
                <a:ea typeface="Nanum Gothic" panose="020D0604000000000000" pitchFamily="34" charset="-127"/>
                <a:cs typeface="Times New Roman" pitchFamily="18" charset="0"/>
              </a:rPr>
              <a:t>충주 </a:t>
            </a:r>
            <a:r>
              <a:rPr lang="ko-KR" altLang="en-US" sz="1000" dirty="0" err="1">
                <a:latin typeface="Times New Roman" pitchFamily="18" charset="0"/>
                <a:ea typeface="Nanum Gothic" panose="020D0604000000000000" pitchFamily="34" charset="-127"/>
                <a:cs typeface="Times New Roman" pitchFamily="18" charset="0"/>
              </a:rPr>
              <a:t>미노스랩</a:t>
            </a:r>
            <a:r>
              <a:rPr lang="ko-KR" altLang="en-US" sz="1000" dirty="0">
                <a:latin typeface="Times New Roman" pitchFamily="18" charset="0"/>
                <a:ea typeface="Nanum Gothic" panose="020D0604000000000000" pitchFamily="34" charset="-127"/>
                <a:cs typeface="Times New Roman" pitchFamily="18" charset="0"/>
              </a:rPr>
              <a:t> </a:t>
            </a:r>
            <a:r>
              <a:rPr lang="ko-KR" altLang="en-US" sz="1000" dirty="0" err="1">
                <a:latin typeface="Times New Roman" pitchFamily="18" charset="0"/>
                <a:ea typeface="Nanum Gothic" panose="020D0604000000000000" pitchFamily="34" charset="-127"/>
                <a:cs typeface="Times New Roman" pitchFamily="18" charset="0"/>
              </a:rPr>
              <a:t>힐링앤</a:t>
            </a:r>
            <a:r>
              <a:rPr lang="ko-KR" altLang="en-US" sz="1000" dirty="0">
                <a:latin typeface="Times New Roman" pitchFamily="18" charset="0"/>
                <a:ea typeface="Nanum Gothic" panose="020D0604000000000000" pitchFamily="34" charset="-127"/>
                <a:cs typeface="Times New Roman" pitchFamily="18" charset="0"/>
              </a:rPr>
              <a:t> </a:t>
            </a:r>
            <a:r>
              <a:rPr lang="ko-KR" altLang="en-US" sz="1000" dirty="0" err="1">
                <a:latin typeface="Times New Roman" pitchFamily="18" charset="0"/>
                <a:ea typeface="Nanum Gothic" panose="020D0604000000000000" pitchFamily="34" charset="-127"/>
                <a:cs typeface="Times New Roman" pitchFamily="18" charset="0"/>
              </a:rPr>
              <a:t>사조리조트</a:t>
            </a:r>
            <a:endParaRPr lang="en-US" altLang="ko-KR" sz="1000" dirty="0">
              <a:latin typeface="Times New Roman" pitchFamily="18" charset="0"/>
              <a:ea typeface="Nanum Gothic" panose="020D0604000000000000" pitchFamily="34" charset="-127"/>
              <a:cs typeface="Times New Roman" pitchFamily="18" charset="0"/>
            </a:endParaRPr>
          </a:p>
          <a:p>
            <a:r>
              <a:rPr lang="en-US" altLang="ko-KR" sz="1000" dirty="0">
                <a:latin typeface="Times New Roman" pitchFamily="18" charset="0"/>
                <a:ea typeface="Nanum Gothic" panose="020D0604000000000000" pitchFamily="34" charset="-127"/>
                <a:cs typeface="Times New Roman" pitchFamily="18" charset="0"/>
              </a:rPr>
              <a:t>89.25M </a:t>
            </a:r>
            <a:r>
              <a:rPr lang="ko-KR" altLang="en-US" sz="1000" dirty="0">
                <a:latin typeface="Times New Roman" pitchFamily="18" charset="0"/>
                <a:ea typeface="Nanum Gothic" panose="020D0604000000000000" pitchFamily="34" charset="-127"/>
                <a:cs typeface="Times New Roman" pitchFamily="18" charset="0"/>
              </a:rPr>
              <a:t>객실 </a:t>
            </a:r>
            <a:r>
              <a:rPr lang="en-US" altLang="ko-KR" sz="1000" dirty="0">
                <a:latin typeface="Times New Roman" pitchFamily="18" charset="0"/>
                <a:ea typeface="Nanum Gothic" panose="020D0604000000000000" pitchFamily="34" charset="-127"/>
                <a:cs typeface="Times New Roman" pitchFamily="18" charset="0"/>
              </a:rPr>
              <a:t>1</a:t>
            </a:r>
            <a:r>
              <a:rPr lang="ko-KR" altLang="en-US" sz="1000" dirty="0">
                <a:latin typeface="Times New Roman" pitchFamily="18" charset="0"/>
                <a:ea typeface="Nanum Gothic" panose="020D0604000000000000" pitchFamily="34" charset="-127"/>
                <a:cs typeface="Times New Roman" pitchFamily="18" charset="0"/>
              </a:rPr>
              <a:t>박</a:t>
            </a:r>
            <a:endParaRPr lang="en-US" altLang="ko-KR" sz="1000" dirty="0">
              <a:latin typeface="Times New Roman" pitchFamily="18" charset="0"/>
              <a:ea typeface="Nanum Gothic" panose="020D0604000000000000" pitchFamily="34" charset="-127"/>
              <a:cs typeface="Times New Roman" pitchFamily="18" charset="0"/>
            </a:endParaRPr>
          </a:p>
          <a:p>
            <a:r>
              <a:rPr lang="ko-KR" altLang="en-US" sz="1000" dirty="0">
                <a:latin typeface="Times New Roman" pitchFamily="18" charset="0"/>
                <a:ea typeface="Nanum Gothic" panose="020D0604000000000000" pitchFamily="34" charset="-127"/>
                <a:cs typeface="Times New Roman" pitchFamily="18" charset="0"/>
              </a:rPr>
              <a:t>박근철 </a:t>
            </a:r>
            <a:r>
              <a:rPr lang="en-US" altLang="ko-KR" sz="1000" dirty="0">
                <a:latin typeface="Times New Roman" pitchFamily="18" charset="0"/>
                <a:ea typeface="Nanum Gothic" panose="020D0604000000000000" pitchFamily="34" charset="-127"/>
                <a:cs typeface="Times New Roman" pitchFamily="18" charset="0"/>
              </a:rPr>
              <a:t>[ 010-222-2222</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a:t>
            </a:r>
          </a:p>
          <a:p>
            <a:r>
              <a:rPr lang="en-US" altLang="ko-KR" sz="1000" smtClean="0">
                <a:latin typeface="Times New Roman" pitchFamily="18" charset="0"/>
                <a:ea typeface="Nanum Gothic" panose="020D0604000000000000" pitchFamily="34" charset="-127"/>
                <a:cs typeface="Times New Roman" pitchFamily="18" charset="0"/>
              </a:rPr>
              <a:t>Ngày mua: </a:t>
            </a:r>
            <a:r>
              <a:rPr lang="en-US" altLang="ko-KR" sz="1000" dirty="0">
                <a:latin typeface="Times New Roman" pitchFamily="18" charset="0"/>
                <a:ea typeface="Nanum Gothic" panose="020D0604000000000000" pitchFamily="34" charset="-127"/>
                <a:cs typeface="Times New Roman" pitchFamily="18" charset="0"/>
              </a:rPr>
              <a:t>2020-02-01 </a:t>
            </a:r>
          </a:p>
        </p:txBody>
      </p:sp>
      <p:sp>
        <p:nvSpPr>
          <p:cNvPr id="51" name="직사각형 50">
            <a:extLst>
              <a:ext uri="{FF2B5EF4-FFF2-40B4-BE49-F238E27FC236}">
                <a16:creationId xmlns="" xmlns:a16="http://schemas.microsoft.com/office/drawing/2014/main" id="{9309E1FE-8B49-0548-8F2F-9B3946F10E23}"/>
              </a:ext>
            </a:extLst>
          </p:cNvPr>
          <p:cNvSpPr/>
          <p:nvPr/>
        </p:nvSpPr>
        <p:spPr>
          <a:xfrm>
            <a:off x="796693" y="3093424"/>
            <a:ext cx="247718" cy="24771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56" name="직사각형 55">
            <a:extLst>
              <a:ext uri="{FF2B5EF4-FFF2-40B4-BE49-F238E27FC236}">
                <a16:creationId xmlns="" xmlns:a16="http://schemas.microsoft.com/office/drawing/2014/main" id="{44927E10-D0A2-4447-8C96-126CAC03820B}"/>
              </a:ext>
            </a:extLst>
          </p:cNvPr>
          <p:cNvSpPr/>
          <p:nvPr/>
        </p:nvSpPr>
        <p:spPr>
          <a:xfrm>
            <a:off x="682594" y="1674775"/>
            <a:ext cx="2934795" cy="285179"/>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smtClean="0">
                <a:solidFill>
                  <a:schemeClr val="bg1">
                    <a:lumMod val="75000"/>
                  </a:schemeClr>
                </a:solidFill>
                <a:latin typeface="Times New Roman" pitchFamily="18" charset="0"/>
                <a:ea typeface="Nanum Gothic" panose="020D0604000000000000" pitchFamily="34" charset="-127"/>
                <a:cs typeface="Times New Roman" pitchFamily="18" charset="0"/>
              </a:rPr>
              <a:t>Tìm tên/ số điện thoại/mã vé</a:t>
            </a:r>
            <a:endParaRPr lang="ko-KR" altLang="en-US" sz="100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pic>
        <p:nvPicPr>
          <p:cNvPr id="57" name="그림 56">
            <a:extLst>
              <a:ext uri="{FF2B5EF4-FFF2-40B4-BE49-F238E27FC236}">
                <a16:creationId xmlns="" xmlns:a16="http://schemas.microsoft.com/office/drawing/2014/main" id="{66503E8C-21EE-7143-9253-2DE9380BF4DF}"/>
              </a:ext>
            </a:extLst>
          </p:cNvPr>
          <p:cNvPicPr>
            <a:picLocks noChangeAspect="1"/>
          </p:cNvPicPr>
          <p:nvPr/>
        </p:nvPicPr>
        <p:blipFill>
          <a:blip r:embed="rId3" cstate="print"/>
          <a:stretch>
            <a:fillRect/>
          </a:stretch>
        </p:blipFill>
        <p:spPr>
          <a:xfrm>
            <a:off x="3390824" y="1729546"/>
            <a:ext cx="172176" cy="191390"/>
          </a:xfrm>
          <a:prstGeom prst="rect">
            <a:avLst/>
          </a:prstGeom>
        </p:spPr>
      </p:pic>
      <p:sp>
        <p:nvSpPr>
          <p:cNvPr id="60" name="직사각형 59">
            <a:extLst>
              <a:ext uri="{FF2B5EF4-FFF2-40B4-BE49-F238E27FC236}">
                <a16:creationId xmlns="" xmlns:a16="http://schemas.microsoft.com/office/drawing/2014/main" id="{B4FF5A63-3E04-8243-837D-D6D439E05350}"/>
              </a:ext>
            </a:extLst>
          </p:cNvPr>
          <p:cNvSpPr/>
          <p:nvPr/>
        </p:nvSpPr>
        <p:spPr>
          <a:xfrm>
            <a:off x="560512" y="3994835"/>
            <a:ext cx="3172565" cy="116351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61" name="TextBox 2">
            <a:extLst>
              <a:ext uri="{FF2B5EF4-FFF2-40B4-BE49-F238E27FC236}">
                <a16:creationId xmlns="" xmlns:a16="http://schemas.microsoft.com/office/drawing/2014/main" id="{62ED3214-CDA1-C54A-81AF-6DED9D691F06}"/>
              </a:ext>
            </a:extLst>
          </p:cNvPr>
          <p:cNvSpPr txBox="1"/>
          <p:nvPr/>
        </p:nvSpPr>
        <p:spPr>
          <a:xfrm>
            <a:off x="1208584" y="4021746"/>
            <a:ext cx="2448272" cy="1077218"/>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ko-KR" sz="800" b="1" smtClean="0">
                <a:latin typeface="Times New Roman" pitchFamily="18" charset="0"/>
                <a:ea typeface="Nanum Gothic" panose="020D0604000000000000" pitchFamily="34" charset="-127"/>
                <a:cs typeface="Times New Roman" pitchFamily="18" charset="0"/>
              </a:rPr>
              <a:t>T-Bridge</a:t>
            </a:r>
            <a:r>
              <a:rPr lang="ko-KR" altLang="en-US" sz="800" b="1" smtClean="0">
                <a:latin typeface="Times New Roman" pitchFamily="18" charset="0"/>
                <a:ea typeface="Nanum Gothic" panose="020D0604000000000000" pitchFamily="34" charset="-127"/>
                <a:cs typeface="Times New Roman" pitchFamily="18" charset="0"/>
              </a:rPr>
              <a:t> </a:t>
            </a:r>
            <a:r>
              <a:rPr lang="en-US" altLang="ko-KR" sz="800" b="1" dirty="0">
                <a:latin typeface="Times New Roman" pitchFamily="18" charset="0"/>
                <a:ea typeface="Nanum Gothic" panose="020D0604000000000000" pitchFamily="34" charset="-127"/>
                <a:cs typeface="Times New Roman" pitchFamily="18" charset="0"/>
              </a:rPr>
              <a:t>: T123CD123451</a:t>
            </a:r>
            <a:endParaRPr lang="ko-KR" altLang="en-US" sz="800" b="1" dirty="0">
              <a:latin typeface="Times New Roman" pitchFamily="18" charset="0"/>
              <a:ea typeface="Nanum Gothic" panose="020D0604000000000000" pitchFamily="34" charset="-127"/>
              <a:cs typeface="Times New Roman" pitchFamily="18" charset="0"/>
            </a:endParaRPr>
          </a:p>
          <a:p>
            <a:r>
              <a:rPr lang="en-US" altLang="ko-KR" sz="800" b="1" smtClean="0">
                <a:latin typeface="Times New Roman" pitchFamily="18" charset="0"/>
                <a:ea typeface="Nanum Gothic" panose="020D0604000000000000" pitchFamily="34" charset="-127"/>
                <a:cs typeface="Times New Roman" pitchFamily="18" charset="0"/>
              </a:rPr>
              <a:t>Gmarket: </a:t>
            </a:r>
            <a:r>
              <a:rPr lang="en-US" altLang="ko-KR" sz="800" b="1" dirty="0">
                <a:latin typeface="Times New Roman" pitchFamily="18" charset="0"/>
                <a:ea typeface="Nanum Gothic" panose="020D0604000000000000" pitchFamily="34" charset="-127"/>
                <a:cs typeface="Times New Roman" pitchFamily="18" charset="0"/>
              </a:rPr>
              <a:t>P0909_111</a:t>
            </a:r>
          </a:p>
          <a:p>
            <a:endParaRPr lang="en-US" altLang="ko-KR" sz="800" dirty="0">
              <a:latin typeface="Times New Roman" pitchFamily="18" charset="0"/>
              <a:ea typeface="Nanum Gothic" panose="020D0604000000000000" pitchFamily="34" charset="-127"/>
              <a:cs typeface="Times New Roman" pitchFamily="18" charset="0"/>
            </a:endParaRPr>
          </a:p>
          <a:p>
            <a:r>
              <a:rPr lang="en-US" altLang="ko-KR" sz="1000" smtClean="0">
                <a:latin typeface="Times New Roman" pitchFamily="18" charset="0"/>
                <a:ea typeface="Nanum Gothic" panose="020D0604000000000000" pitchFamily="34" charset="-127"/>
                <a:cs typeface="Times New Roman" pitchFamily="18" charset="0"/>
              </a:rPr>
              <a:t>Tên sản phẩm</a:t>
            </a:r>
            <a:endParaRPr lang="en-US" altLang="ko-KR" sz="1000" dirty="0">
              <a:latin typeface="Times New Roman" pitchFamily="18" charset="0"/>
              <a:ea typeface="Nanum Gothic" panose="020D0604000000000000" pitchFamily="34" charset="-127"/>
              <a:cs typeface="Times New Roman" pitchFamily="18" charset="0"/>
            </a:endParaRPr>
          </a:p>
          <a:p>
            <a:r>
              <a:rPr lang="en-US" altLang="ko-KR" sz="1000" smtClean="0">
                <a:latin typeface="Times New Roman" pitchFamily="18" charset="0"/>
                <a:ea typeface="Nanum Gothic" panose="020D0604000000000000" pitchFamily="34" charset="-127"/>
                <a:cs typeface="Times New Roman" pitchFamily="18" charset="0"/>
              </a:rPr>
              <a:t>Tên option</a:t>
            </a:r>
            <a:endParaRPr lang="en-US" altLang="ko-KR" sz="1000" dirty="0">
              <a:latin typeface="Times New Roman" pitchFamily="18" charset="0"/>
              <a:ea typeface="Nanum Gothic" panose="020D0604000000000000" pitchFamily="34" charset="-127"/>
              <a:cs typeface="Times New Roman" pitchFamily="18" charset="0"/>
            </a:endParaRPr>
          </a:p>
          <a:p>
            <a:r>
              <a:rPr lang="vi-VN" altLang="ko-KR" sz="1000" smtClean="0">
                <a:latin typeface="Times New Roman" pitchFamily="18" charset="0"/>
                <a:ea typeface="Nanum Gothic" panose="020D0604000000000000" pitchFamily="34" charset="-127"/>
                <a:cs typeface="Times New Roman" pitchFamily="18" charset="0"/>
              </a:rPr>
              <a:t>Tên người mua</a:t>
            </a:r>
            <a:r>
              <a:rPr lang="ko-KR" altLang="en-US" sz="1000" smtClean="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[ 010-222-2222</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a:t>
            </a:r>
          </a:p>
          <a:p>
            <a:r>
              <a:rPr lang="en-US" altLang="ko-KR" sz="1000" smtClean="0">
                <a:latin typeface="Times New Roman" pitchFamily="18" charset="0"/>
                <a:ea typeface="Nanum Gothic" panose="020D0604000000000000" pitchFamily="34" charset="-127"/>
                <a:cs typeface="Times New Roman" pitchFamily="18" charset="0"/>
              </a:rPr>
              <a:t>Ngày mua: </a:t>
            </a:r>
            <a:r>
              <a:rPr lang="en-US" altLang="ko-KR" sz="1000" dirty="0">
                <a:latin typeface="Times New Roman" pitchFamily="18" charset="0"/>
                <a:ea typeface="Nanum Gothic" panose="020D0604000000000000" pitchFamily="34" charset="-127"/>
                <a:cs typeface="Times New Roman" pitchFamily="18" charset="0"/>
              </a:rPr>
              <a:t>2020-02-01 </a:t>
            </a:r>
          </a:p>
        </p:txBody>
      </p:sp>
      <p:sp>
        <p:nvSpPr>
          <p:cNvPr id="62" name="직사각형 61">
            <a:extLst>
              <a:ext uri="{FF2B5EF4-FFF2-40B4-BE49-F238E27FC236}">
                <a16:creationId xmlns="" xmlns:a16="http://schemas.microsoft.com/office/drawing/2014/main" id="{0F93B623-A34E-F947-B523-E383A4407558}"/>
              </a:ext>
            </a:extLst>
          </p:cNvPr>
          <p:cNvSpPr/>
          <p:nvPr/>
        </p:nvSpPr>
        <p:spPr>
          <a:xfrm>
            <a:off x="796693" y="4362695"/>
            <a:ext cx="247718" cy="24771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63" name="직사각형 62">
            <a:extLst>
              <a:ext uri="{FF2B5EF4-FFF2-40B4-BE49-F238E27FC236}">
                <a16:creationId xmlns="" xmlns:a16="http://schemas.microsoft.com/office/drawing/2014/main" id="{6FB1A712-9994-4844-8743-749BA5440644}"/>
              </a:ext>
            </a:extLst>
          </p:cNvPr>
          <p:cNvSpPr/>
          <p:nvPr/>
        </p:nvSpPr>
        <p:spPr>
          <a:xfrm>
            <a:off x="554112" y="2729856"/>
            <a:ext cx="576914"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800" smtClean="0">
                <a:solidFill>
                  <a:schemeClr val="bg1"/>
                </a:solidFill>
                <a:latin typeface="Times New Roman" pitchFamily="18" charset="0"/>
                <a:ea typeface="Nanum Gothic" panose="020D0604000000000000" pitchFamily="34" charset="-127"/>
                <a:cs typeface="Times New Roman" pitchFamily="18" charset="0"/>
              </a:rPr>
              <a:t>Mua xong</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64" name="직사각형 63">
            <a:extLst>
              <a:ext uri="{FF2B5EF4-FFF2-40B4-BE49-F238E27FC236}">
                <a16:creationId xmlns="" xmlns:a16="http://schemas.microsoft.com/office/drawing/2014/main" id="{E708034C-E8BE-7D42-8CEF-582D392FE7C9}"/>
              </a:ext>
            </a:extLst>
          </p:cNvPr>
          <p:cNvSpPr/>
          <p:nvPr/>
        </p:nvSpPr>
        <p:spPr>
          <a:xfrm>
            <a:off x="560512" y="3995893"/>
            <a:ext cx="576914"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800" smtClean="0">
                <a:solidFill>
                  <a:schemeClr val="bg1"/>
                </a:solidFill>
                <a:latin typeface="Times New Roman" pitchFamily="18" charset="0"/>
                <a:ea typeface="Nanum Gothic" panose="020D0604000000000000" pitchFamily="34" charset="-127"/>
                <a:cs typeface="Times New Roman" pitchFamily="18" charset="0"/>
              </a:rPr>
              <a:t>Sử dụng xong</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65" name="TextBox 64">
            <a:extLst>
              <a:ext uri="{FF2B5EF4-FFF2-40B4-BE49-F238E27FC236}">
                <a16:creationId xmlns="" xmlns:a16="http://schemas.microsoft.com/office/drawing/2014/main" id="{134E2EDC-E6DA-A846-AAF9-349B2F8FA253}"/>
              </a:ext>
            </a:extLst>
          </p:cNvPr>
          <p:cNvSpPr txBox="1"/>
          <p:nvPr/>
        </p:nvSpPr>
        <p:spPr>
          <a:xfrm>
            <a:off x="623097" y="805122"/>
            <a:ext cx="1563248" cy="307777"/>
          </a:xfrm>
          <a:prstGeom prst="rect">
            <a:avLst/>
          </a:prstGeom>
          <a:noFill/>
        </p:spPr>
        <p:txBody>
          <a:bodyPr wrap="none" rtlCol="0">
            <a:spAutoFit/>
          </a:bodyPr>
          <a:lstStyle/>
          <a:p>
            <a:pPr algn="ctr"/>
            <a:r>
              <a:rPr lang="en-US" altLang="ko-KR" sz="1400" b="1" smtClean="0">
                <a:latin typeface="Times New Roman" pitchFamily="18" charset="0"/>
                <a:ea typeface="Nanum Gothic" panose="020D0604000000000000" pitchFamily="34" charset="-127"/>
                <a:cs typeface="Times New Roman" pitchFamily="18" charset="0"/>
              </a:rPr>
              <a:t>Quản lý đơn hàng</a:t>
            </a:r>
            <a:endParaRPr lang="ko-KR" altLang="en-US" sz="1400" b="1" dirty="0">
              <a:latin typeface="Times New Roman" pitchFamily="18" charset="0"/>
              <a:ea typeface="Nanum Gothic" panose="020D0604000000000000" pitchFamily="34" charset="-127"/>
              <a:cs typeface="Times New Roman" pitchFamily="18" charset="0"/>
            </a:endParaRPr>
          </a:p>
        </p:txBody>
      </p:sp>
      <p:pic>
        <p:nvPicPr>
          <p:cNvPr id="70" name="그림 69">
            <a:extLst>
              <a:ext uri="{FF2B5EF4-FFF2-40B4-BE49-F238E27FC236}">
                <a16:creationId xmlns="" xmlns:a16="http://schemas.microsoft.com/office/drawing/2014/main" id="{F7750DD5-5C8F-3749-AF38-E6290D977A7C}"/>
              </a:ext>
            </a:extLst>
          </p:cNvPr>
          <p:cNvPicPr>
            <a:picLocks noChangeAspect="1"/>
          </p:cNvPicPr>
          <p:nvPr/>
        </p:nvPicPr>
        <p:blipFill>
          <a:blip r:embed="rId4" cstate="print"/>
          <a:stretch>
            <a:fillRect/>
          </a:stretch>
        </p:blipFill>
        <p:spPr>
          <a:xfrm>
            <a:off x="669537" y="5624767"/>
            <a:ext cx="3000375" cy="301408"/>
          </a:xfrm>
          <a:prstGeom prst="rect">
            <a:avLst/>
          </a:prstGeom>
        </p:spPr>
      </p:pic>
      <p:pic>
        <p:nvPicPr>
          <p:cNvPr id="78" name="그림 77">
            <a:extLst>
              <a:ext uri="{FF2B5EF4-FFF2-40B4-BE49-F238E27FC236}">
                <a16:creationId xmlns="" xmlns:a16="http://schemas.microsoft.com/office/drawing/2014/main" id="{09BA3860-7E46-6146-8410-2E54CD90FF99}"/>
              </a:ext>
            </a:extLst>
          </p:cNvPr>
          <p:cNvPicPr>
            <a:picLocks noChangeAspect="1"/>
          </p:cNvPicPr>
          <p:nvPr/>
        </p:nvPicPr>
        <p:blipFill>
          <a:blip r:embed="rId5" cstate="print"/>
          <a:stretch>
            <a:fillRect/>
          </a:stretch>
        </p:blipFill>
        <p:spPr>
          <a:xfrm>
            <a:off x="3454814" y="2088404"/>
            <a:ext cx="139900" cy="155512"/>
          </a:xfrm>
          <a:prstGeom prst="rect">
            <a:avLst/>
          </a:prstGeom>
        </p:spPr>
      </p:pic>
      <p:sp>
        <p:nvSpPr>
          <p:cNvPr id="79" name="직사각형 78">
            <a:extLst>
              <a:ext uri="{FF2B5EF4-FFF2-40B4-BE49-F238E27FC236}">
                <a16:creationId xmlns="" xmlns:a16="http://schemas.microsoft.com/office/drawing/2014/main" id="{472F75A9-D6B3-7448-9D72-ABCD4C871D0D}"/>
              </a:ext>
            </a:extLst>
          </p:cNvPr>
          <p:cNvSpPr/>
          <p:nvPr/>
        </p:nvSpPr>
        <p:spPr>
          <a:xfrm>
            <a:off x="2652499" y="2510207"/>
            <a:ext cx="511907"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Xử lý sử dụng</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80" name="직사각형 79">
            <a:extLst>
              <a:ext uri="{FF2B5EF4-FFF2-40B4-BE49-F238E27FC236}">
                <a16:creationId xmlns="" xmlns:a16="http://schemas.microsoft.com/office/drawing/2014/main" id="{566E0732-AF51-9541-A027-F696A47B8A31}"/>
              </a:ext>
            </a:extLst>
          </p:cNvPr>
          <p:cNvSpPr/>
          <p:nvPr/>
        </p:nvSpPr>
        <p:spPr>
          <a:xfrm>
            <a:off x="3207649" y="2510207"/>
            <a:ext cx="511907"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Xử lý khôi phục</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81" name="직사각형 80">
            <a:extLst>
              <a:ext uri="{FF2B5EF4-FFF2-40B4-BE49-F238E27FC236}">
                <a16:creationId xmlns="" xmlns:a16="http://schemas.microsoft.com/office/drawing/2014/main" id="{C94A2C5C-A30F-3B4A-94F3-C0A625A03039}"/>
              </a:ext>
            </a:extLst>
          </p:cNvPr>
          <p:cNvSpPr/>
          <p:nvPr/>
        </p:nvSpPr>
        <p:spPr>
          <a:xfrm>
            <a:off x="2093961" y="2510207"/>
            <a:ext cx="511907" cy="157932"/>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Chọn toàn bộ</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82" name="직사각형 81">
            <a:extLst>
              <a:ext uri="{FF2B5EF4-FFF2-40B4-BE49-F238E27FC236}">
                <a16:creationId xmlns="" xmlns:a16="http://schemas.microsoft.com/office/drawing/2014/main" id="{ABED46AF-6135-3143-8535-D8F133236B34}"/>
              </a:ext>
            </a:extLst>
          </p:cNvPr>
          <p:cNvSpPr/>
          <p:nvPr/>
        </p:nvSpPr>
        <p:spPr>
          <a:xfrm>
            <a:off x="495682" y="2481451"/>
            <a:ext cx="904415" cy="215444"/>
          </a:xfrm>
          <a:prstGeom prst="rect">
            <a:avLst/>
          </a:prstGeom>
        </p:spPr>
        <p:txBody>
          <a:bodyPr wrap="none">
            <a:spAutoFit/>
          </a:bodyPr>
          <a:lstStyle/>
          <a:p>
            <a:pPr algn="ctr"/>
            <a:r>
              <a:rPr lang="en-US" altLang="ko-KR" sz="800" smtClean="0">
                <a:latin typeface="Times New Roman" pitchFamily="18" charset="0"/>
                <a:ea typeface="Nanum Gothic" panose="020D0604000000000000" pitchFamily="34" charset="-127"/>
                <a:cs typeface="Times New Roman" pitchFamily="18" charset="0"/>
              </a:rPr>
              <a:t>Tổng 231 kết quả</a:t>
            </a:r>
            <a:endParaRPr lang="en-US" altLang="ko-KR" sz="800" dirty="0">
              <a:latin typeface="Times New Roman" pitchFamily="18" charset="0"/>
              <a:ea typeface="Nanum Gothic" panose="020D0604000000000000" pitchFamily="34" charset="-127"/>
              <a:cs typeface="Times New Roman" pitchFamily="18" charset="0"/>
            </a:endParaRPr>
          </a:p>
        </p:txBody>
      </p:sp>
      <p:sp>
        <p:nvSpPr>
          <p:cNvPr id="90" name="직사각형 89">
            <a:extLst>
              <a:ext uri="{FF2B5EF4-FFF2-40B4-BE49-F238E27FC236}">
                <a16:creationId xmlns="" xmlns:a16="http://schemas.microsoft.com/office/drawing/2014/main" id="{EF9D4431-EC88-2C4C-AC73-3806793F02E6}"/>
              </a:ext>
            </a:extLst>
          </p:cNvPr>
          <p:cNvSpPr/>
          <p:nvPr/>
        </p:nvSpPr>
        <p:spPr>
          <a:xfrm>
            <a:off x="416496" y="6149189"/>
            <a:ext cx="3456384" cy="486516"/>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50" smtClean="0">
                <a:solidFill>
                  <a:schemeClr val="tx1"/>
                </a:solidFill>
                <a:latin typeface="Times New Roman" pitchFamily="18" charset="0"/>
                <a:ea typeface="Nanum Gothic" panose="020D0604000000000000" pitchFamily="34" charset="-127"/>
                <a:cs typeface="Times New Roman" pitchFamily="18" charset="0"/>
              </a:rPr>
              <a:t>footer</a:t>
            </a:r>
            <a:endParaRPr lang="ko-KR" altLang="en-US" sz="1050" dirty="0">
              <a:solidFill>
                <a:schemeClr val="tx1"/>
              </a:solidFill>
              <a:latin typeface="Times New Roman" pitchFamily="18" charset="0"/>
              <a:ea typeface="Nanum Gothic" panose="020D0604000000000000" pitchFamily="34" charset="-127"/>
              <a:cs typeface="Times New Roman" pitchFamily="18" charset="0"/>
            </a:endParaRPr>
          </a:p>
        </p:txBody>
      </p:sp>
      <p:sp>
        <p:nvSpPr>
          <p:cNvPr id="166" name="타원 165">
            <a:extLst>
              <a:ext uri="{FF2B5EF4-FFF2-40B4-BE49-F238E27FC236}">
                <a16:creationId xmlns="" xmlns:a16="http://schemas.microsoft.com/office/drawing/2014/main" id="{8BD11D31-659D-574F-B805-99AB054BD400}"/>
              </a:ext>
            </a:extLst>
          </p:cNvPr>
          <p:cNvSpPr/>
          <p:nvPr/>
        </p:nvSpPr>
        <p:spPr>
          <a:xfrm>
            <a:off x="1962089" y="2472257"/>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6</a:t>
            </a:r>
            <a:endParaRPr lang="ko-KR" altLang="en-US" sz="800" b="1" dirty="0">
              <a:latin typeface="Times New Roman" pitchFamily="18" charset="0"/>
              <a:ea typeface="나눔고딕" pitchFamily="50" charset="-127"/>
              <a:cs typeface="Times New Roman" pitchFamily="18" charset="0"/>
            </a:endParaRPr>
          </a:p>
        </p:txBody>
      </p:sp>
      <p:sp>
        <p:nvSpPr>
          <p:cNvPr id="167" name="타원 166">
            <a:extLst>
              <a:ext uri="{FF2B5EF4-FFF2-40B4-BE49-F238E27FC236}">
                <a16:creationId xmlns="" xmlns:a16="http://schemas.microsoft.com/office/drawing/2014/main" id="{A3407CD0-B300-034A-A36E-07EE86CAF811}"/>
              </a:ext>
            </a:extLst>
          </p:cNvPr>
          <p:cNvSpPr/>
          <p:nvPr/>
        </p:nvSpPr>
        <p:spPr>
          <a:xfrm>
            <a:off x="3093478" y="2369447"/>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7</a:t>
            </a:r>
            <a:endParaRPr lang="ko-KR" altLang="en-US" sz="800" b="1" dirty="0">
              <a:latin typeface="Times New Roman" pitchFamily="18" charset="0"/>
              <a:ea typeface="나눔고딕" pitchFamily="50" charset="-127"/>
              <a:cs typeface="Times New Roman" pitchFamily="18" charset="0"/>
            </a:endParaRPr>
          </a:p>
        </p:txBody>
      </p:sp>
      <p:sp>
        <p:nvSpPr>
          <p:cNvPr id="168" name="타원 167">
            <a:extLst>
              <a:ext uri="{FF2B5EF4-FFF2-40B4-BE49-F238E27FC236}">
                <a16:creationId xmlns="" xmlns:a16="http://schemas.microsoft.com/office/drawing/2014/main" id="{3DD1CDD8-BE21-794C-85C1-8390D96715B6}"/>
              </a:ext>
            </a:extLst>
          </p:cNvPr>
          <p:cNvSpPr/>
          <p:nvPr/>
        </p:nvSpPr>
        <p:spPr>
          <a:xfrm>
            <a:off x="3590844" y="2387358"/>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8</a:t>
            </a:r>
            <a:endParaRPr lang="ko-KR" altLang="en-US" sz="800" b="1" dirty="0">
              <a:latin typeface="Times New Roman" pitchFamily="18" charset="0"/>
              <a:ea typeface="나눔고딕" pitchFamily="50" charset="-127"/>
              <a:cs typeface="Times New Roman" pitchFamily="18" charset="0"/>
            </a:endParaRPr>
          </a:p>
        </p:txBody>
      </p:sp>
      <p:sp>
        <p:nvSpPr>
          <p:cNvPr id="83" name="직사각형 70">
            <a:extLst>
              <a:ext uri="{FF2B5EF4-FFF2-40B4-BE49-F238E27FC236}">
                <a16:creationId xmlns="" xmlns:a16="http://schemas.microsoft.com/office/drawing/2014/main" id="{AD6B87C8-11DA-C344-9088-CBED58F09BA7}"/>
              </a:ext>
            </a:extLst>
          </p:cNvPr>
          <p:cNvSpPr/>
          <p:nvPr/>
        </p:nvSpPr>
        <p:spPr>
          <a:xfrm>
            <a:off x="416496" y="1150309"/>
            <a:ext cx="3456384" cy="362975"/>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84" name="직사각형 71">
            <a:extLst>
              <a:ext uri="{FF2B5EF4-FFF2-40B4-BE49-F238E27FC236}">
                <a16:creationId xmlns="" xmlns:a16="http://schemas.microsoft.com/office/drawing/2014/main" id="{E1E84D5C-5BAC-5D4C-B0FE-ADF0025A17D0}"/>
              </a:ext>
            </a:extLst>
          </p:cNvPr>
          <p:cNvSpPr/>
          <p:nvPr/>
        </p:nvSpPr>
        <p:spPr>
          <a:xfrm>
            <a:off x="1011883" y="1210874"/>
            <a:ext cx="681597" cy="230832"/>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Mua xong</a:t>
            </a:r>
            <a:endParaRPr lang="en-US" altLang="ko-KR" sz="900" b="1" dirty="0">
              <a:latin typeface="Times New Roman" pitchFamily="18" charset="0"/>
              <a:ea typeface="Nanum Gothic" panose="020D0604000000000000" pitchFamily="34" charset="-127"/>
              <a:cs typeface="Times New Roman" pitchFamily="18" charset="0"/>
            </a:endParaRPr>
          </a:p>
        </p:txBody>
      </p:sp>
      <p:cxnSp>
        <p:nvCxnSpPr>
          <p:cNvPr id="85" name="직선 연결선[R] 72">
            <a:extLst>
              <a:ext uri="{FF2B5EF4-FFF2-40B4-BE49-F238E27FC236}">
                <a16:creationId xmlns="" xmlns:a16="http://schemas.microsoft.com/office/drawing/2014/main" id="{62641681-F86E-694E-8C86-2DA338FF7096}"/>
              </a:ext>
            </a:extLst>
          </p:cNvPr>
          <p:cNvCxnSpPr>
            <a:cxnSpLocks/>
          </p:cNvCxnSpPr>
          <p:nvPr/>
        </p:nvCxnSpPr>
        <p:spPr>
          <a:xfrm>
            <a:off x="503269" y="1491555"/>
            <a:ext cx="559642" cy="0"/>
          </a:xfrm>
          <a:prstGeom prst="line">
            <a:avLst/>
          </a:prstGeom>
          <a:ln w="3810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6" name="직사각형 73">
            <a:extLst>
              <a:ext uri="{FF2B5EF4-FFF2-40B4-BE49-F238E27FC236}">
                <a16:creationId xmlns="" xmlns:a16="http://schemas.microsoft.com/office/drawing/2014/main" id="{81DB32BB-0C75-2047-8E51-5A40F1E4FD57}"/>
              </a:ext>
            </a:extLst>
          </p:cNvPr>
          <p:cNvSpPr/>
          <p:nvPr/>
        </p:nvSpPr>
        <p:spPr>
          <a:xfrm>
            <a:off x="1646080" y="1210874"/>
            <a:ext cx="596637" cy="369332"/>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Sử dụng</a:t>
            </a:r>
          </a:p>
          <a:p>
            <a:pPr algn="ctr"/>
            <a:r>
              <a:rPr lang="en-US" altLang="ko-KR" sz="900" b="1" smtClean="0">
                <a:latin typeface="Times New Roman" pitchFamily="18" charset="0"/>
                <a:ea typeface="Nanum Gothic" panose="020D0604000000000000" pitchFamily="34" charset="-127"/>
                <a:cs typeface="Times New Roman" pitchFamily="18" charset="0"/>
              </a:rPr>
              <a:t>xong</a:t>
            </a:r>
            <a:endParaRPr lang="en-US" altLang="ko-KR" sz="900" b="1" dirty="0">
              <a:latin typeface="Times New Roman" pitchFamily="18" charset="0"/>
              <a:ea typeface="Nanum Gothic" panose="020D0604000000000000" pitchFamily="34" charset="-127"/>
              <a:cs typeface="Times New Roman" pitchFamily="18" charset="0"/>
            </a:endParaRPr>
          </a:p>
        </p:txBody>
      </p:sp>
      <p:sp>
        <p:nvSpPr>
          <p:cNvPr id="87" name="직사각형 74">
            <a:extLst>
              <a:ext uri="{FF2B5EF4-FFF2-40B4-BE49-F238E27FC236}">
                <a16:creationId xmlns="" xmlns:a16="http://schemas.microsoft.com/office/drawing/2014/main" id="{82A32F47-7629-CA43-A7F8-C00224C4D835}"/>
              </a:ext>
            </a:extLst>
          </p:cNvPr>
          <p:cNvSpPr/>
          <p:nvPr/>
        </p:nvSpPr>
        <p:spPr>
          <a:xfrm>
            <a:off x="2778138" y="1210874"/>
            <a:ext cx="697627" cy="369332"/>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Hoàn tiền </a:t>
            </a:r>
          </a:p>
          <a:p>
            <a:pPr algn="ctr"/>
            <a:r>
              <a:rPr lang="en-US" altLang="ko-KR" sz="900" b="1" smtClean="0">
                <a:latin typeface="Times New Roman" pitchFamily="18" charset="0"/>
                <a:ea typeface="Nanum Gothic" panose="020D0604000000000000" pitchFamily="34" charset="-127"/>
                <a:cs typeface="Times New Roman" pitchFamily="18" charset="0"/>
              </a:rPr>
              <a:t>xong</a:t>
            </a:r>
            <a:endParaRPr lang="en-US" altLang="ko-KR" sz="900" b="1" dirty="0">
              <a:latin typeface="Times New Roman" pitchFamily="18" charset="0"/>
              <a:ea typeface="Nanum Gothic" panose="020D0604000000000000" pitchFamily="34" charset="-127"/>
              <a:cs typeface="Times New Roman" pitchFamily="18" charset="0"/>
            </a:endParaRPr>
          </a:p>
        </p:txBody>
      </p:sp>
      <p:sp>
        <p:nvSpPr>
          <p:cNvPr id="88" name="직사각형 76">
            <a:extLst>
              <a:ext uri="{FF2B5EF4-FFF2-40B4-BE49-F238E27FC236}">
                <a16:creationId xmlns="" xmlns:a16="http://schemas.microsoft.com/office/drawing/2014/main" id="{7A554044-2381-614A-9FD0-D0237284A064}"/>
              </a:ext>
            </a:extLst>
          </p:cNvPr>
          <p:cNvSpPr/>
          <p:nvPr/>
        </p:nvSpPr>
        <p:spPr>
          <a:xfrm>
            <a:off x="451447" y="1210874"/>
            <a:ext cx="591829" cy="230832"/>
          </a:xfrm>
          <a:prstGeom prst="rect">
            <a:avLst/>
          </a:prstGeom>
        </p:spPr>
        <p:txBody>
          <a:bodyPr wrap="none">
            <a:spAutoFit/>
          </a:bodyPr>
          <a:lstStyle/>
          <a:p>
            <a:pPr algn="ctr"/>
            <a:r>
              <a:rPr lang="en-US" altLang="ko-KR" sz="900" b="1" smtClean="0">
                <a:solidFill>
                  <a:srgbClr val="C00000"/>
                </a:solidFill>
                <a:latin typeface="Times New Roman" pitchFamily="18" charset="0"/>
                <a:ea typeface="Nanum Gothic" panose="020D0604000000000000" pitchFamily="34" charset="-127"/>
                <a:cs typeface="Times New Roman" pitchFamily="18" charset="0"/>
              </a:rPr>
              <a:t>Toàn bộ</a:t>
            </a:r>
            <a:endParaRPr lang="en-US" altLang="ko-KR" sz="9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91" name="직사각형 181">
            <a:extLst>
              <a:ext uri="{FF2B5EF4-FFF2-40B4-BE49-F238E27FC236}">
                <a16:creationId xmlns="" xmlns:a16="http://schemas.microsoft.com/office/drawing/2014/main" id="{BF6D2B69-CA6E-AA4C-8B29-F18CE07FAB56}"/>
              </a:ext>
            </a:extLst>
          </p:cNvPr>
          <p:cNvSpPr/>
          <p:nvPr/>
        </p:nvSpPr>
        <p:spPr>
          <a:xfrm>
            <a:off x="2120759" y="1108941"/>
            <a:ext cx="696270" cy="461665"/>
          </a:xfrm>
          <a:prstGeom prst="rect">
            <a:avLst/>
          </a:prstGeom>
        </p:spPr>
        <p:txBody>
          <a:bodyPr wrap="square">
            <a:spAutoFit/>
          </a:bodyPr>
          <a:lstStyle/>
          <a:p>
            <a:pPr algn="ctr"/>
            <a:r>
              <a:rPr lang="en-US" altLang="ko-KR" sz="800" b="1" smtClean="0">
                <a:latin typeface="Times New Roman" pitchFamily="18" charset="0"/>
                <a:ea typeface="Nanum Gothic" panose="020D0604000000000000" pitchFamily="34" charset="-127"/>
                <a:cs typeface="Times New Roman" pitchFamily="18" charset="0"/>
              </a:rPr>
              <a:t>Đang yêu cầu hoàn tiền</a:t>
            </a:r>
            <a:endParaRPr lang="en-US" altLang="ko-KR" sz="800" b="1" dirty="0">
              <a:latin typeface="Times New Roman" pitchFamily="18" charset="0"/>
              <a:ea typeface="Nanum Gothic" panose="020D0604000000000000" pitchFamily="34" charset="-127"/>
              <a:cs typeface="Times New Roman" pitchFamily="18" charset="0"/>
            </a:endParaRPr>
          </a:p>
        </p:txBody>
      </p:sp>
      <p:sp>
        <p:nvSpPr>
          <p:cNvPr id="92" name="직사각형 75">
            <a:extLst>
              <a:ext uri="{FF2B5EF4-FFF2-40B4-BE49-F238E27FC236}">
                <a16:creationId xmlns="" xmlns:a16="http://schemas.microsoft.com/office/drawing/2014/main" id="{C93BB597-FB60-5141-AEAF-7489D697DE6A}"/>
              </a:ext>
            </a:extLst>
          </p:cNvPr>
          <p:cNvSpPr/>
          <p:nvPr/>
        </p:nvSpPr>
        <p:spPr>
          <a:xfrm>
            <a:off x="3349281" y="1210874"/>
            <a:ext cx="596638" cy="369332"/>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Hết hạn</a:t>
            </a:r>
          </a:p>
          <a:p>
            <a:pPr algn="ctr"/>
            <a:r>
              <a:rPr lang="en-US" altLang="ko-KR" sz="900" b="1" smtClean="0">
                <a:latin typeface="Times New Roman" pitchFamily="18" charset="0"/>
                <a:ea typeface="Nanum Gothic" panose="020D0604000000000000" pitchFamily="34" charset="-127"/>
                <a:cs typeface="Times New Roman" pitchFamily="18" charset="0"/>
              </a:rPr>
              <a:t>sử dụng</a:t>
            </a:r>
            <a:endParaRPr lang="ko-KR" altLang="en-US" sz="900" b="1" dirty="0">
              <a:latin typeface="Times New Roman" pitchFamily="18" charset="0"/>
              <a:ea typeface="Nanum Gothic" panose="020D0604000000000000" pitchFamily="34" charset="-127"/>
              <a:cs typeface="Times New Roman" pitchFamily="18" charset="0"/>
            </a:endParaRPr>
          </a:p>
        </p:txBody>
      </p:sp>
      <p:graphicFrame>
        <p:nvGraphicFramePr>
          <p:cNvPr id="97" name="Google Shape;583;p10"/>
          <p:cNvGraphicFramePr/>
          <p:nvPr/>
        </p:nvGraphicFramePr>
        <p:xfrm>
          <a:off x="3944038" y="2956599"/>
          <a:ext cx="3369250" cy="2468950"/>
        </p:xfrm>
        <a:graphic>
          <a:graphicData uri="http://schemas.openxmlformats.org/drawingml/2006/table">
            <a:tbl>
              <a:tblPr firstRow="1" bandRow="1">
                <a:noFill/>
                <a:tableStyleId>{5EAF679E-1E91-46C2-B242-E8312CE22F9F}</a:tableStyleId>
              </a:tblPr>
              <a:tblGrid>
                <a:gridCol w="871400"/>
                <a:gridCol w="852925"/>
                <a:gridCol w="852925"/>
                <a:gridCol w="792000"/>
              </a:tblGrid>
              <a:tr h="304425">
                <a:tc>
                  <a:txBody>
                    <a:bodyPr/>
                    <a:lstStyle/>
                    <a:p>
                      <a:pPr marL="0" marR="0" lvl="0" indent="0" algn="ctr" rtl="0">
                        <a:spcBef>
                          <a:spcPts val="0"/>
                        </a:spcBef>
                        <a:spcAft>
                          <a:spcPts val="0"/>
                        </a:spcAft>
                        <a:buNone/>
                      </a:pPr>
                      <a:r>
                        <a:rPr lang="en-US" altLang="ko-KR" sz="1000" u="none" strike="noStrike" cap="none" smtClean="0">
                          <a:solidFill>
                            <a:schemeClr val="dk1"/>
                          </a:solidFill>
                          <a:latin typeface="Times New Roman" pitchFamily="18" charset="0"/>
                          <a:ea typeface="Nanum Gothic"/>
                          <a:cs typeface="Times New Roman" pitchFamily="18" charset="0"/>
                          <a:sym typeface="Nanum Gothic"/>
                        </a:rPr>
                        <a:t>Tên</a:t>
                      </a:r>
                      <a:r>
                        <a:rPr lang="en-US" altLang="ko-KR" sz="1000" u="none" strike="noStrike" cap="none" baseline="0" smtClean="0">
                          <a:solidFill>
                            <a:schemeClr val="dk1"/>
                          </a:solidFill>
                          <a:latin typeface="Times New Roman" pitchFamily="18" charset="0"/>
                          <a:ea typeface="Nanum Gothic"/>
                          <a:cs typeface="Times New Roman" pitchFamily="18" charset="0"/>
                          <a:sym typeface="Nanum Gothic"/>
                        </a:rPr>
                        <a:t> tab</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solid"/>
                      <a:round/>
                      <a:headEnd type="none" w="sm" len="sm"/>
                      <a:tailEnd type="none" w="sm" len="sm"/>
                    </a:lnT>
                    <a:lnB w="9525" cap="flat" cmpd="sng">
                      <a:solidFill>
                        <a:srgbClr val="A5A5A5"/>
                      </a:solidFill>
                      <a:prstDash val="dash"/>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ko-KR" sz="1000" u="none" strike="noStrike" cap="none" smtClean="0">
                          <a:solidFill>
                            <a:schemeClr val="dk1"/>
                          </a:solidFill>
                          <a:latin typeface="Times New Roman" pitchFamily="18" charset="0"/>
                          <a:ea typeface="Nanum Gothic"/>
                          <a:cs typeface="Times New Roman" pitchFamily="18" charset="0"/>
                          <a:sym typeface="Nanum Gothic"/>
                        </a:rPr>
                        <a:t>Hiển</a:t>
                      </a:r>
                      <a:r>
                        <a:rPr lang="en-US" altLang="ko-KR" sz="1000" u="none" strike="noStrike" cap="none" baseline="0" smtClean="0">
                          <a:solidFill>
                            <a:schemeClr val="dk1"/>
                          </a:solidFill>
                          <a:latin typeface="Times New Roman" pitchFamily="18" charset="0"/>
                          <a:ea typeface="Nanum Gothic"/>
                          <a:cs typeface="Times New Roman" pitchFamily="18" charset="0"/>
                          <a:sym typeface="Nanum Gothic"/>
                        </a:rPr>
                        <a:t> thị button chọn toàn bộ</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solid"/>
                      <a:round/>
                      <a:headEnd type="none" w="sm" len="sm"/>
                      <a:tailEnd type="none" w="sm" len="sm"/>
                    </a:lnT>
                    <a:lnB w="9525" cap="flat" cmpd="sng">
                      <a:solidFill>
                        <a:srgbClr val="A5A5A5"/>
                      </a:solidFill>
                      <a:prstDash val="dash"/>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ko-KR" sz="1000" u="none" strike="noStrike" cap="none" smtClean="0">
                          <a:solidFill>
                            <a:schemeClr val="dk1"/>
                          </a:solidFill>
                          <a:latin typeface="Times New Roman" pitchFamily="18" charset="0"/>
                          <a:ea typeface="Nanum Gothic"/>
                          <a:cs typeface="Times New Roman" pitchFamily="18" charset="0"/>
                          <a:sym typeface="Nanum Gothic"/>
                        </a:rPr>
                        <a:t>Hiển</a:t>
                      </a:r>
                      <a:r>
                        <a:rPr lang="en-US" altLang="ko-KR" sz="1000" u="none" strike="noStrike" cap="none" baseline="0" smtClean="0">
                          <a:solidFill>
                            <a:schemeClr val="dk1"/>
                          </a:solidFill>
                          <a:latin typeface="Times New Roman" pitchFamily="18" charset="0"/>
                          <a:ea typeface="Nanum Gothic"/>
                          <a:cs typeface="Times New Roman" pitchFamily="18" charset="0"/>
                          <a:sym typeface="Nanum Gothic"/>
                        </a:rPr>
                        <a:t> thị button xử lý sử dụng</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solid"/>
                      <a:round/>
                      <a:headEnd type="none" w="sm" len="sm"/>
                      <a:tailEnd type="none" w="sm" len="sm"/>
                    </a:lnT>
                    <a:lnB w="9525" cap="flat" cmpd="sng">
                      <a:solidFill>
                        <a:srgbClr val="A5A5A5"/>
                      </a:solidFill>
                      <a:prstDash val="dash"/>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ko-KR" sz="1000" u="none" strike="noStrike" cap="none" smtClean="0">
                          <a:solidFill>
                            <a:schemeClr val="dk1"/>
                          </a:solidFill>
                          <a:latin typeface="Times New Roman" pitchFamily="18" charset="0"/>
                          <a:ea typeface="Nanum Gothic"/>
                          <a:cs typeface="Times New Roman" pitchFamily="18" charset="0"/>
                          <a:sym typeface="Nanum Gothic"/>
                        </a:rPr>
                        <a:t>Hiển</a:t>
                      </a:r>
                      <a:r>
                        <a:rPr lang="en-US" altLang="ko-KR" sz="1000" u="none" strike="noStrike" cap="none" baseline="0" smtClean="0">
                          <a:solidFill>
                            <a:schemeClr val="dk1"/>
                          </a:solidFill>
                          <a:latin typeface="Times New Roman" pitchFamily="18" charset="0"/>
                          <a:ea typeface="Nanum Gothic"/>
                          <a:cs typeface="Times New Roman" pitchFamily="18" charset="0"/>
                          <a:sym typeface="Nanum Gothic"/>
                        </a:rPr>
                        <a:t> thị button xử lý khôi phục</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solid"/>
                      <a:round/>
                      <a:headEnd type="none" w="sm" len="sm"/>
                      <a:tailEnd type="none" w="sm" len="sm"/>
                    </a:lnT>
                    <a:lnB w="9525" cap="flat" cmpd="sng">
                      <a:solidFill>
                        <a:srgbClr val="A5A5A5"/>
                      </a:solidFill>
                      <a:prstDash val="dash"/>
                      <a:round/>
                      <a:headEnd type="none" w="sm" len="sm"/>
                      <a:tailEnd type="none" w="sm" len="sm"/>
                    </a:lnB>
                    <a:solidFill>
                      <a:srgbClr val="F2F2F2"/>
                    </a:solidFill>
                  </a:tcPr>
                </a:tc>
              </a:tr>
              <a:tr h="234850">
                <a:tc>
                  <a:txBody>
                    <a:bodyPr/>
                    <a:lstStyle/>
                    <a:p>
                      <a:pPr marL="0" marR="0" lvl="0" indent="0" algn="ctr" rtl="0">
                        <a:spcBef>
                          <a:spcPts val="0"/>
                        </a:spcBef>
                        <a:spcAft>
                          <a:spcPts val="0"/>
                        </a:spcAft>
                        <a:buNone/>
                      </a:pPr>
                      <a:r>
                        <a:rPr lang="en-US" altLang="ko-KR" sz="1000" b="1" u="none" strike="noStrike" cap="none" smtClean="0">
                          <a:solidFill>
                            <a:schemeClr val="dk1"/>
                          </a:solidFill>
                          <a:latin typeface="Times New Roman" pitchFamily="18" charset="0"/>
                          <a:ea typeface="Nanum Gothic"/>
                          <a:cs typeface="Times New Roman" pitchFamily="18" charset="0"/>
                          <a:sym typeface="Nanum Gothic"/>
                        </a:rPr>
                        <a:t>Toàn</a:t>
                      </a:r>
                      <a:r>
                        <a:rPr lang="en-US" altLang="ko-KR" sz="1000" b="1" u="none" strike="noStrike" cap="none" baseline="0" smtClean="0">
                          <a:solidFill>
                            <a:schemeClr val="dk1"/>
                          </a:solidFill>
                          <a:latin typeface="Times New Roman" pitchFamily="18" charset="0"/>
                          <a:ea typeface="Nanum Gothic"/>
                          <a:cs typeface="Times New Roman" pitchFamily="18" charset="0"/>
                          <a:sym typeface="Nanum Gothic"/>
                        </a:rPr>
                        <a:t> bộ</a:t>
                      </a:r>
                      <a:endParaRPr>
                        <a:latin typeface="Times New Roman" pitchFamily="18" charset="0"/>
                        <a:cs typeface="Times New Roman" pitchFamily="18" charset="0"/>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solidFill>
                      <a:srgbClr val="F2F2F2"/>
                    </a:solidFill>
                  </a:tcPr>
                </a:tc>
                <a:tc>
                  <a:txBody>
                    <a:bodyPr/>
                    <a:lstStyle/>
                    <a:p>
                      <a:pPr marL="0" marR="0" lvl="0" indent="0" algn="ctr" rtl="0">
                        <a:spcBef>
                          <a:spcPts val="0"/>
                        </a:spcBef>
                        <a:spcAft>
                          <a:spcPts val="0"/>
                        </a:spcAft>
                        <a:buNone/>
                      </a:pPr>
                      <a:r>
                        <a:rPr lang="ko-KR" sz="1000" u="none" strike="noStrike" cap="none">
                          <a:solidFill>
                            <a:schemeClr val="dk1"/>
                          </a:solidFill>
                          <a:latin typeface="Times New Roman" pitchFamily="18" charset="0"/>
                          <a:ea typeface="Nanum Gothic"/>
                          <a:cs typeface="Times New Roman" pitchFamily="18" charset="0"/>
                          <a:sym typeface="Nanum Gothic"/>
                        </a:rPr>
                        <a:t>YES </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tcPr>
                </a:tc>
                <a:tc>
                  <a:txBody>
                    <a:bodyPr/>
                    <a:lstStyle/>
                    <a:p>
                      <a:pPr marL="0" marR="0" lvl="0" indent="0" algn="ctr" rtl="0">
                        <a:spcBef>
                          <a:spcPts val="0"/>
                        </a:spcBef>
                        <a:spcAft>
                          <a:spcPts val="0"/>
                        </a:spcAft>
                        <a:buNone/>
                      </a:pPr>
                      <a:r>
                        <a:rPr lang="ko-KR" sz="1000" u="none" strike="noStrike" cap="none">
                          <a:solidFill>
                            <a:schemeClr val="dk1"/>
                          </a:solidFill>
                          <a:latin typeface="Times New Roman" pitchFamily="18" charset="0"/>
                          <a:ea typeface="Nanum Gothic"/>
                          <a:cs typeface="Times New Roman" pitchFamily="18" charset="0"/>
                          <a:sym typeface="Nanum Gothic"/>
                        </a:rPr>
                        <a:t>YES </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tcPr>
                </a:tc>
                <a:tc>
                  <a:txBody>
                    <a:bodyPr/>
                    <a:lstStyle/>
                    <a:p>
                      <a:pPr marL="0" marR="0" lvl="0" indent="0" algn="ctr" rtl="0">
                        <a:spcBef>
                          <a:spcPts val="0"/>
                        </a:spcBef>
                        <a:spcAft>
                          <a:spcPts val="0"/>
                        </a:spcAft>
                        <a:buNone/>
                      </a:pPr>
                      <a:r>
                        <a:rPr lang="ko-KR" sz="1000" u="none" strike="noStrike" cap="none">
                          <a:solidFill>
                            <a:schemeClr val="dk1"/>
                          </a:solidFill>
                          <a:latin typeface="Times New Roman" pitchFamily="18" charset="0"/>
                          <a:ea typeface="Nanum Gothic"/>
                          <a:cs typeface="Times New Roman" pitchFamily="18" charset="0"/>
                          <a:sym typeface="Nanum Gothic"/>
                        </a:rPr>
                        <a:t>YES </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tcPr>
                </a:tc>
              </a:tr>
              <a:tr h="234850">
                <a:tc>
                  <a:txBody>
                    <a:bodyPr/>
                    <a:lstStyle/>
                    <a:p>
                      <a:pPr marL="0" marR="0" lvl="0" indent="0" algn="ctr" rtl="0">
                        <a:spcBef>
                          <a:spcPts val="0"/>
                        </a:spcBef>
                        <a:spcAft>
                          <a:spcPts val="0"/>
                        </a:spcAft>
                        <a:buNone/>
                      </a:pPr>
                      <a:r>
                        <a:rPr lang="en-US" altLang="ko-KR" sz="1000" b="1" u="none" strike="noStrike" cap="none" smtClean="0">
                          <a:solidFill>
                            <a:schemeClr val="dk1"/>
                          </a:solidFill>
                          <a:latin typeface="Times New Roman" pitchFamily="18" charset="0"/>
                          <a:ea typeface="Nanum Gothic"/>
                          <a:cs typeface="Times New Roman" pitchFamily="18" charset="0"/>
                          <a:sym typeface="Nanum Gothic"/>
                        </a:rPr>
                        <a:t>Mua xong</a:t>
                      </a:r>
                      <a:endParaRPr sz="1000" b="1"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solidFill>
                      <a:srgbClr val="F2F2F2"/>
                    </a:solidFill>
                  </a:tcPr>
                </a:tc>
                <a:tc>
                  <a:txBody>
                    <a:bodyPr/>
                    <a:lstStyle/>
                    <a:p>
                      <a:pPr marL="0" marR="0" lvl="0" indent="0" algn="ctr" rtl="0">
                        <a:spcBef>
                          <a:spcPts val="0"/>
                        </a:spcBef>
                        <a:spcAft>
                          <a:spcPts val="0"/>
                        </a:spcAft>
                        <a:buNone/>
                      </a:pPr>
                      <a:r>
                        <a:rPr lang="ko-KR" sz="1000" u="none" strike="noStrike" cap="none">
                          <a:solidFill>
                            <a:schemeClr val="dk1"/>
                          </a:solidFill>
                          <a:latin typeface="Times New Roman" pitchFamily="18" charset="0"/>
                          <a:ea typeface="Nanum Gothic"/>
                          <a:cs typeface="Times New Roman" pitchFamily="18" charset="0"/>
                          <a:sym typeface="Nanum Gothic"/>
                        </a:rPr>
                        <a:t>YES</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tcPr>
                </a:tc>
                <a:tc>
                  <a:txBody>
                    <a:bodyPr/>
                    <a:lstStyle/>
                    <a:p>
                      <a:pPr marL="0" marR="0" lvl="0" indent="0" algn="ctr" rtl="0">
                        <a:spcBef>
                          <a:spcPts val="0"/>
                        </a:spcBef>
                        <a:spcAft>
                          <a:spcPts val="0"/>
                        </a:spcAft>
                        <a:buNone/>
                      </a:pPr>
                      <a:r>
                        <a:rPr lang="ko-KR" sz="1000" u="none" strike="noStrike" cap="none">
                          <a:solidFill>
                            <a:schemeClr val="dk1"/>
                          </a:solidFill>
                          <a:latin typeface="Times New Roman" pitchFamily="18" charset="0"/>
                          <a:ea typeface="Nanum Gothic"/>
                          <a:cs typeface="Times New Roman" pitchFamily="18" charset="0"/>
                          <a:sym typeface="Nanum Gothic"/>
                        </a:rPr>
                        <a:t>YES</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tcPr>
                </a:tc>
                <a:tc>
                  <a:txBody>
                    <a:bodyPr/>
                    <a:lstStyle/>
                    <a:p>
                      <a:pPr marL="0" marR="0" lvl="0" indent="0" algn="ctr" rtl="0">
                        <a:spcBef>
                          <a:spcPts val="0"/>
                        </a:spcBef>
                        <a:spcAft>
                          <a:spcPts val="0"/>
                        </a:spcAft>
                        <a:buNone/>
                      </a:pPr>
                      <a:r>
                        <a:rPr lang="ko-KR" sz="1000" u="none" strike="noStrike" cap="none">
                          <a:solidFill>
                            <a:schemeClr val="dk1"/>
                          </a:solidFill>
                          <a:latin typeface="Times New Roman" pitchFamily="18" charset="0"/>
                          <a:ea typeface="Nanum Gothic"/>
                          <a:cs typeface="Times New Roman" pitchFamily="18" charset="0"/>
                          <a:sym typeface="Nanum Gothic"/>
                        </a:rPr>
                        <a:t>NO</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solidFill>
                      <a:srgbClr val="DDD9C3"/>
                    </a:solidFill>
                  </a:tcPr>
                </a:tc>
              </a:tr>
              <a:tr h="231375">
                <a:tc>
                  <a:txBody>
                    <a:bodyPr/>
                    <a:lstStyle/>
                    <a:p>
                      <a:pPr marL="0" marR="0" lvl="0" indent="0" algn="ctr" rtl="0">
                        <a:spcBef>
                          <a:spcPts val="0"/>
                        </a:spcBef>
                        <a:spcAft>
                          <a:spcPts val="0"/>
                        </a:spcAft>
                        <a:buNone/>
                      </a:pPr>
                      <a:r>
                        <a:rPr lang="en-US" altLang="ko-KR" sz="1000" b="1" u="none" strike="noStrike" cap="none" smtClean="0">
                          <a:solidFill>
                            <a:schemeClr val="dk1"/>
                          </a:solidFill>
                          <a:latin typeface="Times New Roman" pitchFamily="18" charset="0"/>
                          <a:ea typeface="Nanum Gothic"/>
                          <a:cs typeface="Times New Roman" pitchFamily="18" charset="0"/>
                          <a:sym typeface="Nanum Gothic"/>
                        </a:rPr>
                        <a:t>Sử dụng xong</a:t>
                      </a:r>
                      <a:endParaRPr sz="1000" b="1"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1000"/>
                        <a:buFont typeface="Nanum Gothic"/>
                        <a:buNone/>
                      </a:pPr>
                      <a:r>
                        <a:rPr lang="ko-KR" sz="1000" b="0" i="0" u="none" strike="noStrike" cap="none">
                          <a:solidFill>
                            <a:srgbClr val="000000"/>
                          </a:solidFill>
                          <a:latin typeface="Times New Roman" pitchFamily="18" charset="0"/>
                          <a:ea typeface="Nanum Gothic"/>
                          <a:cs typeface="Times New Roman" pitchFamily="18" charset="0"/>
                          <a:sym typeface="Nanum Gothic"/>
                        </a:rPr>
                        <a:t>YES </a:t>
                      </a:r>
                      <a:endParaRPr sz="1000" b="0" i="0" u="none" strike="noStrike" cap="none">
                        <a:solidFill>
                          <a:srgbClr val="000000"/>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tcPr>
                </a:tc>
                <a:tc>
                  <a:txBody>
                    <a:bodyPr/>
                    <a:lstStyle/>
                    <a:p>
                      <a:pPr marL="0" marR="0" lvl="0" indent="0" algn="ctr" rtl="0">
                        <a:spcBef>
                          <a:spcPts val="0"/>
                        </a:spcBef>
                        <a:spcAft>
                          <a:spcPts val="0"/>
                        </a:spcAft>
                        <a:buNone/>
                      </a:pPr>
                      <a:r>
                        <a:rPr lang="ko-KR" sz="1000" u="none" strike="noStrike" cap="none">
                          <a:solidFill>
                            <a:schemeClr val="dk1"/>
                          </a:solidFill>
                          <a:latin typeface="Times New Roman" pitchFamily="18" charset="0"/>
                          <a:ea typeface="Nanum Gothic"/>
                          <a:cs typeface="Times New Roman" pitchFamily="18" charset="0"/>
                          <a:sym typeface="Nanum Gothic"/>
                        </a:rPr>
                        <a:t>NO</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solidFill>
                      <a:srgbClr val="DDD9C3"/>
                    </a:solidFill>
                  </a:tcPr>
                </a:tc>
                <a:tc>
                  <a:txBody>
                    <a:bodyPr/>
                    <a:lstStyle/>
                    <a:p>
                      <a:pPr marL="0" marR="0" lvl="0" indent="0" algn="ctr" rtl="0">
                        <a:spcBef>
                          <a:spcPts val="0"/>
                        </a:spcBef>
                        <a:spcAft>
                          <a:spcPts val="0"/>
                        </a:spcAft>
                        <a:buNone/>
                      </a:pPr>
                      <a:r>
                        <a:rPr lang="ko-KR" sz="1000" u="none" strike="noStrike" cap="none">
                          <a:solidFill>
                            <a:schemeClr val="dk1"/>
                          </a:solidFill>
                          <a:latin typeface="Times New Roman" pitchFamily="18" charset="0"/>
                          <a:ea typeface="Nanum Gothic"/>
                          <a:cs typeface="Times New Roman" pitchFamily="18" charset="0"/>
                          <a:sym typeface="Nanum Gothic"/>
                        </a:rPr>
                        <a:t>YES</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tcPr>
                </a:tc>
              </a:tr>
              <a:tr h="187325">
                <a:tc>
                  <a:txBody>
                    <a:bodyPr/>
                    <a:lstStyle/>
                    <a:p>
                      <a:pPr marL="0" marR="0" lvl="0" indent="0" algn="ctr" rtl="0">
                        <a:spcBef>
                          <a:spcPts val="0"/>
                        </a:spcBef>
                        <a:spcAft>
                          <a:spcPts val="0"/>
                        </a:spcAft>
                        <a:buNone/>
                      </a:pPr>
                      <a:r>
                        <a:rPr lang="en-US" altLang="ko-KR" sz="1000" b="1" u="none" strike="noStrike" cap="none" smtClean="0">
                          <a:solidFill>
                            <a:schemeClr val="dk1"/>
                          </a:solidFill>
                          <a:latin typeface="Times New Roman" pitchFamily="18" charset="0"/>
                          <a:ea typeface="Nanum Gothic"/>
                          <a:cs typeface="Times New Roman" pitchFamily="18" charset="0"/>
                          <a:sym typeface="Nanum Gothic"/>
                        </a:rPr>
                        <a:t>Đang yêu cầu hoàn tiền</a:t>
                      </a:r>
                      <a:endParaRPr sz="1000" b="1"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1000"/>
                        <a:buFont typeface="Nanum Gothic"/>
                        <a:buNone/>
                      </a:pPr>
                      <a:r>
                        <a:rPr lang="ko-KR" sz="1000" b="0" i="0" u="none" strike="noStrike" cap="none">
                          <a:solidFill>
                            <a:srgbClr val="000000"/>
                          </a:solidFill>
                          <a:latin typeface="Times New Roman" pitchFamily="18" charset="0"/>
                          <a:ea typeface="Nanum Gothic"/>
                          <a:cs typeface="Times New Roman" pitchFamily="18" charset="0"/>
                          <a:sym typeface="Nanum Gothic"/>
                        </a:rPr>
                        <a:t>YES </a:t>
                      </a:r>
                      <a:endParaRPr sz="1000" b="0" i="0" u="none" strike="noStrike" cap="none">
                        <a:solidFill>
                          <a:srgbClr val="000000"/>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000"/>
                        <a:buFont typeface="Nanum Gothic"/>
                        <a:buNone/>
                      </a:pPr>
                      <a:r>
                        <a:rPr lang="ko-KR" sz="1000" u="none" strike="noStrike" cap="none">
                          <a:solidFill>
                            <a:schemeClr val="dk1"/>
                          </a:solidFill>
                          <a:latin typeface="Times New Roman" pitchFamily="18" charset="0"/>
                          <a:ea typeface="Nanum Gothic"/>
                          <a:cs typeface="Times New Roman" pitchFamily="18" charset="0"/>
                          <a:sym typeface="Nanum Gothic"/>
                        </a:rPr>
                        <a:t>NO</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solidFill>
                      <a:srgbClr val="DDD9C3"/>
                    </a:solidFill>
                  </a:tcPr>
                </a:tc>
                <a:tc>
                  <a:txBody>
                    <a:bodyPr/>
                    <a:lstStyle/>
                    <a:p>
                      <a:pPr marL="0" marR="0" lvl="0" indent="0" algn="ctr" rtl="0">
                        <a:lnSpc>
                          <a:spcPct val="100000"/>
                        </a:lnSpc>
                        <a:spcBef>
                          <a:spcPts val="0"/>
                        </a:spcBef>
                        <a:spcAft>
                          <a:spcPts val="0"/>
                        </a:spcAft>
                        <a:buClr>
                          <a:schemeClr val="dk1"/>
                        </a:buClr>
                        <a:buSzPts val="1000"/>
                        <a:buFont typeface="Nanum Gothic"/>
                        <a:buNone/>
                      </a:pPr>
                      <a:r>
                        <a:rPr lang="ko-KR" sz="1000" u="none" strike="noStrike" cap="none">
                          <a:solidFill>
                            <a:schemeClr val="dk1"/>
                          </a:solidFill>
                          <a:latin typeface="Times New Roman" pitchFamily="18" charset="0"/>
                          <a:ea typeface="Nanum Gothic"/>
                          <a:cs typeface="Times New Roman" pitchFamily="18" charset="0"/>
                          <a:sym typeface="Nanum Gothic"/>
                        </a:rPr>
                        <a:t>YES</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tcPr>
                </a:tc>
              </a:tr>
              <a:tr h="187325">
                <a:tc>
                  <a:txBody>
                    <a:bodyPr/>
                    <a:lstStyle/>
                    <a:p>
                      <a:pPr marL="0" marR="0" lvl="0" indent="0" algn="ctr" rtl="0">
                        <a:spcBef>
                          <a:spcPts val="0"/>
                        </a:spcBef>
                        <a:spcAft>
                          <a:spcPts val="0"/>
                        </a:spcAft>
                        <a:buNone/>
                      </a:pPr>
                      <a:r>
                        <a:rPr lang="en-US" altLang="ko-KR" sz="1000" b="1" u="none" strike="noStrike" cap="none" smtClean="0">
                          <a:solidFill>
                            <a:schemeClr val="dk1"/>
                          </a:solidFill>
                          <a:latin typeface="Times New Roman" pitchFamily="18" charset="0"/>
                          <a:ea typeface="Nanum Gothic"/>
                          <a:cs typeface="Times New Roman" pitchFamily="18" charset="0"/>
                          <a:sym typeface="Nanum Gothic"/>
                        </a:rPr>
                        <a:t>Hoàn tiền xong</a:t>
                      </a:r>
                      <a:endParaRPr sz="1000" b="1"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1000"/>
                        <a:buFont typeface="Nanum Gothic"/>
                        <a:buNone/>
                      </a:pPr>
                      <a:r>
                        <a:rPr lang="ko-KR" sz="1000" b="0" i="0" u="none" strike="noStrike" cap="none">
                          <a:solidFill>
                            <a:srgbClr val="000000"/>
                          </a:solidFill>
                          <a:latin typeface="Times New Roman" pitchFamily="18" charset="0"/>
                          <a:ea typeface="Nanum Gothic"/>
                          <a:cs typeface="Times New Roman" pitchFamily="18" charset="0"/>
                          <a:sym typeface="Nanum Gothic"/>
                        </a:rPr>
                        <a:t>YES </a:t>
                      </a:r>
                      <a:endParaRPr sz="1000" b="0" i="0" u="none" strike="noStrike" cap="none">
                        <a:solidFill>
                          <a:srgbClr val="000000"/>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tcPr>
                </a:tc>
                <a:tc>
                  <a:txBody>
                    <a:bodyPr/>
                    <a:lstStyle/>
                    <a:p>
                      <a:pPr marL="0" marR="0" lvl="0" indent="0" algn="ctr" rtl="0">
                        <a:spcBef>
                          <a:spcPts val="0"/>
                        </a:spcBef>
                        <a:spcAft>
                          <a:spcPts val="0"/>
                        </a:spcAft>
                        <a:buNone/>
                      </a:pPr>
                      <a:r>
                        <a:rPr lang="ko-KR" sz="1000" u="none" strike="noStrike" cap="none">
                          <a:solidFill>
                            <a:schemeClr val="dk1"/>
                          </a:solidFill>
                          <a:latin typeface="Times New Roman" pitchFamily="18" charset="0"/>
                          <a:ea typeface="Nanum Gothic"/>
                          <a:cs typeface="Times New Roman" pitchFamily="18" charset="0"/>
                          <a:sym typeface="Nanum Gothic"/>
                        </a:rPr>
                        <a:t>NO</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solidFill>
                      <a:srgbClr val="DDD9C3"/>
                    </a:solidFill>
                  </a:tcPr>
                </a:tc>
                <a:tc>
                  <a:txBody>
                    <a:bodyPr/>
                    <a:lstStyle/>
                    <a:p>
                      <a:pPr marL="0" marR="0" lvl="0" indent="0" algn="ctr" rtl="0">
                        <a:spcBef>
                          <a:spcPts val="0"/>
                        </a:spcBef>
                        <a:spcAft>
                          <a:spcPts val="0"/>
                        </a:spcAft>
                        <a:buNone/>
                      </a:pPr>
                      <a:r>
                        <a:rPr lang="ko-KR" sz="1000" u="none" strike="noStrike" cap="none">
                          <a:solidFill>
                            <a:schemeClr val="dk1"/>
                          </a:solidFill>
                          <a:latin typeface="Times New Roman" pitchFamily="18" charset="0"/>
                          <a:ea typeface="Nanum Gothic"/>
                          <a:cs typeface="Times New Roman" pitchFamily="18" charset="0"/>
                          <a:sym typeface="Nanum Gothic"/>
                        </a:rPr>
                        <a:t>NO</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solidFill>
                      <a:srgbClr val="DDD9C3"/>
                    </a:solidFill>
                  </a:tcPr>
                </a:tc>
              </a:tr>
              <a:tr h="187325">
                <a:tc>
                  <a:txBody>
                    <a:bodyPr/>
                    <a:lstStyle/>
                    <a:p>
                      <a:pPr marL="0" marR="0" lvl="0" indent="0" algn="ctr" rtl="0">
                        <a:spcBef>
                          <a:spcPts val="0"/>
                        </a:spcBef>
                        <a:spcAft>
                          <a:spcPts val="0"/>
                        </a:spcAft>
                        <a:buNone/>
                      </a:pPr>
                      <a:r>
                        <a:rPr lang="en-US" altLang="ko-KR" sz="1000" b="1" u="none" strike="noStrike" cap="none" smtClean="0">
                          <a:solidFill>
                            <a:schemeClr val="dk1"/>
                          </a:solidFill>
                          <a:latin typeface="Times New Roman" pitchFamily="18" charset="0"/>
                          <a:ea typeface="Nanum Gothic"/>
                          <a:cs typeface="Times New Roman" pitchFamily="18" charset="0"/>
                          <a:sym typeface="Nanum Gothic"/>
                        </a:rPr>
                        <a:t>Hết hạn sử dụng</a:t>
                      </a:r>
                      <a:endParaRPr>
                        <a:latin typeface="Times New Roman" pitchFamily="18" charset="0"/>
                        <a:cs typeface="Times New Roman" pitchFamily="18" charset="0"/>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1000"/>
                        <a:buFont typeface="Nanum Gothic"/>
                        <a:buNone/>
                      </a:pPr>
                      <a:r>
                        <a:rPr lang="ko-KR" sz="1000" b="0" i="0" u="none" strike="noStrike" cap="none">
                          <a:solidFill>
                            <a:srgbClr val="000000"/>
                          </a:solidFill>
                          <a:latin typeface="Times New Roman" pitchFamily="18" charset="0"/>
                          <a:ea typeface="Nanum Gothic"/>
                          <a:cs typeface="Times New Roman" pitchFamily="18" charset="0"/>
                          <a:sym typeface="Nanum Gothic"/>
                        </a:rPr>
                        <a:t>YES </a:t>
                      </a:r>
                      <a:endParaRPr sz="1000" b="0" i="0" u="none" strike="noStrike" cap="none">
                        <a:solidFill>
                          <a:srgbClr val="000000"/>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tcPr>
                </a:tc>
                <a:tc>
                  <a:txBody>
                    <a:bodyPr/>
                    <a:lstStyle/>
                    <a:p>
                      <a:pPr marL="0" marR="0" lvl="0" indent="0" algn="ctr" rtl="0">
                        <a:spcBef>
                          <a:spcPts val="0"/>
                        </a:spcBef>
                        <a:spcAft>
                          <a:spcPts val="0"/>
                        </a:spcAft>
                        <a:buNone/>
                      </a:pPr>
                      <a:r>
                        <a:rPr lang="ko-KR" sz="1000" u="none" strike="noStrike" cap="none">
                          <a:solidFill>
                            <a:schemeClr val="dk1"/>
                          </a:solidFill>
                          <a:latin typeface="Times New Roman" pitchFamily="18" charset="0"/>
                          <a:ea typeface="Nanum Gothic"/>
                          <a:cs typeface="Times New Roman" pitchFamily="18" charset="0"/>
                          <a:sym typeface="Nanum Gothic"/>
                        </a:rPr>
                        <a:t>NO</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solidFill>
                      <a:srgbClr val="DDD9C3"/>
                    </a:solidFill>
                  </a:tcPr>
                </a:tc>
                <a:tc>
                  <a:txBody>
                    <a:bodyPr/>
                    <a:lstStyle/>
                    <a:p>
                      <a:pPr marL="0" marR="0" lvl="0" indent="0" algn="ctr" rtl="0">
                        <a:spcBef>
                          <a:spcPts val="0"/>
                        </a:spcBef>
                        <a:spcAft>
                          <a:spcPts val="0"/>
                        </a:spcAft>
                        <a:buNone/>
                      </a:pPr>
                      <a:r>
                        <a:rPr lang="ko-KR" sz="1000" u="none" strike="noStrike" cap="none">
                          <a:solidFill>
                            <a:schemeClr val="dk1"/>
                          </a:solidFill>
                          <a:latin typeface="Times New Roman" pitchFamily="18" charset="0"/>
                          <a:ea typeface="Nanum Gothic"/>
                          <a:cs typeface="Times New Roman" pitchFamily="18" charset="0"/>
                          <a:sym typeface="Nanum Gothic"/>
                        </a:rPr>
                        <a:t>NO</a:t>
                      </a:r>
                      <a:endParaRPr sz="100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45725" marB="45725" anchor="ctr">
                    <a:lnL w="9525" cap="flat" cmpd="sng">
                      <a:solidFill>
                        <a:srgbClr val="A5A5A5"/>
                      </a:solidFill>
                      <a:prstDash val="dash"/>
                      <a:round/>
                      <a:headEnd type="none" w="sm" len="sm"/>
                      <a:tailEnd type="none" w="sm" len="sm"/>
                    </a:lnL>
                    <a:lnR w="9525" cap="flat" cmpd="sng">
                      <a:solidFill>
                        <a:srgbClr val="A5A5A5"/>
                      </a:solidFill>
                      <a:prstDash val="dash"/>
                      <a:round/>
                      <a:headEnd type="none" w="sm" len="sm"/>
                      <a:tailEnd type="none" w="sm" len="sm"/>
                    </a:lnR>
                    <a:lnT w="9525" cap="flat" cmpd="sng">
                      <a:solidFill>
                        <a:srgbClr val="A5A5A5"/>
                      </a:solidFill>
                      <a:prstDash val="dash"/>
                      <a:round/>
                      <a:headEnd type="none" w="sm" len="sm"/>
                      <a:tailEnd type="none" w="sm" len="sm"/>
                    </a:lnT>
                    <a:lnB w="9525" cap="flat" cmpd="sng">
                      <a:solidFill>
                        <a:srgbClr val="A5A5A5"/>
                      </a:solidFill>
                      <a:prstDash val="dash"/>
                      <a:round/>
                      <a:headEnd type="none" w="sm" len="sm"/>
                      <a:tailEnd type="none" w="sm" len="sm"/>
                    </a:lnB>
                    <a:solidFill>
                      <a:srgbClr val="DDD9C3"/>
                    </a:solidFill>
                  </a:tcPr>
                </a:tc>
              </a:tr>
            </a:tbl>
          </a:graphicData>
        </a:graphic>
      </p:graphicFrame>
      <p:sp>
        <p:nvSpPr>
          <p:cNvPr id="98" name="Google Shape;585;p10"/>
          <p:cNvSpPr/>
          <p:nvPr/>
        </p:nvSpPr>
        <p:spPr>
          <a:xfrm>
            <a:off x="3879280" y="2696895"/>
            <a:ext cx="1901318" cy="2307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ko-KR" sz="900" b="1" smtClean="0">
                <a:solidFill>
                  <a:schemeClr val="dk1"/>
                </a:solidFill>
                <a:latin typeface="Times New Roman" pitchFamily="18" charset="0"/>
                <a:ea typeface="Nanum Gothic"/>
                <a:cs typeface="Times New Roman" pitchFamily="18" charset="0"/>
                <a:sym typeface="Nanum Gothic"/>
              </a:rPr>
              <a:t>[</a:t>
            </a:r>
            <a:r>
              <a:rPr lang="en-US" altLang="ko-KR" sz="900" b="1" smtClean="0">
                <a:solidFill>
                  <a:schemeClr val="dk1"/>
                </a:solidFill>
                <a:latin typeface="Times New Roman" pitchFamily="18" charset="0"/>
                <a:ea typeface="Nanum Gothic"/>
                <a:cs typeface="Times New Roman" pitchFamily="18" charset="0"/>
                <a:sym typeface="Nanum Gothic"/>
              </a:rPr>
              <a:t>Hiển thị button trên từng tab</a:t>
            </a:r>
            <a:r>
              <a:rPr lang="ko-KR" sz="900" b="1" smtClean="0">
                <a:solidFill>
                  <a:schemeClr val="dk1"/>
                </a:solidFill>
                <a:latin typeface="Times New Roman" pitchFamily="18" charset="0"/>
                <a:ea typeface="Nanum Gothic"/>
                <a:cs typeface="Times New Roman" pitchFamily="18" charset="0"/>
                <a:sym typeface="Nanum Gothic"/>
              </a:rPr>
              <a:t>]</a:t>
            </a:r>
            <a:endParaRPr sz="900" b="1">
              <a:solidFill>
                <a:schemeClr val="dk1"/>
              </a:solidFill>
              <a:latin typeface="Times New Roman" pitchFamily="18" charset="0"/>
              <a:ea typeface="Nanum Gothic"/>
              <a:cs typeface="Times New Roman" pitchFamily="18" charset="0"/>
              <a:sym typeface="Nanum Gothic"/>
            </a:endParaRPr>
          </a:p>
        </p:txBody>
      </p:sp>
      <p:sp>
        <p:nvSpPr>
          <p:cNvPr id="99" name="Google Shape;594;p10"/>
          <p:cNvSpPr/>
          <p:nvPr/>
        </p:nvSpPr>
        <p:spPr>
          <a:xfrm>
            <a:off x="7965398" y="116632"/>
            <a:ext cx="1940602" cy="216024"/>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ko-KR" sz="800" smtClean="0">
                <a:solidFill>
                  <a:schemeClr val="lt1"/>
                </a:solidFill>
                <a:latin typeface="Times New Roman" pitchFamily="18" charset="0"/>
                <a:ea typeface="Malgun Gothic"/>
                <a:cs typeface="Times New Roman" pitchFamily="18" charset="0"/>
                <a:sym typeface="Malgun Gothic"/>
              </a:rPr>
              <a:t>Thay đổi button hiển thị trên từng tab</a:t>
            </a:r>
            <a:r>
              <a:rPr lang="ko-KR" sz="800" smtClean="0">
                <a:solidFill>
                  <a:schemeClr val="lt1"/>
                </a:solidFill>
                <a:latin typeface="Times New Roman" pitchFamily="18" charset="0"/>
                <a:ea typeface="Malgun Gothic"/>
                <a:cs typeface="Times New Roman" pitchFamily="18" charset="0"/>
                <a:sym typeface="Malgun Gothic"/>
              </a:rPr>
              <a:t> </a:t>
            </a:r>
            <a:r>
              <a:rPr lang="ko-KR" sz="800">
                <a:solidFill>
                  <a:schemeClr val="lt1"/>
                </a:solidFill>
                <a:latin typeface="Times New Roman" pitchFamily="18" charset="0"/>
                <a:ea typeface="Malgun Gothic"/>
                <a:cs typeface="Times New Roman" pitchFamily="18" charset="0"/>
                <a:sym typeface="Malgun Gothic"/>
              </a:rPr>
              <a:t>(7/3)</a:t>
            </a:r>
            <a:endParaRPr sz="800">
              <a:solidFill>
                <a:schemeClr val="lt1"/>
              </a:solidFill>
              <a:latin typeface="Times New Roman" pitchFamily="18" charset="0"/>
              <a:ea typeface="Malgun Gothic"/>
              <a:cs typeface="Times New Roman" pitchFamily="18" charset="0"/>
              <a:sym typeface="Malgun Gothic"/>
            </a:endParaRPr>
          </a:p>
        </p:txBody>
      </p:sp>
      <p:graphicFrame>
        <p:nvGraphicFramePr>
          <p:cNvPr id="100" name="Google Shape;577;p10"/>
          <p:cNvGraphicFramePr/>
          <p:nvPr/>
        </p:nvGraphicFramePr>
        <p:xfrm>
          <a:off x="7453089" y="831323"/>
          <a:ext cx="2357225" cy="6213595"/>
        </p:xfrm>
        <a:graphic>
          <a:graphicData uri="http://schemas.openxmlformats.org/drawingml/2006/table">
            <a:tbl>
              <a:tblPr firstRow="1" bandRow="1">
                <a:noFill/>
                <a:tableStyleId>{B1E05C96-9ABF-4BAB-91A4-73DFB1C397C5}</a:tableStyleId>
              </a:tblPr>
              <a:tblGrid>
                <a:gridCol w="196975"/>
                <a:gridCol w="2160250"/>
              </a:tblGrid>
              <a:tr h="245275">
                <a:tc>
                  <a:txBody>
                    <a:bodyPr/>
                    <a:lstStyle/>
                    <a:p>
                      <a:pPr marL="0" marR="0" lvl="0" indent="0" algn="ctr" rtl="0">
                        <a:spcBef>
                          <a:spcPts val="0"/>
                        </a:spcBef>
                        <a:spcAft>
                          <a:spcPts val="0"/>
                        </a:spcAft>
                        <a:buNone/>
                      </a:pPr>
                      <a:r>
                        <a:rPr lang="ko-KR" sz="800" b="1" u="none" strike="noStrike" cap="none">
                          <a:solidFill>
                            <a:srgbClr val="0070C0"/>
                          </a:solidFill>
                          <a:latin typeface="Times New Roman" pitchFamily="18" charset="0"/>
                          <a:ea typeface="Nanum Gothic"/>
                          <a:cs typeface="Times New Roman" pitchFamily="18" charset="0"/>
                          <a:sym typeface="Nanum Gothic"/>
                        </a:rPr>
                        <a:t>6</a:t>
                      </a:r>
                      <a:endParaRPr sz="800" b="1" u="none" strike="noStrike" cap="none">
                        <a:solidFill>
                          <a:srgbClr val="0070C0"/>
                        </a:solidFill>
                        <a:latin typeface="Times New Roman" pitchFamily="18" charset="0"/>
                        <a:ea typeface="Nanum Gothic"/>
                        <a:cs typeface="Times New Roman" pitchFamily="18" charset="0"/>
                        <a:sym typeface="Nanum Gothic"/>
                      </a:endParaRPr>
                    </a:p>
                  </a:txBody>
                  <a:tcPr marL="0" marR="0" marT="360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88900" marR="0" lvl="0" indent="-88900" algn="l" rtl="0">
                        <a:lnSpc>
                          <a:spcPct val="100000"/>
                        </a:lnSpc>
                        <a:spcBef>
                          <a:spcPts val="0"/>
                        </a:spcBef>
                        <a:spcAft>
                          <a:spcPts val="0"/>
                        </a:spcAft>
                        <a:buClr>
                          <a:schemeClr val="dk1"/>
                        </a:buClr>
                        <a:buSzPts val="900"/>
                        <a:buFont typeface="Arial"/>
                        <a:buChar char="•"/>
                      </a:pP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Chọn</a:t>
                      </a:r>
                      <a:r>
                        <a:rPr lang="en-US" altLang="ko-KR" sz="800" b="0" u="none" strike="noStrike" cap="none" baseline="0" smtClean="0">
                          <a:solidFill>
                            <a:schemeClr val="dk1"/>
                          </a:solidFill>
                          <a:latin typeface="Times New Roman" pitchFamily="18" charset="0"/>
                          <a:ea typeface="Nanum Gothic"/>
                          <a:cs typeface="Times New Roman" pitchFamily="18" charset="0"/>
                          <a:sym typeface="Nanum Gothic"/>
                        </a:rPr>
                        <a:t> toàn bộ vé trên trang hiện tại.</a:t>
                      </a:r>
                      <a:endParaRPr sz="800" b="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r>
              <a:tr h="992250">
                <a:tc>
                  <a:txBody>
                    <a:bodyPr/>
                    <a:lstStyle/>
                    <a:p>
                      <a:pPr marL="0" marR="0" lvl="0" indent="0" algn="ctr" rtl="0">
                        <a:spcBef>
                          <a:spcPts val="0"/>
                        </a:spcBef>
                        <a:spcAft>
                          <a:spcPts val="0"/>
                        </a:spcAft>
                        <a:buNone/>
                      </a:pPr>
                      <a:r>
                        <a:rPr lang="ko-KR" sz="800" b="1" u="none" strike="noStrike" cap="none">
                          <a:solidFill>
                            <a:srgbClr val="0070C0"/>
                          </a:solidFill>
                          <a:latin typeface="Times New Roman" pitchFamily="18" charset="0"/>
                          <a:ea typeface="Nanum Gothic"/>
                          <a:cs typeface="Times New Roman" pitchFamily="18" charset="0"/>
                          <a:sym typeface="Nanum Gothic"/>
                        </a:rPr>
                        <a:t>7</a:t>
                      </a:r>
                      <a:endParaRPr sz="800" b="1" u="none" strike="noStrike" cap="none">
                        <a:solidFill>
                          <a:srgbClr val="0070C0"/>
                        </a:solidFill>
                        <a:latin typeface="Times New Roman" pitchFamily="18" charset="0"/>
                        <a:ea typeface="Nanum Gothic"/>
                        <a:cs typeface="Times New Roman" pitchFamily="18" charset="0"/>
                        <a:sym typeface="Nanum Gothic"/>
                      </a:endParaRPr>
                    </a:p>
                  </a:txBody>
                  <a:tcPr marL="0" marR="0" marT="360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88900" marR="0" lvl="0" indent="-88900" algn="l" rtl="0">
                        <a:lnSpc>
                          <a:spcPct val="100000"/>
                        </a:lnSpc>
                        <a:spcBef>
                          <a:spcPts val="0"/>
                        </a:spcBef>
                        <a:spcAft>
                          <a:spcPts val="0"/>
                        </a:spcAft>
                        <a:buClr>
                          <a:schemeClr val="dk1"/>
                        </a:buClr>
                        <a:buSzPts val="900"/>
                        <a:buFont typeface="Arial"/>
                        <a:buChar char="•"/>
                      </a:pP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Button active khi có</a:t>
                      </a:r>
                      <a:r>
                        <a:rPr lang="en-US" altLang="ko-KR" sz="800" b="0" u="none" strike="noStrike" cap="none" baseline="0" smtClean="0">
                          <a:solidFill>
                            <a:schemeClr val="dk1"/>
                          </a:solidFill>
                          <a:latin typeface="Times New Roman" pitchFamily="18" charset="0"/>
                          <a:ea typeface="Nanum Gothic"/>
                          <a:cs typeface="Times New Roman" pitchFamily="18" charset="0"/>
                          <a:sym typeface="Nanum Gothic"/>
                        </a:rPr>
                        <a:t> ít nhất 1 kết quả được chọn</a:t>
                      </a:r>
                      <a:r>
                        <a:rPr lang="ko-KR" sz="800" b="0" u="none" strike="noStrike" cap="none" smtClean="0">
                          <a:solidFill>
                            <a:schemeClr val="dk1"/>
                          </a:solidFill>
                          <a:latin typeface="Times New Roman" pitchFamily="18" charset="0"/>
                          <a:ea typeface="Nanum Gothic"/>
                          <a:cs typeface="Times New Roman" pitchFamily="18" charset="0"/>
                          <a:sym typeface="Nanum Gothic"/>
                        </a:rPr>
                        <a:t> </a:t>
                      </a:r>
                      <a:r>
                        <a:rPr lang="ko-KR" sz="800" b="0" u="none" strike="noStrike" cap="none">
                          <a:solidFill>
                            <a:schemeClr val="dk1"/>
                          </a:solidFill>
                          <a:latin typeface="Times New Roman" pitchFamily="18" charset="0"/>
                          <a:ea typeface="Nanum Gothic"/>
                          <a:cs typeface="Times New Roman" pitchFamily="18" charset="0"/>
                          <a:sym typeface="Nanum Gothic"/>
                        </a:rPr>
                        <a:t>/ </a:t>
                      </a: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Khi</a:t>
                      </a:r>
                      <a:r>
                        <a:rPr lang="en-US" altLang="ko-KR" sz="800" b="0" u="none" strike="noStrike" cap="none" baseline="0" smtClean="0">
                          <a:solidFill>
                            <a:schemeClr val="dk1"/>
                          </a:solidFill>
                          <a:latin typeface="Times New Roman" pitchFamily="18" charset="0"/>
                          <a:ea typeface="Nanum Gothic"/>
                          <a:cs typeface="Times New Roman" pitchFamily="18" charset="0"/>
                          <a:sym typeface="Nanum Gothic"/>
                        </a:rPr>
                        <a:t> bấm button thì hiển thị cảnh báo.</a:t>
                      </a:r>
                      <a:endParaRPr sz="800" b="0" u="none" strike="noStrike" cap="none">
                        <a:solidFill>
                          <a:schemeClr val="dk1"/>
                        </a:solidFill>
                        <a:latin typeface="Times New Roman" pitchFamily="18" charset="0"/>
                        <a:ea typeface="Nanum Gothic"/>
                        <a:cs typeface="Times New Roman" pitchFamily="18" charset="0"/>
                        <a:sym typeface="Nanum Gothic"/>
                      </a:endParaRPr>
                    </a:p>
                    <a:p>
                      <a:pPr marL="88900" marR="0" lvl="0" indent="-88900" algn="l" rtl="0">
                        <a:lnSpc>
                          <a:spcPct val="100000"/>
                        </a:lnSpc>
                        <a:spcBef>
                          <a:spcPts val="0"/>
                        </a:spcBef>
                        <a:spcAft>
                          <a:spcPts val="0"/>
                        </a:spcAft>
                        <a:buClr>
                          <a:schemeClr val="dk1"/>
                        </a:buClr>
                        <a:buSzPts val="900"/>
                        <a:buFont typeface="Arial"/>
                        <a:buChar char="•"/>
                      </a:pP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Chỉ</a:t>
                      </a:r>
                      <a:r>
                        <a:rPr lang="en-US" altLang="ko-KR" sz="800" b="0" u="none" strike="noStrike" cap="none" baseline="0" smtClean="0">
                          <a:solidFill>
                            <a:schemeClr val="dk1"/>
                          </a:solidFill>
                          <a:latin typeface="Times New Roman" pitchFamily="18" charset="0"/>
                          <a:ea typeface="Nanum Gothic"/>
                          <a:cs typeface="Times New Roman" pitchFamily="18" charset="0"/>
                          <a:sym typeface="Nanum Gothic"/>
                        </a:rPr>
                        <a:t> vé “Mua xong” mới có thể xử lý sử dụng.</a:t>
                      </a:r>
                      <a:endParaRPr sz="800" b="0" u="none" strike="noStrike" cap="none">
                        <a:solidFill>
                          <a:schemeClr val="dk1"/>
                        </a:solidFill>
                        <a:latin typeface="Times New Roman" pitchFamily="18" charset="0"/>
                        <a:ea typeface="Nanum Gothic"/>
                        <a:cs typeface="Times New Roman" pitchFamily="18" charset="0"/>
                        <a:sym typeface="Nanum Gothic"/>
                      </a:endParaRPr>
                    </a:p>
                    <a:p>
                      <a:pPr marL="0" marR="0" lvl="0" indent="0" algn="l" rtl="0">
                        <a:lnSpc>
                          <a:spcPct val="100000"/>
                        </a:lnSpc>
                        <a:spcBef>
                          <a:spcPts val="0"/>
                        </a:spcBef>
                        <a:spcAft>
                          <a:spcPts val="0"/>
                        </a:spcAft>
                        <a:buClr>
                          <a:schemeClr val="dk1"/>
                        </a:buClr>
                        <a:buSzPts val="900"/>
                        <a:buFont typeface="Arial"/>
                        <a:buNone/>
                      </a:pPr>
                      <a:endParaRPr lang="en-US" altLang="ko-KR" sz="800" b="1" u="none" strike="noStrike" cap="none" smtClean="0">
                        <a:solidFill>
                          <a:schemeClr val="dk1"/>
                        </a:solidFill>
                        <a:latin typeface="Times New Roman" pitchFamily="18" charset="0"/>
                        <a:ea typeface="Nanum Gothic"/>
                        <a:cs typeface="Times New Roman" pitchFamily="18" charset="0"/>
                        <a:sym typeface="Nanum Gothic"/>
                      </a:endParaRPr>
                    </a:p>
                    <a:p>
                      <a:pPr marL="0" marR="0" lvl="0" indent="0" algn="l" rtl="0">
                        <a:lnSpc>
                          <a:spcPct val="100000"/>
                        </a:lnSpc>
                        <a:spcBef>
                          <a:spcPts val="0"/>
                        </a:spcBef>
                        <a:spcAft>
                          <a:spcPts val="0"/>
                        </a:spcAft>
                        <a:buClr>
                          <a:schemeClr val="dk1"/>
                        </a:buClr>
                        <a:buSzPts val="900"/>
                        <a:buFont typeface="Arial"/>
                        <a:buNone/>
                      </a:pPr>
                      <a:r>
                        <a:rPr lang="ko-KR" sz="800" b="1" u="none" strike="noStrike" cap="none" smtClean="0">
                          <a:solidFill>
                            <a:schemeClr val="dk1"/>
                          </a:solidFill>
                          <a:latin typeface="Times New Roman" pitchFamily="18" charset="0"/>
                          <a:ea typeface="Nanum Gothic"/>
                          <a:cs typeface="Times New Roman" pitchFamily="18" charset="0"/>
                          <a:sym typeface="Nanum Gothic"/>
                        </a:rPr>
                        <a:t>[</a:t>
                      </a:r>
                      <a:r>
                        <a:rPr lang="en-US" altLang="ko-KR" sz="800" b="1" u="none" strike="noStrike" cap="none" smtClean="0">
                          <a:solidFill>
                            <a:schemeClr val="dk1"/>
                          </a:solidFill>
                          <a:latin typeface="Times New Roman" pitchFamily="18" charset="0"/>
                          <a:ea typeface="Nanum Gothic"/>
                          <a:cs typeface="Times New Roman" pitchFamily="18" charset="0"/>
                          <a:sym typeface="Nanum Gothic"/>
                        </a:rPr>
                        <a:t>Cảnh</a:t>
                      </a:r>
                      <a:r>
                        <a:rPr lang="en-US" altLang="ko-KR" sz="800" b="1" u="none" strike="noStrike" cap="none" baseline="0" smtClean="0">
                          <a:solidFill>
                            <a:schemeClr val="dk1"/>
                          </a:solidFill>
                          <a:latin typeface="Times New Roman" pitchFamily="18" charset="0"/>
                          <a:ea typeface="Nanum Gothic"/>
                          <a:cs typeface="Times New Roman" pitchFamily="18" charset="0"/>
                          <a:sym typeface="Nanum Gothic"/>
                        </a:rPr>
                        <a:t> báo khi có ít nhất 1 vé “Mua xong”</a:t>
                      </a:r>
                      <a:r>
                        <a:rPr lang="ko-KR" sz="800" b="1" u="none" strike="noStrike" cap="none" smtClean="0">
                          <a:solidFill>
                            <a:schemeClr val="dk1"/>
                          </a:solidFill>
                          <a:latin typeface="Times New Roman" pitchFamily="18" charset="0"/>
                          <a:ea typeface="Nanum Gothic"/>
                          <a:cs typeface="Times New Roman" pitchFamily="18" charset="0"/>
                          <a:sym typeface="Nanum Gothic"/>
                        </a:rPr>
                        <a:t>]</a:t>
                      </a:r>
                      <a:endParaRPr lang="en-US" altLang="ko-KR" sz="800" b="1" u="none" strike="noStrike" cap="none" smtClean="0">
                        <a:solidFill>
                          <a:schemeClr val="dk1"/>
                        </a:solidFill>
                        <a:latin typeface="Times New Roman" pitchFamily="18" charset="0"/>
                        <a:ea typeface="Nanum Gothic"/>
                        <a:cs typeface="Times New Roman" pitchFamily="18" charset="0"/>
                        <a:sym typeface="Nanum Gothic"/>
                      </a:endParaRPr>
                    </a:p>
                    <a:p>
                      <a:pPr marL="0" marR="0" lvl="0" indent="0" algn="l" rtl="0">
                        <a:lnSpc>
                          <a:spcPct val="100000"/>
                        </a:lnSpc>
                        <a:spcBef>
                          <a:spcPts val="0"/>
                        </a:spcBef>
                        <a:spcAft>
                          <a:spcPts val="0"/>
                        </a:spcAft>
                        <a:buClr>
                          <a:schemeClr val="dk1"/>
                        </a:buClr>
                        <a:buSzPts val="900"/>
                        <a:buFont typeface="Arial"/>
                        <a:buNone/>
                      </a:pPr>
                      <a:endParaRPr sz="800">
                        <a:latin typeface="Times New Roman" pitchFamily="18" charset="0"/>
                        <a:cs typeface="Times New Roman" pitchFamily="18" charset="0"/>
                      </a:endParaRPr>
                    </a:p>
                    <a:p>
                      <a:pPr marL="88900" marR="0" lvl="0" indent="-31750" algn="l" rtl="0">
                        <a:lnSpc>
                          <a:spcPct val="100000"/>
                        </a:lnSpc>
                        <a:spcBef>
                          <a:spcPts val="0"/>
                        </a:spcBef>
                        <a:spcAft>
                          <a:spcPts val="0"/>
                        </a:spcAft>
                        <a:buClr>
                          <a:schemeClr val="dk1"/>
                        </a:buClr>
                        <a:buSzPts val="900"/>
                        <a:buFont typeface="Arial"/>
                        <a:buNone/>
                      </a:pPr>
                      <a:endParaRPr sz="800" b="0" u="none" strike="noStrike" cap="none">
                        <a:solidFill>
                          <a:schemeClr val="dk1"/>
                        </a:solidFill>
                        <a:latin typeface="Times New Roman" pitchFamily="18" charset="0"/>
                        <a:ea typeface="Nanum Gothic"/>
                        <a:cs typeface="Times New Roman" pitchFamily="18" charset="0"/>
                        <a:sym typeface="Nanum Gothic"/>
                      </a:endParaRPr>
                    </a:p>
                    <a:p>
                      <a:pPr marL="88900" marR="0" lvl="0" indent="-31750" algn="l" rtl="0">
                        <a:lnSpc>
                          <a:spcPct val="100000"/>
                        </a:lnSpc>
                        <a:spcBef>
                          <a:spcPts val="0"/>
                        </a:spcBef>
                        <a:spcAft>
                          <a:spcPts val="0"/>
                        </a:spcAft>
                        <a:buClr>
                          <a:schemeClr val="dk1"/>
                        </a:buClr>
                        <a:buSzPts val="900"/>
                        <a:buFont typeface="Arial"/>
                        <a:buNone/>
                      </a:pPr>
                      <a:endParaRPr sz="800" b="0" u="none" strike="noStrike" cap="none">
                        <a:solidFill>
                          <a:schemeClr val="dk1"/>
                        </a:solidFill>
                        <a:latin typeface="Times New Roman" pitchFamily="18" charset="0"/>
                        <a:ea typeface="Nanum Gothic"/>
                        <a:cs typeface="Times New Roman" pitchFamily="18" charset="0"/>
                        <a:sym typeface="Nanum Gothic"/>
                      </a:endParaRPr>
                    </a:p>
                    <a:p>
                      <a:pPr marL="88900" marR="0" lvl="0" indent="-31750" algn="l" rtl="0">
                        <a:lnSpc>
                          <a:spcPct val="100000"/>
                        </a:lnSpc>
                        <a:spcBef>
                          <a:spcPts val="0"/>
                        </a:spcBef>
                        <a:spcAft>
                          <a:spcPts val="0"/>
                        </a:spcAft>
                        <a:buClr>
                          <a:schemeClr val="dk1"/>
                        </a:buClr>
                        <a:buSzPts val="900"/>
                        <a:buFont typeface="Arial"/>
                        <a:buNone/>
                      </a:pPr>
                      <a:endParaRPr sz="800" b="0" u="none" strike="noStrike" cap="none">
                        <a:solidFill>
                          <a:schemeClr val="dk1"/>
                        </a:solidFill>
                        <a:latin typeface="Times New Roman" pitchFamily="18" charset="0"/>
                        <a:ea typeface="Nanum Gothic"/>
                        <a:cs typeface="Times New Roman" pitchFamily="18" charset="0"/>
                        <a:sym typeface="Nanum Gothic"/>
                      </a:endParaRPr>
                    </a:p>
                    <a:p>
                      <a:pPr marL="88900" marR="0" lvl="0" indent="-31750" algn="l" rtl="0">
                        <a:lnSpc>
                          <a:spcPct val="100000"/>
                        </a:lnSpc>
                        <a:spcBef>
                          <a:spcPts val="0"/>
                        </a:spcBef>
                        <a:spcAft>
                          <a:spcPts val="0"/>
                        </a:spcAft>
                        <a:buClr>
                          <a:schemeClr val="dk1"/>
                        </a:buClr>
                        <a:buSzPts val="900"/>
                        <a:buFont typeface="Arial"/>
                        <a:buNone/>
                      </a:pPr>
                      <a:endParaRPr sz="800" b="0" u="none" strike="noStrike" cap="none">
                        <a:solidFill>
                          <a:schemeClr val="dk1"/>
                        </a:solidFill>
                        <a:latin typeface="Times New Roman" pitchFamily="18" charset="0"/>
                        <a:ea typeface="Nanum Gothic"/>
                        <a:cs typeface="Times New Roman" pitchFamily="18" charset="0"/>
                        <a:sym typeface="Nanum Gothic"/>
                      </a:endParaRPr>
                    </a:p>
                    <a:p>
                      <a:pPr marL="88900" marR="0" lvl="0" indent="-88900" algn="l" rtl="0">
                        <a:lnSpc>
                          <a:spcPct val="100000"/>
                        </a:lnSpc>
                        <a:spcBef>
                          <a:spcPts val="0"/>
                        </a:spcBef>
                        <a:spcAft>
                          <a:spcPts val="0"/>
                        </a:spcAft>
                        <a:buClr>
                          <a:schemeClr val="dk1"/>
                        </a:buClr>
                        <a:buSzPts val="900"/>
                        <a:buFont typeface="Arial"/>
                        <a:buChar char="•"/>
                      </a:pPr>
                      <a:r>
                        <a:rPr lang="vi-VN" altLang="ko-KR" sz="800" b="0" u="none" strike="noStrike" cap="none" smtClean="0">
                          <a:solidFill>
                            <a:schemeClr val="dk1"/>
                          </a:solidFill>
                          <a:latin typeface="Times New Roman" pitchFamily="18" charset="0"/>
                          <a:ea typeface="Nanum Gothic"/>
                          <a:cs typeface="Times New Roman" pitchFamily="18" charset="0"/>
                          <a:sym typeface="Nanum Gothic"/>
                        </a:rPr>
                        <a:t>OK : Chỉ</a:t>
                      </a: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 xử</a:t>
                      </a:r>
                      <a:r>
                        <a:rPr lang="en-US" altLang="ko-KR" sz="800" b="0" u="none" strike="noStrike" cap="none" baseline="0" smtClean="0">
                          <a:solidFill>
                            <a:schemeClr val="dk1"/>
                          </a:solidFill>
                          <a:latin typeface="Times New Roman" pitchFamily="18" charset="0"/>
                          <a:ea typeface="Nanum Gothic"/>
                          <a:cs typeface="Times New Roman" pitchFamily="18" charset="0"/>
                          <a:sym typeface="Nanum Gothic"/>
                        </a:rPr>
                        <a:t> lý sử dụng</a:t>
                      </a:r>
                      <a:r>
                        <a:rPr lang="vi-VN" altLang="ko-KR" sz="800" b="0" u="none" strike="noStrike" cap="none" smtClean="0">
                          <a:solidFill>
                            <a:schemeClr val="dk1"/>
                          </a:solidFill>
                          <a:latin typeface="Times New Roman" pitchFamily="18" charset="0"/>
                          <a:ea typeface="Nanum Gothic"/>
                          <a:cs typeface="Times New Roman" pitchFamily="18" charset="0"/>
                          <a:sym typeface="Nanum Gothic"/>
                        </a:rPr>
                        <a:t> vé "Mua xong” và refresh màn hình. Vé được xử lý sử dụng sẽ biến mất trên tab này và di chuyển sang tab xử lý sử dụng.</a:t>
                      </a:r>
                      <a:endParaRPr lang="en-US" altLang="ko-KR" sz="800" b="0" u="none" strike="noStrike" cap="none" smtClean="0">
                        <a:solidFill>
                          <a:schemeClr val="dk1"/>
                        </a:solidFill>
                        <a:latin typeface="Times New Roman" pitchFamily="18" charset="0"/>
                        <a:ea typeface="Nanum Gothic"/>
                        <a:cs typeface="Times New Roman" pitchFamily="18" charset="0"/>
                        <a:sym typeface="Nanum Gothic"/>
                      </a:endParaRPr>
                    </a:p>
                    <a:p>
                      <a:pPr marL="88900" marR="0" lvl="0" indent="-88900" algn="l" rtl="0">
                        <a:lnSpc>
                          <a:spcPct val="100000"/>
                        </a:lnSpc>
                        <a:spcBef>
                          <a:spcPts val="0"/>
                        </a:spcBef>
                        <a:spcAft>
                          <a:spcPts val="0"/>
                        </a:spcAft>
                        <a:buClr>
                          <a:schemeClr val="dk1"/>
                        </a:buClr>
                        <a:buSzPts val="900"/>
                        <a:buFont typeface="Arial"/>
                        <a:buChar char="•"/>
                      </a:pP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Cancel</a:t>
                      </a:r>
                      <a:r>
                        <a:rPr lang="ko-KR" sz="800" b="0" u="none" strike="noStrike" cap="none" smtClean="0">
                          <a:solidFill>
                            <a:schemeClr val="dk1"/>
                          </a:solidFill>
                          <a:latin typeface="Times New Roman" pitchFamily="18" charset="0"/>
                          <a:ea typeface="Nanum Gothic"/>
                          <a:cs typeface="Times New Roman" pitchFamily="18" charset="0"/>
                          <a:sym typeface="Nanum Gothic"/>
                        </a:rPr>
                        <a:t> </a:t>
                      </a:r>
                      <a:r>
                        <a:rPr lang="ko-KR" sz="800" b="0" u="none" strike="noStrike" cap="none">
                          <a:solidFill>
                            <a:schemeClr val="dk1"/>
                          </a:solidFill>
                          <a:latin typeface="Times New Roman" pitchFamily="18" charset="0"/>
                          <a:ea typeface="Nanum Gothic"/>
                          <a:cs typeface="Times New Roman" pitchFamily="18" charset="0"/>
                          <a:sym typeface="Nanum Gothic"/>
                        </a:rPr>
                        <a:t>: </a:t>
                      </a: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Đóng</a:t>
                      </a:r>
                      <a:r>
                        <a:rPr lang="en-US" altLang="ko-KR" sz="800" b="0" u="none" strike="noStrike" cap="none" baseline="0" smtClean="0">
                          <a:solidFill>
                            <a:schemeClr val="dk1"/>
                          </a:solidFill>
                          <a:latin typeface="Times New Roman" pitchFamily="18" charset="0"/>
                          <a:ea typeface="Nanum Gothic"/>
                          <a:cs typeface="Times New Roman" pitchFamily="18" charset="0"/>
                          <a:sym typeface="Nanum Gothic"/>
                        </a:rPr>
                        <a:t> cảnh báo thôi</a:t>
                      </a:r>
                      <a:r>
                        <a:rPr lang="ko-KR" sz="800" b="0" u="none" strike="noStrike" cap="none" smtClean="0">
                          <a:solidFill>
                            <a:schemeClr val="dk1"/>
                          </a:solidFill>
                          <a:latin typeface="Times New Roman" pitchFamily="18" charset="0"/>
                          <a:ea typeface="Nanum Gothic"/>
                          <a:cs typeface="Times New Roman" pitchFamily="18" charset="0"/>
                          <a:sym typeface="Nanum Gothic"/>
                        </a:rPr>
                        <a:t>.</a:t>
                      </a:r>
                      <a:endParaRPr sz="800">
                        <a:latin typeface="Times New Roman" pitchFamily="18" charset="0"/>
                        <a:cs typeface="Times New Roman" pitchFamily="18" charset="0"/>
                      </a:endParaRPr>
                    </a:p>
                  </a:txBody>
                  <a:tcPr marL="3600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r>
              <a:tr h="672050">
                <a:tc>
                  <a:txBody>
                    <a:bodyPr/>
                    <a:lstStyle/>
                    <a:p>
                      <a:pPr marL="0" marR="0" lvl="0" indent="0" algn="ctr" rtl="0">
                        <a:spcBef>
                          <a:spcPts val="0"/>
                        </a:spcBef>
                        <a:spcAft>
                          <a:spcPts val="0"/>
                        </a:spcAft>
                        <a:buNone/>
                      </a:pPr>
                      <a:endParaRPr sz="800" b="1" u="none" strike="noStrike" cap="none">
                        <a:solidFill>
                          <a:srgbClr val="0070C0"/>
                        </a:solidFill>
                        <a:latin typeface="Times New Roman" pitchFamily="18" charset="0"/>
                        <a:ea typeface="Nanum Gothic"/>
                        <a:cs typeface="Times New Roman" pitchFamily="18" charset="0"/>
                        <a:sym typeface="Nanum Gothic"/>
                      </a:endParaRPr>
                    </a:p>
                  </a:txBody>
                  <a:tcPr marL="0" marR="0" marT="360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900"/>
                        <a:buFont typeface="Arial"/>
                        <a:buNone/>
                      </a:pPr>
                      <a:r>
                        <a:rPr lang="ko-KR" sz="800" b="1" u="none" strike="noStrike" cap="none" smtClean="0">
                          <a:solidFill>
                            <a:schemeClr val="dk1"/>
                          </a:solidFill>
                          <a:latin typeface="Times New Roman" pitchFamily="18" charset="0"/>
                          <a:ea typeface="Nanum Gothic"/>
                          <a:cs typeface="Times New Roman" pitchFamily="18" charset="0"/>
                          <a:sym typeface="Nanum Gothic"/>
                        </a:rPr>
                        <a:t>[</a:t>
                      </a:r>
                      <a:r>
                        <a:rPr lang="en-US" altLang="ko-KR" sz="800" b="1" u="none" strike="noStrike" cap="none" smtClean="0">
                          <a:solidFill>
                            <a:schemeClr val="dk1"/>
                          </a:solidFill>
                          <a:latin typeface="Times New Roman" pitchFamily="18" charset="0"/>
                          <a:ea typeface="Nanum Gothic"/>
                          <a:cs typeface="Times New Roman" pitchFamily="18" charset="0"/>
                          <a:sym typeface="Nanum Gothic"/>
                        </a:rPr>
                        <a:t>Cảnh</a:t>
                      </a:r>
                      <a:r>
                        <a:rPr lang="en-US" altLang="ko-KR" sz="800" b="1" u="none" strike="noStrike" cap="none" baseline="0" smtClean="0">
                          <a:solidFill>
                            <a:schemeClr val="dk1"/>
                          </a:solidFill>
                          <a:latin typeface="Times New Roman" pitchFamily="18" charset="0"/>
                          <a:ea typeface="Nanum Gothic"/>
                          <a:cs typeface="Times New Roman" pitchFamily="18" charset="0"/>
                          <a:sym typeface="Nanum Gothic"/>
                        </a:rPr>
                        <a:t> báo khi k0 có vé “Mua xong”</a:t>
                      </a:r>
                      <a:r>
                        <a:rPr lang="ko-KR" sz="800" b="1" u="none" strike="noStrike" cap="none" smtClean="0">
                          <a:solidFill>
                            <a:schemeClr val="dk1"/>
                          </a:solidFill>
                          <a:latin typeface="Times New Roman" pitchFamily="18" charset="0"/>
                          <a:ea typeface="Nanum Gothic"/>
                          <a:cs typeface="Times New Roman" pitchFamily="18" charset="0"/>
                          <a:sym typeface="Nanum Gothic"/>
                        </a:rPr>
                        <a:t>]</a:t>
                      </a:r>
                      <a:endParaRPr lang="en-US" altLang="ko-KR" sz="800" b="1" u="none" strike="noStrike" cap="none" smtClean="0">
                        <a:solidFill>
                          <a:schemeClr val="dk1"/>
                        </a:solidFill>
                        <a:latin typeface="Times New Roman" pitchFamily="18" charset="0"/>
                        <a:ea typeface="Nanum Gothic"/>
                        <a:cs typeface="Times New Roman" pitchFamily="18" charset="0"/>
                        <a:sym typeface="Nanum Gothic"/>
                      </a:endParaRPr>
                    </a:p>
                    <a:p>
                      <a:pPr marL="0" marR="0" lvl="0" indent="0" algn="l" rtl="0">
                        <a:lnSpc>
                          <a:spcPct val="100000"/>
                        </a:lnSpc>
                        <a:spcBef>
                          <a:spcPts val="0"/>
                        </a:spcBef>
                        <a:spcAft>
                          <a:spcPts val="0"/>
                        </a:spcAft>
                        <a:buClr>
                          <a:schemeClr val="dk1"/>
                        </a:buClr>
                        <a:buSzPts val="900"/>
                        <a:buFont typeface="Arial"/>
                        <a:buNone/>
                      </a:pPr>
                      <a:endParaRPr sz="800">
                        <a:latin typeface="Times New Roman" pitchFamily="18" charset="0"/>
                        <a:cs typeface="Times New Roman" pitchFamily="18" charset="0"/>
                      </a:endParaRPr>
                    </a:p>
                    <a:p>
                      <a:pPr marL="0" marR="0" lvl="0" indent="0" algn="l" rtl="0">
                        <a:lnSpc>
                          <a:spcPct val="100000"/>
                        </a:lnSpc>
                        <a:spcBef>
                          <a:spcPts val="0"/>
                        </a:spcBef>
                        <a:spcAft>
                          <a:spcPts val="0"/>
                        </a:spcAft>
                        <a:buClr>
                          <a:schemeClr val="dk1"/>
                        </a:buClr>
                        <a:buSzPts val="900"/>
                        <a:buFont typeface="Arial"/>
                        <a:buNone/>
                      </a:pPr>
                      <a:endParaRPr sz="800" b="0" u="none" strike="noStrike" cap="none">
                        <a:solidFill>
                          <a:schemeClr val="dk1"/>
                        </a:solidFill>
                        <a:latin typeface="Times New Roman" pitchFamily="18" charset="0"/>
                        <a:ea typeface="Nanum Gothic"/>
                        <a:cs typeface="Times New Roman" pitchFamily="18" charset="0"/>
                        <a:sym typeface="Nanum Gothic"/>
                      </a:endParaRPr>
                    </a:p>
                    <a:p>
                      <a:pPr marL="0" marR="0" lvl="0" indent="0" algn="l" rtl="0">
                        <a:lnSpc>
                          <a:spcPct val="100000"/>
                        </a:lnSpc>
                        <a:spcBef>
                          <a:spcPts val="0"/>
                        </a:spcBef>
                        <a:spcAft>
                          <a:spcPts val="0"/>
                        </a:spcAft>
                        <a:buClr>
                          <a:schemeClr val="dk1"/>
                        </a:buClr>
                        <a:buSzPts val="900"/>
                        <a:buFont typeface="Arial"/>
                        <a:buNone/>
                      </a:pPr>
                      <a:endParaRPr sz="800" b="0" u="none" strike="noStrike" cap="none">
                        <a:solidFill>
                          <a:schemeClr val="dk1"/>
                        </a:solidFill>
                        <a:latin typeface="Times New Roman" pitchFamily="18" charset="0"/>
                        <a:ea typeface="Nanum Gothic"/>
                        <a:cs typeface="Times New Roman" pitchFamily="18" charset="0"/>
                        <a:sym typeface="Nanum Gothic"/>
                      </a:endParaRPr>
                    </a:p>
                    <a:p>
                      <a:pPr marL="88900" marR="0" lvl="0" indent="-31750" algn="l" rtl="0">
                        <a:lnSpc>
                          <a:spcPct val="100000"/>
                        </a:lnSpc>
                        <a:spcBef>
                          <a:spcPts val="0"/>
                        </a:spcBef>
                        <a:spcAft>
                          <a:spcPts val="0"/>
                        </a:spcAft>
                        <a:buClr>
                          <a:schemeClr val="dk1"/>
                        </a:buClr>
                        <a:buSzPts val="900"/>
                        <a:buFont typeface="Arial"/>
                        <a:buNone/>
                      </a:pPr>
                      <a:endParaRPr sz="800" b="0" u="none" strike="noStrike" cap="none">
                        <a:solidFill>
                          <a:schemeClr val="dk1"/>
                        </a:solidFill>
                        <a:latin typeface="Times New Roman" pitchFamily="18" charset="0"/>
                        <a:ea typeface="Nanum Gothic"/>
                        <a:cs typeface="Times New Roman" pitchFamily="18" charset="0"/>
                        <a:sym typeface="Nanum Gothic"/>
                      </a:endParaRPr>
                    </a:p>
                    <a:p>
                      <a:pPr marL="88900" marR="0" lvl="0" indent="-88900" algn="l" rtl="0">
                        <a:lnSpc>
                          <a:spcPct val="100000"/>
                        </a:lnSpc>
                        <a:spcBef>
                          <a:spcPts val="0"/>
                        </a:spcBef>
                        <a:spcAft>
                          <a:spcPts val="0"/>
                        </a:spcAft>
                        <a:buClr>
                          <a:schemeClr val="dk1"/>
                        </a:buClr>
                        <a:buSzPts val="900"/>
                        <a:buFont typeface="Arial"/>
                        <a:buChar char="•"/>
                      </a:pP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OK</a:t>
                      </a:r>
                      <a:r>
                        <a:rPr lang="ko-KR" sz="800" b="0" u="none" strike="noStrike" cap="none" smtClean="0">
                          <a:solidFill>
                            <a:schemeClr val="dk1"/>
                          </a:solidFill>
                          <a:latin typeface="Times New Roman" pitchFamily="18" charset="0"/>
                          <a:ea typeface="Nanum Gothic"/>
                          <a:cs typeface="Times New Roman" pitchFamily="18" charset="0"/>
                          <a:sym typeface="Nanum Gothic"/>
                        </a:rPr>
                        <a:t> </a:t>
                      </a:r>
                      <a:r>
                        <a:rPr lang="ko-KR" sz="800" b="0" u="none" strike="noStrike" cap="none">
                          <a:solidFill>
                            <a:schemeClr val="dk1"/>
                          </a:solidFill>
                          <a:latin typeface="Times New Roman" pitchFamily="18" charset="0"/>
                          <a:ea typeface="Nanum Gothic"/>
                          <a:cs typeface="Times New Roman" pitchFamily="18" charset="0"/>
                          <a:sym typeface="Nanum Gothic"/>
                        </a:rPr>
                        <a:t>: </a:t>
                      </a: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Đóng</a:t>
                      </a:r>
                      <a:r>
                        <a:rPr lang="en-US" altLang="ko-KR" sz="800" b="0" u="none" strike="noStrike" cap="none" baseline="0" smtClean="0">
                          <a:solidFill>
                            <a:schemeClr val="dk1"/>
                          </a:solidFill>
                          <a:latin typeface="Times New Roman" pitchFamily="18" charset="0"/>
                          <a:ea typeface="Nanum Gothic"/>
                          <a:cs typeface="Times New Roman" pitchFamily="18" charset="0"/>
                          <a:sym typeface="Nanum Gothic"/>
                        </a:rPr>
                        <a:t> cảnh báo thôi.</a:t>
                      </a:r>
                      <a:endParaRPr sz="800" b="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36000" marB="360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r>
              <a:tr h="497175">
                <a:tc>
                  <a:txBody>
                    <a:bodyPr/>
                    <a:lstStyle/>
                    <a:p>
                      <a:pPr marL="0" marR="0" lvl="0" indent="0" algn="ctr" rtl="0">
                        <a:spcBef>
                          <a:spcPts val="0"/>
                        </a:spcBef>
                        <a:spcAft>
                          <a:spcPts val="0"/>
                        </a:spcAft>
                        <a:buNone/>
                      </a:pPr>
                      <a:r>
                        <a:rPr lang="ko-KR" sz="800" b="1" u="none" strike="noStrike" cap="none">
                          <a:solidFill>
                            <a:srgbClr val="0070C0"/>
                          </a:solidFill>
                          <a:latin typeface="Times New Roman" pitchFamily="18" charset="0"/>
                          <a:ea typeface="Nanum Gothic"/>
                          <a:cs typeface="Times New Roman" pitchFamily="18" charset="0"/>
                          <a:sym typeface="Nanum Gothic"/>
                        </a:rPr>
                        <a:t>8</a:t>
                      </a:r>
                      <a:endParaRPr sz="800" b="1" u="none" strike="noStrike" cap="none">
                        <a:solidFill>
                          <a:srgbClr val="0070C0"/>
                        </a:solidFill>
                        <a:latin typeface="Times New Roman" pitchFamily="18" charset="0"/>
                        <a:ea typeface="Nanum Gothic"/>
                        <a:cs typeface="Times New Roman" pitchFamily="18" charset="0"/>
                        <a:sym typeface="Nanum Gothic"/>
                      </a:endParaRPr>
                    </a:p>
                  </a:txBody>
                  <a:tcPr marL="0" marR="0" marT="360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88900" marR="0" lvl="0" indent="-88900" algn="l" defTabSz="914400" rtl="0" eaLnBrk="1" fontAlgn="auto" latinLnBrk="0" hangingPunct="1">
                        <a:lnSpc>
                          <a:spcPct val="100000"/>
                        </a:lnSpc>
                        <a:spcBef>
                          <a:spcPts val="0"/>
                        </a:spcBef>
                        <a:spcAft>
                          <a:spcPts val="0"/>
                        </a:spcAft>
                        <a:buClr>
                          <a:schemeClr val="dk1"/>
                        </a:buClr>
                        <a:buSzPts val="900"/>
                        <a:buFont typeface="Arial"/>
                        <a:buChar char="•"/>
                        <a:tabLst/>
                        <a:defRPr/>
                      </a:pPr>
                      <a:r>
                        <a:rPr lang="vi-VN" altLang="ko-KR" sz="800" b="0" u="none" strike="noStrike" cap="none" smtClean="0">
                          <a:solidFill>
                            <a:schemeClr val="dk1"/>
                          </a:solidFill>
                          <a:latin typeface="Times New Roman" pitchFamily="18" charset="0"/>
                          <a:ea typeface="Nanum Gothic"/>
                          <a:cs typeface="Times New Roman" pitchFamily="18" charset="0"/>
                          <a:sym typeface="Nanum Gothic"/>
                        </a:rPr>
                        <a:t>Button active khi có</a:t>
                      </a:r>
                      <a:r>
                        <a:rPr lang="vi-VN" altLang="ko-KR" sz="800" b="0" u="none" strike="noStrike" cap="none" baseline="0" smtClean="0">
                          <a:solidFill>
                            <a:schemeClr val="dk1"/>
                          </a:solidFill>
                          <a:latin typeface="Times New Roman" pitchFamily="18" charset="0"/>
                          <a:ea typeface="Nanum Gothic"/>
                          <a:cs typeface="Times New Roman" pitchFamily="18" charset="0"/>
                          <a:sym typeface="Nanum Gothic"/>
                        </a:rPr>
                        <a:t> ít nhất 1 kết quả được chọn</a:t>
                      </a:r>
                      <a:r>
                        <a:rPr lang="vi-VN" altLang="ko-KR" sz="800" b="0" u="none" strike="noStrike" cap="none" smtClean="0">
                          <a:solidFill>
                            <a:schemeClr val="dk1"/>
                          </a:solidFill>
                          <a:latin typeface="Times New Roman" pitchFamily="18" charset="0"/>
                          <a:ea typeface="Nanum Gothic"/>
                          <a:cs typeface="Times New Roman" pitchFamily="18" charset="0"/>
                          <a:sym typeface="Nanum Gothic"/>
                        </a:rPr>
                        <a:t> / Khi</a:t>
                      </a:r>
                      <a:r>
                        <a:rPr lang="vi-VN" altLang="ko-KR" sz="800" b="0" u="none" strike="noStrike" cap="none" baseline="0" smtClean="0">
                          <a:solidFill>
                            <a:schemeClr val="dk1"/>
                          </a:solidFill>
                          <a:latin typeface="Times New Roman" pitchFamily="18" charset="0"/>
                          <a:ea typeface="Nanum Gothic"/>
                          <a:cs typeface="Times New Roman" pitchFamily="18" charset="0"/>
                          <a:sym typeface="Nanum Gothic"/>
                        </a:rPr>
                        <a:t> bấm button thì hiển thị cảnh báo.</a:t>
                      </a:r>
                      <a:endParaRPr sz="800" b="0" u="none" strike="noStrike" cap="none">
                        <a:solidFill>
                          <a:schemeClr val="dk1"/>
                        </a:solidFill>
                        <a:latin typeface="Times New Roman" pitchFamily="18" charset="0"/>
                        <a:ea typeface="Nanum Gothic"/>
                        <a:cs typeface="Times New Roman" pitchFamily="18" charset="0"/>
                        <a:sym typeface="Nanum Gothic"/>
                      </a:endParaRPr>
                    </a:p>
                    <a:p>
                      <a:pPr marL="88900" marR="0" lvl="0" indent="-88900" algn="l" rtl="0">
                        <a:lnSpc>
                          <a:spcPct val="100000"/>
                        </a:lnSpc>
                        <a:spcBef>
                          <a:spcPts val="0"/>
                        </a:spcBef>
                        <a:spcAft>
                          <a:spcPts val="0"/>
                        </a:spcAft>
                        <a:buClr>
                          <a:schemeClr val="dk1"/>
                        </a:buClr>
                        <a:buSzPts val="900"/>
                        <a:buFont typeface="Arial"/>
                        <a:buChar char="•"/>
                      </a:pP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Chỉ</a:t>
                      </a:r>
                      <a:r>
                        <a:rPr lang="en-US" altLang="ko-KR" sz="800" b="0" u="none" strike="noStrike" cap="none" baseline="0" smtClean="0">
                          <a:solidFill>
                            <a:schemeClr val="dk1"/>
                          </a:solidFill>
                          <a:latin typeface="Times New Roman" pitchFamily="18" charset="0"/>
                          <a:ea typeface="Nanum Gothic"/>
                          <a:cs typeface="Times New Roman" pitchFamily="18" charset="0"/>
                          <a:sym typeface="Nanum Gothic"/>
                        </a:rPr>
                        <a:t> những vé “</a:t>
                      </a: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Sử dụng xong”</a:t>
                      </a:r>
                      <a:r>
                        <a:rPr lang="ko-KR" sz="800" b="0" u="none" strike="noStrike" cap="none" smtClean="0">
                          <a:solidFill>
                            <a:schemeClr val="dk1"/>
                          </a:solidFill>
                          <a:latin typeface="Times New Roman" pitchFamily="18" charset="0"/>
                          <a:ea typeface="Nanum Gothic"/>
                          <a:cs typeface="Times New Roman" pitchFamily="18" charset="0"/>
                          <a:sym typeface="Nanum Gothic"/>
                        </a:rPr>
                        <a:t>, </a:t>
                      </a: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“Đang yêu cầu hoàn tiền” mới</a:t>
                      </a:r>
                      <a:r>
                        <a:rPr lang="en-US" altLang="ko-KR" sz="800" b="0" u="none" strike="noStrike" cap="none" baseline="0" smtClean="0">
                          <a:solidFill>
                            <a:schemeClr val="dk1"/>
                          </a:solidFill>
                          <a:latin typeface="Times New Roman" pitchFamily="18" charset="0"/>
                          <a:ea typeface="Nanum Gothic"/>
                          <a:cs typeface="Times New Roman" pitchFamily="18" charset="0"/>
                          <a:sym typeface="Nanum Gothic"/>
                        </a:rPr>
                        <a:t> có thể xử lý khôi phục.</a:t>
                      </a:r>
                      <a:endParaRPr sz="800" b="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r>
              <a:tr h="497175">
                <a:tc>
                  <a:txBody>
                    <a:bodyPr/>
                    <a:lstStyle/>
                    <a:p>
                      <a:pPr marL="0" marR="0" lvl="0" indent="0" algn="ctr" rtl="0">
                        <a:spcBef>
                          <a:spcPts val="0"/>
                        </a:spcBef>
                        <a:spcAft>
                          <a:spcPts val="0"/>
                        </a:spcAft>
                        <a:buNone/>
                      </a:pPr>
                      <a:endParaRPr sz="800" b="1" u="none" strike="noStrike" cap="none">
                        <a:solidFill>
                          <a:srgbClr val="0070C0"/>
                        </a:solidFill>
                        <a:latin typeface="Times New Roman" pitchFamily="18" charset="0"/>
                        <a:ea typeface="Nanum Gothic"/>
                        <a:cs typeface="Times New Roman" pitchFamily="18" charset="0"/>
                        <a:sym typeface="Nanum Gothic"/>
                      </a:endParaRPr>
                    </a:p>
                  </a:txBody>
                  <a:tcPr marL="0" marR="0" marT="360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900"/>
                        <a:buFont typeface="Arial"/>
                        <a:buNone/>
                      </a:pPr>
                      <a:r>
                        <a:rPr lang="ko-KR" sz="800" b="1" u="none" strike="noStrike" cap="none" smtClean="0">
                          <a:solidFill>
                            <a:schemeClr val="dk1"/>
                          </a:solidFill>
                          <a:latin typeface="Times New Roman" pitchFamily="18" charset="0"/>
                          <a:ea typeface="Nanum Gothic"/>
                          <a:cs typeface="Times New Roman" pitchFamily="18" charset="0"/>
                          <a:sym typeface="Nanum Gothic"/>
                        </a:rPr>
                        <a:t>[</a:t>
                      </a:r>
                      <a:r>
                        <a:rPr lang="en-US" altLang="ko-KR" sz="800" b="1" u="none" strike="noStrike" cap="none" smtClean="0">
                          <a:solidFill>
                            <a:schemeClr val="dk1"/>
                          </a:solidFill>
                          <a:latin typeface="Times New Roman" pitchFamily="18" charset="0"/>
                          <a:ea typeface="Nanum Gothic"/>
                          <a:cs typeface="Times New Roman" pitchFamily="18" charset="0"/>
                          <a:sym typeface="Nanum Gothic"/>
                        </a:rPr>
                        <a:t>Khi</a:t>
                      </a:r>
                      <a:r>
                        <a:rPr lang="en-US" altLang="ko-KR" sz="800" b="1" u="none" strike="noStrike" cap="none" baseline="0" smtClean="0">
                          <a:solidFill>
                            <a:schemeClr val="dk1"/>
                          </a:solidFill>
                          <a:latin typeface="Times New Roman" pitchFamily="18" charset="0"/>
                          <a:ea typeface="Nanum Gothic"/>
                          <a:cs typeface="Times New Roman" pitchFamily="18" charset="0"/>
                          <a:sym typeface="Nanum Gothic"/>
                        </a:rPr>
                        <a:t> có ít nhất 1 vé “</a:t>
                      </a:r>
                      <a:r>
                        <a:rPr lang="en-US" altLang="ko-KR" sz="800" b="1" u="none" strike="noStrike" cap="none" smtClean="0">
                          <a:solidFill>
                            <a:schemeClr val="dk1"/>
                          </a:solidFill>
                          <a:latin typeface="Times New Roman" pitchFamily="18" charset="0"/>
                          <a:ea typeface="Nanum Gothic"/>
                          <a:cs typeface="Times New Roman" pitchFamily="18" charset="0"/>
                          <a:sym typeface="Nanum Gothic"/>
                        </a:rPr>
                        <a:t>Sử dụng xong”</a:t>
                      </a:r>
                      <a:r>
                        <a:rPr lang="ko-KR" sz="800" b="1" u="none" strike="noStrike" cap="none" smtClean="0">
                          <a:solidFill>
                            <a:schemeClr val="dk1"/>
                          </a:solidFill>
                          <a:latin typeface="Times New Roman" pitchFamily="18" charset="0"/>
                          <a:ea typeface="Nanum Gothic"/>
                          <a:cs typeface="Times New Roman" pitchFamily="18" charset="0"/>
                          <a:sym typeface="Nanum Gothic"/>
                        </a:rPr>
                        <a:t> </a:t>
                      </a:r>
                      <a:r>
                        <a:rPr lang="en-US" altLang="ko-KR" sz="800" b="1" u="none" strike="noStrike" cap="none" smtClean="0">
                          <a:solidFill>
                            <a:schemeClr val="dk1"/>
                          </a:solidFill>
                          <a:latin typeface="Times New Roman" pitchFamily="18" charset="0"/>
                          <a:ea typeface="Nanum Gothic"/>
                          <a:cs typeface="Times New Roman" pitchFamily="18" charset="0"/>
                          <a:sym typeface="Nanum Gothic"/>
                        </a:rPr>
                        <a:t>hoặc</a:t>
                      </a:r>
                      <a:r>
                        <a:rPr lang="ko-KR" sz="800" b="1" u="none" strike="noStrike" cap="none" smtClean="0">
                          <a:solidFill>
                            <a:schemeClr val="dk1"/>
                          </a:solidFill>
                          <a:latin typeface="Times New Roman" pitchFamily="18" charset="0"/>
                          <a:ea typeface="Nanum Gothic"/>
                          <a:cs typeface="Times New Roman" pitchFamily="18" charset="0"/>
                          <a:sym typeface="Nanum Gothic"/>
                        </a:rPr>
                        <a:t> </a:t>
                      </a:r>
                      <a:r>
                        <a:rPr lang="en-US" altLang="ko-KR" sz="800" b="1" u="none" strike="noStrike" cap="none" smtClean="0">
                          <a:solidFill>
                            <a:schemeClr val="dk1"/>
                          </a:solidFill>
                          <a:latin typeface="Times New Roman" pitchFamily="18" charset="0"/>
                          <a:ea typeface="Nanum Gothic"/>
                          <a:cs typeface="Times New Roman" pitchFamily="18" charset="0"/>
                          <a:sym typeface="Nanum Gothic"/>
                        </a:rPr>
                        <a:t>“Đang yêu cầu hoàn tiền”</a:t>
                      </a:r>
                      <a:r>
                        <a:rPr lang="ko-KR" sz="800" b="1" u="none" strike="noStrike" cap="none" smtClean="0">
                          <a:solidFill>
                            <a:schemeClr val="dk1"/>
                          </a:solidFill>
                          <a:latin typeface="Times New Roman" pitchFamily="18" charset="0"/>
                          <a:ea typeface="Nanum Gothic"/>
                          <a:cs typeface="Times New Roman" pitchFamily="18" charset="0"/>
                          <a:sym typeface="Nanum Gothic"/>
                        </a:rPr>
                        <a:t>]</a:t>
                      </a:r>
                      <a:endParaRPr sz="800">
                        <a:latin typeface="Times New Roman" pitchFamily="18" charset="0"/>
                        <a:cs typeface="Times New Roman" pitchFamily="18" charset="0"/>
                      </a:endParaRPr>
                    </a:p>
                    <a:p>
                      <a:pPr marL="0" marR="0" lvl="0" indent="0" algn="l" rtl="0">
                        <a:lnSpc>
                          <a:spcPct val="100000"/>
                        </a:lnSpc>
                        <a:spcBef>
                          <a:spcPts val="0"/>
                        </a:spcBef>
                        <a:spcAft>
                          <a:spcPts val="0"/>
                        </a:spcAft>
                        <a:buClr>
                          <a:schemeClr val="dk1"/>
                        </a:buClr>
                        <a:buSzPts val="900"/>
                        <a:buFont typeface="Arial"/>
                        <a:buNone/>
                      </a:pPr>
                      <a:endParaRPr lang="en-US" sz="800" b="1" u="none" strike="noStrike" cap="none" smtClean="0">
                        <a:solidFill>
                          <a:schemeClr val="dk1"/>
                        </a:solidFill>
                        <a:latin typeface="Times New Roman" pitchFamily="18" charset="0"/>
                        <a:ea typeface="Nanum Gothic"/>
                        <a:cs typeface="Times New Roman" pitchFamily="18" charset="0"/>
                        <a:sym typeface="Nanum Gothic"/>
                      </a:endParaRPr>
                    </a:p>
                    <a:p>
                      <a:pPr marL="0" marR="0" lvl="0" indent="0" algn="l" rtl="0">
                        <a:lnSpc>
                          <a:spcPct val="100000"/>
                        </a:lnSpc>
                        <a:spcBef>
                          <a:spcPts val="0"/>
                        </a:spcBef>
                        <a:spcAft>
                          <a:spcPts val="0"/>
                        </a:spcAft>
                        <a:buClr>
                          <a:schemeClr val="dk1"/>
                        </a:buClr>
                        <a:buSzPts val="900"/>
                        <a:buFont typeface="Arial"/>
                        <a:buNone/>
                      </a:pPr>
                      <a:endParaRPr sz="800" b="1" u="none" strike="noStrike" cap="none">
                        <a:solidFill>
                          <a:schemeClr val="dk1"/>
                        </a:solidFill>
                        <a:latin typeface="Times New Roman" pitchFamily="18" charset="0"/>
                        <a:ea typeface="Nanum Gothic"/>
                        <a:cs typeface="Times New Roman" pitchFamily="18" charset="0"/>
                        <a:sym typeface="Nanum Gothic"/>
                      </a:endParaRPr>
                    </a:p>
                    <a:p>
                      <a:pPr marL="0" marR="0" lvl="0" indent="0" algn="l" rtl="0">
                        <a:lnSpc>
                          <a:spcPct val="100000"/>
                        </a:lnSpc>
                        <a:spcBef>
                          <a:spcPts val="0"/>
                        </a:spcBef>
                        <a:spcAft>
                          <a:spcPts val="0"/>
                        </a:spcAft>
                        <a:buClr>
                          <a:schemeClr val="dk1"/>
                        </a:buClr>
                        <a:buSzPts val="900"/>
                        <a:buFont typeface="Arial"/>
                        <a:buNone/>
                      </a:pPr>
                      <a:endParaRPr sz="800" b="1" u="none" strike="noStrike" cap="none">
                        <a:solidFill>
                          <a:schemeClr val="dk1"/>
                        </a:solidFill>
                        <a:latin typeface="Times New Roman" pitchFamily="18" charset="0"/>
                        <a:ea typeface="Nanum Gothic"/>
                        <a:cs typeface="Times New Roman" pitchFamily="18" charset="0"/>
                        <a:sym typeface="Nanum Gothic"/>
                      </a:endParaRPr>
                    </a:p>
                    <a:p>
                      <a:pPr marL="0" marR="0" lvl="0" indent="0" algn="l" rtl="0">
                        <a:lnSpc>
                          <a:spcPct val="100000"/>
                        </a:lnSpc>
                        <a:spcBef>
                          <a:spcPts val="0"/>
                        </a:spcBef>
                        <a:spcAft>
                          <a:spcPts val="0"/>
                        </a:spcAft>
                        <a:buClr>
                          <a:schemeClr val="dk1"/>
                        </a:buClr>
                        <a:buSzPts val="900"/>
                        <a:buFont typeface="Arial"/>
                        <a:buNone/>
                      </a:pPr>
                      <a:endParaRPr sz="800" b="1" u="none" strike="noStrike" cap="none">
                        <a:solidFill>
                          <a:schemeClr val="dk1"/>
                        </a:solidFill>
                        <a:latin typeface="Times New Roman" pitchFamily="18" charset="0"/>
                        <a:ea typeface="Nanum Gothic"/>
                        <a:cs typeface="Times New Roman" pitchFamily="18" charset="0"/>
                        <a:sym typeface="Nanum Gothic"/>
                      </a:endParaRPr>
                    </a:p>
                    <a:p>
                      <a:pPr marL="0" marR="0" lvl="0" indent="0" algn="l" rtl="0">
                        <a:lnSpc>
                          <a:spcPct val="100000"/>
                        </a:lnSpc>
                        <a:spcBef>
                          <a:spcPts val="0"/>
                        </a:spcBef>
                        <a:spcAft>
                          <a:spcPts val="0"/>
                        </a:spcAft>
                        <a:buClr>
                          <a:schemeClr val="dk1"/>
                        </a:buClr>
                        <a:buSzPts val="900"/>
                        <a:buFont typeface="Arial"/>
                        <a:buNone/>
                      </a:pPr>
                      <a:endParaRPr sz="800" b="1" u="none" strike="noStrike" cap="none">
                        <a:solidFill>
                          <a:schemeClr val="dk1"/>
                        </a:solidFill>
                        <a:latin typeface="Times New Roman" pitchFamily="18" charset="0"/>
                        <a:ea typeface="Nanum Gothic"/>
                        <a:cs typeface="Times New Roman" pitchFamily="18" charset="0"/>
                        <a:sym typeface="Nanum Gothic"/>
                      </a:endParaRPr>
                    </a:p>
                    <a:p>
                      <a:pPr marL="0" marR="0" lvl="0" indent="0" algn="l" rtl="0">
                        <a:lnSpc>
                          <a:spcPct val="100000"/>
                        </a:lnSpc>
                        <a:spcBef>
                          <a:spcPts val="0"/>
                        </a:spcBef>
                        <a:spcAft>
                          <a:spcPts val="0"/>
                        </a:spcAft>
                        <a:buClr>
                          <a:schemeClr val="dk1"/>
                        </a:buClr>
                        <a:buSzPts val="900"/>
                        <a:buFont typeface="Arial"/>
                        <a:buNone/>
                      </a:pPr>
                      <a:endParaRPr sz="800" b="1" u="none" strike="noStrike" cap="none">
                        <a:solidFill>
                          <a:schemeClr val="dk1"/>
                        </a:solidFill>
                        <a:latin typeface="Times New Roman" pitchFamily="18" charset="0"/>
                        <a:ea typeface="Nanum Gothic"/>
                        <a:cs typeface="Times New Roman" pitchFamily="18" charset="0"/>
                        <a:sym typeface="Nanum Gothic"/>
                      </a:endParaRPr>
                    </a:p>
                    <a:p>
                      <a:pPr marL="88900" marR="0" lvl="0" indent="-88900" algn="l" rtl="0">
                        <a:lnSpc>
                          <a:spcPct val="100000"/>
                        </a:lnSpc>
                        <a:spcBef>
                          <a:spcPts val="0"/>
                        </a:spcBef>
                        <a:spcAft>
                          <a:spcPts val="0"/>
                        </a:spcAft>
                        <a:buClr>
                          <a:schemeClr val="dk1"/>
                        </a:buClr>
                        <a:buSzPts val="900"/>
                        <a:buFont typeface="Arial"/>
                        <a:buChar char="•"/>
                      </a:pPr>
                      <a:r>
                        <a:rPr lang="vi-VN" altLang="ko-KR" sz="800" b="0" u="none" strike="noStrike" cap="none" smtClean="0">
                          <a:solidFill>
                            <a:schemeClr val="dk1"/>
                          </a:solidFill>
                          <a:latin typeface="Times New Roman" pitchFamily="18" charset="0"/>
                          <a:ea typeface="Nanum Gothic"/>
                          <a:cs typeface="Times New Roman" pitchFamily="18" charset="0"/>
                          <a:sym typeface="Nanum Gothic"/>
                        </a:rPr>
                        <a:t>OK : Chỉ xử lý khôi phục những vé "Sử dụng xong" hoặc "Đang yêu cầu hoàn tiền" rồi refresh màn hình. Những vé được xử lý khôi phục sẽ biến mất trên tab này và di chuyển đến tab tương ứng với trạng thái vé.</a:t>
                      </a:r>
                      <a:endParaRPr sz="800" b="0" u="none" strike="noStrike" cap="none">
                        <a:solidFill>
                          <a:schemeClr val="dk1"/>
                        </a:solidFill>
                        <a:latin typeface="Times New Roman" pitchFamily="18" charset="0"/>
                        <a:ea typeface="Nanum Gothic"/>
                        <a:cs typeface="Times New Roman" pitchFamily="18" charset="0"/>
                        <a:sym typeface="Nanum Gothic"/>
                      </a:endParaRPr>
                    </a:p>
                    <a:p>
                      <a:pPr marL="88900" marR="0" lvl="0" indent="-88900" algn="l" rtl="0">
                        <a:lnSpc>
                          <a:spcPct val="100000"/>
                        </a:lnSpc>
                        <a:spcBef>
                          <a:spcPts val="0"/>
                        </a:spcBef>
                        <a:spcAft>
                          <a:spcPts val="0"/>
                        </a:spcAft>
                        <a:buClr>
                          <a:schemeClr val="dk1"/>
                        </a:buClr>
                        <a:buSzPts val="900"/>
                        <a:buFont typeface="Arial"/>
                        <a:buChar char="•"/>
                      </a:pP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Cancel</a:t>
                      </a:r>
                      <a:r>
                        <a:rPr lang="ko-KR" sz="800" b="0" u="none" strike="noStrike" cap="none" smtClean="0">
                          <a:solidFill>
                            <a:schemeClr val="dk1"/>
                          </a:solidFill>
                          <a:latin typeface="Times New Roman" pitchFamily="18" charset="0"/>
                          <a:ea typeface="Nanum Gothic"/>
                          <a:cs typeface="Times New Roman" pitchFamily="18" charset="0"/>
                          <a:sym typeface="Nanum Gothic"/>
                        </a:rPr>
                        <a:t> </a:t>
                      </a:r>
                      <a:r>
                        <a:rPr lang="ko-KR" sz="800" b="0" u="none" strike="noStrike" cap="none">
                          <a:solidFill>
                            <a:schemeClr val="dk1"/>
                          </a:solidFill>
                          <a:latin typeface="Times New Roman" pitchFamily="18" charset="0"/>
                          <a:ea typeface="Nanum Gothic"/>
                          <a:cs typeface="Times New Roman" pitchFamily="18" charset="0"/>
                          <a:sym typeface="Nanum Gothic"/>
                        </a:rPr>
                        <a:t>: </a:t>
                      </a: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Đóng</a:t>
                      </a:r>
                      <a:r>
                        <a:rPr lang="en-US" altLang="ko-KR" sz="800" b="0" u="none" strike="noStrike" cap="none" baseline="0" smtClean="0">
                          <a:solidFill>
                            <a:schemeClr val="dk1"/>
                          </a:solidFill>
                          <a:latin typeface="Times New Roman" pitchFamily="18" charset="0"/>
                          <a:ea typeface="Nanum Gothic"/>
                          <a:cs typeface="Times New Roman" pitchFamily="18" charset="0"/>
                          <a:sym typeface="Nanum Gothic"/>
                        </a:rPr>
                        <a:t> cảnh báo thôi.</a:t>
                      </a:r>
                      <a:endParaRPr sz="800" b="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36000" marB="360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r>
              <a:tr h="497175">
                <a:tc>
                  <a:txBody>
                    <a:bodyPr/>
                    <a:lstStyle/>
                    <a:p>
                      <a:pPr marL="0" marR="0" lvl="0" indent="0" algn="ctr" rtl="0">
                        <a:spcBef>
                          <a:spcPts val="0"/>
                        </a:spcBef>
                        <a:spcAft>
                          <a:spcPts val="0"/>
                        </a:spcAft>
                        <a:buNone/>
                      </a:pPr>
                      <a:endParaRPr sz="800" b="1" u="none" strike="noStrike" cap="none">
                        <a:solidFill>
                          <a:srgbClr val="0070C0"/>
                        </a:solidFill>
                        <a:latin typeface="Times New Roman" pitchFamily="18" charset="0"/>
                        <a:ea typeface="Nanum Gothic"/>
                        <a:cs typeface="Times New Roman" pitchFamily="18" charset="0"/>
                        <a:sym typeface="Nanum Gothic"/>
                      </a:endParaRPr>
                    </a:p>
                  </a:txBody>
                  <a:tcPr marL="0" marR="0" marT="360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900"/>
                        <a:buFont typeface="Arial"/>
                        <a:buNone/>
                      </a:pPr>
                      <a:r>
                        <a:rPr lang="ko-KR" sz="800" b="1" u="none" strike="noStrike" cap="none" smtClean="0">
                          <a:solidFill>
                            <a:schemeClr val="dk1"/>
                          </a:solidFill>
                          <a:latin typeface="Times New Roman" pitchFamily="18" charset="0"/>
                          <a:ea typeface="Nanum Gothic"/>
                          <a:cs typeface="Times New Roman" pitchFamily="18" charset="0"/>
                          <a:sym typeface="Nanum Gothic"/>
                        </a:rPr>
                        <a:t>[</a:t>
                      </a:r>
                      <a:r>
                        <a:rPr lang="en-US" altLang="ko-KR" sz="800" b="1" u="none" strike="noStrike" cap="none" smtClean="0">
                          <a:solidFill>
                            <a:schemeClr val="dk1"/>
                          </a:solidFill>
                          <a:latin typeface="Times New Roman" pitchFamily="18" charset="0"/>
                          <a:ea typeface="Nanum Gothic"/>
                          <a:cs typeface="Times New Roman" pitchFamily="18" charset="0"/>
                          <a:sym typeface="Nanum Gothic"/>
                        </a:rPr>
                        <a:t>Khi k0 có</a:t>
                      </a:r>
                      <a:r>
                        <a:rPr lang="en-US" altLang="ko-KR" sz="800" b="1" u="none" strike="noStrike" cap="none" baseline="0" smtClean="0">
                          <a:solidFill>
                            <a:schemeClr val="dk1"/>
                          </a:solidFill>
                          <a:latin typeface="Times New Roman" pitchFamily="18" charset="0"/>
                          <a:ea typeface="Nanum Gothic"/>
                          <a:cs typeface="Times New Roman" pitchFamily="18" charset="0"/>
                          <a:sym typeface="Nanum Gothic"/>
                        </a:rPr>
                        <a:t> vé “</a:t>
                      </a:r>
                      <a:r>
                        <a:rPr lang="en-US" altLang="ko-KR" sz="800" b="1" u="none" strike="noStrike" cap="none" smtClean="0">
                          <a:solidFill>
                            <a:schemeClr val="dk1"/>
                          </a:solidFill>
                          <a:latin typeface="Times New Roman" pitchFamily="18" charset="0"/>
                          <a:ea typeface="Nanum Gothic"/>
                          <a:cs typeface="Times New Roman" pitchFamily="18" charset="0"/>
                          <a:sym typeface="Nanum Gothic"/>
                        </a:rPr>
                        <a:t>Sử dụng xong” hoặc “Đang yêu cầu hoàn tiền”</a:t>
                      </a:r>
                      <a:r>
                        <a:rPr lang="ko-KR" sz="800" b="1" u="none" strike="noStrike" cap="none" smtClean="0">
                          <a:solidFill>
                            <a:schemeClr val="dk1"/>
                          </a:solidFill>
                          <a:latin typeface="Times New Roman" pitchFamily="18" charset="0"/>
                          <a:ea typeface="Nanum Gothic"/>
                          <a:cs typeface="Times New Roman" pitchFamily="18" charset="0"/>
                          <a:sym typeface="Nanum Gothic"/>
                        </a:rPr>
                        <a:t>]</a:t>
                      </a:r>
                      <a:endParaRPr sz="800">
                        <a:latin typeface="Times New Roman" pitchFamily="18" charset="0"/>
                        <a:cs typeface="Times New Roman" pitchFamily="18" charset="0"/>
                      </a:endParaRPr>
                    </a:p>
                    <a:p>
                      <a:pPr marL="0" marR="0" lvl="0" indent="0" algn="l" rtl="0">
                        <a:lnSpc>
                          <a:spcPct val="100000"/>
                        </a:lnSpc>
                        <a:spcBef>
                          <a:spcPts val="0"/>
                        </a:spcBef>
                        <a:spcAft>
                          <a:spcPts val="0"/>
                        </a:spcAft>
                        <a:buClr>
                          <a:schemeClr val="dk1"/>
                        </a:buClr>
                        <a:buSzPts val="900"/>
                        <a:buFont typeface="Arial"/>
                        <a:buNone/>
                      </a:pPr>
                      <a:endParaRPr sz="800" b="1" u="none" strike="noStrike" cap="none">
                        <a:solidFill>
                          <a:schemeClr val="dk1"/>
                        </a:solidFill>
                        <a:latin typeface="Times New Roman" pitchFamily="18" charset="0"/>
                        <a:ea typeface="Nanum Gothic"/>
                        <a:cs typeface="Times New Roman" pitchFamily="18" charset="0"/>
                        <a:sym typeface="Nanum Gothic"/>
                      </a:endParaRPr>
                    </a:p>
                    <a:p>
                      <a:pPr marL="0" marR="0" lvl="0" indent="0" algn="l" rtl="0">
                        <a:lnSpc>
                          <a:spcPct val="100000"/>
                        </a:lnSpc>
                        <a:spcBef>
                          <a:spcPts val="0"/>
                        </a:spcBef>
                        <a:spcAft>
                          <a:spcPts val="0"/>
                        </a:spcAft>
                        <a:buClr>
                          <a:schemeClr val="dk1"/>
                        </a:buClr>
                        <a:buSzPts val="900"/>
                        <a:buFont typeface="Arial"/>
                        <a:buNone/>
                      </a:pPr>
                      <a:endParaRPr sz="800" b="1" u="none" strike="noStrike" cap="none">
                        <a:solidFill>
                          <a:schemeClr val="dk1"/>
                        </a:solidFill>
                        <a:latin typeface="Times New Roman" pitchFamily="18" charset="0"/>
                        <a:ea typeface="Nanum Gothic"/>
                        <a:cs typeface="Times New Roman" pitchFamily="18" charset="0"/>
                        <a:sym typeface="Nanum Gothic"/>
                      </a:endParaRPr>
                    </a:p>
                    <a:p>
                      <a:pPr marL="0" marR="0" lvl="0" indent="0" algn="l" rtl="0">
                        <a:lnSpc>
                          <a:spcPct val="100000"/>
                        </a:lnSpc>
                        <a:spcBef>
                          <a:spcPts val="0"/>
                        </a:spcBef>
                        <a:spcAft>
                          <a:spcPts val="0"/>
                        </a:spcAft>
                        <a:buClr>
                          <a:schemeClr val="dk1"/>
                        </a:buClr>
                        <a:buSzPts val="900"/>
                        <a:buFont typeface="Arial"/>
                        <a:buNone/>
                      </a:pPr>
                      <a:endParaRPr sz="800" b="1" u="none" strike="noStrike" cap="none">
                        <a:solidFill>
                          <a:schemeClr val="dk1"/>
                        </a:solidFill>
                        <a:latin typeface="Times New Roman" pitchFamily="18" charset="0"/>
                        <a:ea typeface="Nanum Gothic"/>
                        <a:cs typeface="Times New Roman" pitchFamily="18" charset="0"/>
                        <a:sym typeface="Nanum Gothic"/>
                      </a:endParaRPr>
                    </a:p>
                    <a:p>
                      <a:pPr marL="0" marR="0" lvl="0" indent="0" algn="l" rtl="0">
                        <a:lnSpc>
                          <a:spcPct val="100000"/>
                        </a:lnSpc>
                        <a:spcBef>
                          <a:spcPts val="0"/>
                        </a:spcBef>
                        <a:spcAft>
                          <a:spcPts val="0"/>
                        </a:spcAft>
                        <a:buClr>
                          <a:schemeClr val="dk1"/>
                        </a:buClr>
                        <a:buSzPts val="900"/>
                        <a:buFont typeface="Arial"/>
                        <a:buNone/>
                      </a:pPr>
                      <a:endParaRPr sz="800" b="1" u="none" strike="noStrike" cap="none">
                        <a:solidFill>
                          <a:schemeClr val="dk1"/>
                        </a:solidFill>
                        <a:latin typeface="Times New Roman" pitchFamily="18" charset="0"/>
                        <a:ea typeface="Nanum Gothic"/>
                        <a:cs typeface="Times New Roman" pitchFamily="18" charset="0"/>
                        <a:sym typeface="Nanum Gothic"/>
                      </a:endParaRPr>
                    </a:p>
                    <a:p>
                      <a:pPr marL="171450" marR="0" lvl="0" indent="-171450" algn="l" rtl="0">
                        <a:lnSpc>
                          <a:spcPct val="100000"/>
                        </a:lnSpc>
                        <a:spcBef>
                          <a:spcPts val="0"/>
                        </a:spcBef>
                        <a:spcAft>
                          <a:spcPts val="0"/>
                        </a:spcAft>
                        <a:buClr>
                          <a:schemeClr val="dk1"/>
                        </a:buClr>
                        <a:buSzPts val="900"/>
                        <a:buFont typeface="Arial"/>
                        <a:buChar char="•"/>
                      </a:pP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OK</a:t>
                      </a:r>
                      <a:r>
                        <a:rPr lang="ko-KR" sz="800" b="0" u="none" strike="noStrike" cap="none" smtClean="0">
                          <a:solidFill>
                            <a:schemeClr val="dk1"/>
                          </a:solidFill>
                          <a:latin typeface="Times New Roman" pitchFamily="18" charset="0"/>
                          <a:ea typeface="Nanum Gothic"/>
                          <a:cs typeface="Times New Roman" pitchFamily="18" charset="0"/>
                          <a:sym typeface="Nanum Gothic"/>
                        </a:rPr>
                        <a:t> </a:t>
                      </a:r>
                      <a:r>
                        <a:rPr lang="ko-KR" sz="800" b="0" u="none" strike="noStrike" cap="none">
                          <a:solidFill>
                            <a:schemeClr val="dk1"/>
                          </a:solidFill>
                          <a:latin typeface="Times New Roman" pitchFamily="18" charset="0"/>
                          <a:ea typeface="Nanum Gothic"/>
                          <a:cs typeface="Times New Roman" pitchFamily="18" charset="0"/>
                          <a:sym typeface="Nanum Gothic"/>
                        </a:rPr>
                        <a:t>: </a:t>
                      </a:r>
                      <a:r>
                        <a:rPr lang="en-US" altLang="ko-KR" sz="800" b="0" u="none" strike="noStrike" cap="none" smtClean="0">
                          <a:solidFill>
                            <a:schemeClr val="dk1"/>
                          </a:solidFill>
                          <a:latin typeface="Times New Roman" pitchFamily="18" charset="0"/>
                          <a:ea typeface="Nanum Gothic"/>
                          <a:cs typeface="Times New Roman" pitchFamily="18" charset="0"/>
                          <a:sym typeface="Nanum Gothic"/>
                        </a:rPr>
                        <a:t>Đóng</a:t>
                      </a:r>
                      <a:r>
                        <a:rPr lang="en-US" altLang="ko-KR" sz="800" b="0" u="none" strike="noStrike" cap="none" baseline="0" smtClean="0">
                          <a:solidFill>
                            <a:schemeClr val="dk1"/>
                          </a:solidFill>
                          <a:latin typeface="Times New Roman" pitchFamily="18" charset="0"/>
                          <a:ea typeface="Nanum Gothic"/>
                          <a:cs typeface="Times New Roman" pitchFamily="18" charset="0"/>
                          <a:sym typeface="Nanum Gothic"/>
                        </a:rPr>
                        <a:t> cảnh báo thôi.</a:t>
                      </a:r>
                      <a:endParaRPr sz="800" b="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36000" marB="360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r>
            </a:tbl>
          </a:graphicData>
        </a:graphic>
      </p:graphicFrame>
      <p:sp>
        <p:nvSpPr>
          <p:cNvPr id="101" name="Google Shape;580;p10"/>
          <p:cNvSpPr/>
          <p:nvPr/>
        </p:nvSpPr>
        <p:spPr>
          <a:xfrm>
            <a:off x="7656958" y="1772840"/>
            <a:ext cx="2041322" cy="471076"/>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36000" rIns="91425" bIns="45700" anchor="t" anchorCtr="0">
            <a:noAutofit/>
          </a:bodyPr>
          <a:lstStyle/>
          <a:p>
            <a:pPr lvl="0" algn="ctr"/>
            <a:r>
              <a:rPr lang="en-US" altLang="ko-KR" sz="800" smtClean="0">
                <a:solidFill>
                  <a:schemeClr val="dk1"/>
                </a:solidFill>
                <a:latin typeface="Times New Roman" pitchFamily="18" charset="0"/>
                <a:ea typeface="Nanum Gothic"/>
                <a:cs typeface="Times New Roman" pitchFamily="18" charset="0"/>
                <a:sym typeface="Nanum Gothic"/>
              </a:rPr>
              <a:t>Bạn muốn xử lý sử dụng N vé "Mua xong" </a:t>
            </a:r>
            <a:r>
              <a:rPr lang="en-US" altLang="ko-KR" sz="800" smtClean="0">
                <a:solidFill>
                  <a:schemeClr val="dk1"/>
                </a:solidFill>
                <a:latin typeface="Times New Roman" pitchFamily="18" charset="0"/>
                <a:ea typeface="Nanum Gothic"/>
                <a:cs typeface="Times New Roman" pitchFamily="18" charset="0"/>
                <a:sym typeface="Nanum Gothic"/>
              </a:rPr>
              <a:t>trong </a:t>
            </a:r>
            <a:r>
              <a:rPr lang="en-US" altLang="ko-KR" sz="800" smtClean="0">
                <a:solidFill>
                  <a:schemeClr val="dk1"/>
                </a:solidFill>
                <a:latin typeface="Times New Roman" pitchFamily="18" charset="0"/>
                <a:ea typeface="Nanum Gothic"/>
                <a:cs typeface="Times New Roman" pitchFamily="18" charset="0"/>
                <a:sym typeface="Nanum Gothic"/>
              </a:rPr>
              <a:t>N </a:t>
            </a:r>
            <a:r>
              <a:rPr lang="en-US" altLang="ko-KR" sz="800" smtClean="0">
                <a:solidFill>
                  <a:schemeClr val="dk1"/>
                </a:solidFill>
                <a:latin typeface="Times New Roman" pitchFamily="18" charset="0"/>
                <a:ea typeface="Nanum Gothic"/>
                <a:cs typeface="Times New Roman" pitchFamily="18" charset="0"/>
                <a:sym typeface="Nanum Gothic"/>
              </a:rPr>
              <a:t>vé?</a:t>
            </a:r>
            <a:endParaRPr sz="800">
              <a:solidFill>
                <a:schemeClr val="dk1"/>
              </a:solidFill>
              <a:latin typeface="Times New Roman" pitchFamily="18" charset="0"/>
              <a:ea typeface="Nanum Gothic"/>
              <a:cs typeface="Times New Roman" pitchFamily="18" charset="0"/>
              <a:sym typeface="Nanum Gothic"/>
            </a:endParaRPr>
          </a:p>
        </p:txBody>
      </p:sp>
      <p:sp>
        <p:nvSpPr>
          <p:cNvPr id="102" name="Google Shape;581;p10"/>
          <p:cNvSpPr/>
          <p:nvPr/>
        </p:nvSpPr>
        <p:spPr>
          <a:xfrm>
            <a:off x="7976511" y="2088659"/>
            <a:ext cx="699654" cy="172393"/>
          </a:xfrm>
          <a:prstGeom prst="rect">
            <a:avLst/>
          </a:prstGeom>
          <a:solidFill>
            <a:srgbClr val="366092"/>
          </a:solidFill>
          <a:ln w="9525" cap="flat" cmpd="sng">
            <a:solidFill>
              <a:srgbClr val="BFBFBF"/>
            </a:solidFill>
            <a:prstDash val="solid"/>
            <a:round/>
            <a:headEnd type="none" w="sm" len="sm"/>
            <a:tailEnd type="none" w="sm" len="sm"/>
          </a:ln>
        </p:spPr>
        <p:txBody>
          <a:bodyPr spcFirstLastPara="1" wrap="square" lIns="36000" tIns="45700" rIns="36000" bIns="72000" anchor="ctr" anchorCtr="1">
            <a:noAutofit/>
          </a:bodyPr>
          <a:lstStyle/>
          <a:p>
            <a:pPr marL="0" marR="0" lvl="0" indent="0" algn="ctr" rtl="0">
              <a:lnSpc>
                <a:spcPct val="150000"/>
              </a:lnSpc>
              <a:spcBef>
                <a:spcPts val="0"/>
              </a:spcBef>
              <a:spcAft>
                <a:spcPts val="0"/>
              </a:spcAft>
              <a:buNone/>
            </a:pPr>
            <a:r>
              <a:rPr lang="en-US" altLang="ko-KR" sz="800" b="1" smtClean="0">
                <a:solidFill>
                  <a:schemeClr val="lt1"/>
                </a:solidFill>
                <a:latin typeface="Times New Roman" pitchFamily="18" charset="0"/>
                <a:ea typeface="Nanum Gothic"/>
                <a:cs typeface="Times New Roman" pitchFamily="18" charset="0"/>
                <a:sym typeface="Nanum Gothic"/>
              </a:rPr>
              <a:t>OK</a:t>
            </a:r>
            <a:endParaRPr>
              <a:latin typeface="Times New Roman" pitchFamily="18" charset="0"/>
              <a:cs typeface="Times New Roman" pitchFamily="18" charset="0"/>
            </a:endParaRPr>
          </a:p>
        </p:txBody>
      </p:sp>
      <p:sp>
        <p:nvSpPr>
          <p:cNvPr id="103" name="Google Shape;582;p10"/>
          <p:cNvSpPr/>
          <p:nvPr/>
        </p:nvSpPr>
        <p:spPr>
          <a:xfrm>
            <a:off x="8704811" y="2086423"/>
            <a:ext cx="699654" cy="172393"/>
          </a:xfrm>
          <a:prstGeom prst="rect">
            <a:avLst/>
          </a:prstGeom>
          <a:solidFill>
            <a:srgbClr val="366092"/>
          </a:solidFill>
          <a:ln w="9525" cap="flat" cmpd="sng">
            <a:solidFill>
              <a:srgbClr val="BFBFBF"/>
            </a:solidFill>
            <a:prstDash val="solid"/>
            <a:round/>
            <a:headEnd type="none" w="sm" len="sm"/>
            <a:tailEnd type="none" w="sm" len="sm"/>
          </a:ln>
        </p:spPr>
        <p:txBody>
          <a:bodyPr spcFirstLastPara="1" wrap="square" lIns="36000" tIns="45700" rIns="36000" bIns="72000" anchor="ctr" anchorCtr="1">
            <a:noAutofit/>
          </a:bodyPr>
          <a:lstStyle/>
          <a:p>
            <a:pPr marL="0" marR="0" lvl="0" indent="0" algn="ctr" rtl="0">
              <a:lnSpc>
                <a:spcPct val="150000"/>
              </a:lnSpc>
              <a:spcBef>
                <a:spcPts val="0"/>
              </a:spcBef>
              <a:spcAft>
                <a:spcPts val="0"/>
              </a:spcAft>
              <a:buNone/>
            </a:pPr>
            <a:r>
              <a:rPr lang="en-US" sz="800" b="1" smtClean="0">
                <a:solidFill>
                  <a:schemeClr val="lt1"/>
                </a:solidFill>
                <a:latin typeface="Times New Roman" pitchFamily="18" charset="0"/>
                <a:ea typeface="Nanum Gothic"/>
                <a:cs typeface="Times New Roman" pitchFamily="18" charset="0"/>
                <a:sym typeface="Nanum Gothic"/>
              </a:rPr>
              <a:t>Cancel</a:t>
            </a:r>
            <a:endParaRPr>
              <a:latin typeface="Times New Roman" pitchFamily="18" charset="0"/>
              <a:cs typeface="Times New Roman" pitchFamily="18" charset="0"/>
            </a:endParaRPr>
          </a:p>
        </p:txBody>
      </p:sp>
      <p:sp>
        <p:nvSpPr>
          <p:cNvPr id="104" name="Google Shape;587;p10"/>
          <p:cNvSpPr/>
          <p:nvPr/>
        </p:nvSpPr>
        <p:spPr>
          <a:xfrm>
            <a:off x="7656958" y="3131747"/>
            <a:ext cx="2041322" cy="384542"/>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36000" rIns="91425" bIns="45700" anchor="t" anchorCtr="0">
            <a:noAutofit/>
          </a:bodyPr>
          <a:lstStyle/>
          <a:p>
            <a:pPr lvl="0" algn="ctr"/>
            <a:r>
              <a:rPr lang="en-US" altLang="ko-KR" sz="800" smtClean="0">
                <a:solidFill>
                  <a:schemeClr val="dk1"/>
                </a:solidFill>
                <a:latin typeface="Times New Roman" pitchFamily="18" charset="0"/>
                <a:ea typeface="Nanum Gothic"/>
                <a:cs typeface="Times New Roman" pitchFamily="18" charset="0"/>
                <a:sym typeface="Nanum Gothic"/>
              </a:rPr>
              <a:t>Chỉ vé "Mua xong" mới có thể xử lý sử dụng.</a:t>
            </a:r>
            <a:endParaRPr>
              <a:latin typeface="Times New Roman" pitchFamily="18" charset="0"/>
              <a:cs typeface="Times New Roman" pitchFamily="18" charset="0"/>
            </a:endParaRPr>
          </a:p>
        </p:txBody>
      </p:sp>
      <p:sp>
        <p:nvSpPr>
          <p:cNvPr id="105" name="Google Shape;588;p10"/>
          <p:cNvSpPr/>
          <p:nvPr/>
        </p:nvSpPr>
        <p:spPr>
          <a:xfrm>
            <a:off x="8281869" y="3287488"/>
            <a:ext cx="699654" cy="182557"/>
          </a:xfrm>
          <a:prstGeom prst="rect">
            <a:avLst/>
          </a:prstGeom>
          <a:solidFill>
            <a:srgbClr val="366092"/>
          </a:solidFill>
          <a:ln w="9525" cap="flat" cmpd="sng">
            <a:solidFill>
              <a:srgbClr val="BFBFBF"/>
            </a:solidFill>
            <a:prstDash val="solid"/>
            <a:round/>
            <a:headEnd type="none" w="sm" len="sm"/>
            <a:tailEnd type="none" w="sm" len="sm"/>
          </a:ln>
        </p:spPr>
        <p:txBody>
          <a:bodyPr spcFirstLastPara="1" wrap="square" lIns="36000" tIns="45700" rIns="36000" bIns="72000" anchor="ctr" anchorCtr="1">
            <a:noAutofit/>
          </a:bodyPr>
          <a:lstStyle/>
          <a:p>
            <a:pPr marL="0" marR="0" lvl="0" indent="0" algn="ctr" rtl="0">
              <a:lnSpc>
                <a:spcPct val="150000"/>
              </a:lnSpc>
              <a:spcBef>
                <a:spcPts val="0"/>
              </a:spcBef>
              <a:spcAft>
                <a:spcPts val="0"/>
              </a:spcAft>
              <a:buNone/>
            </a:pPr>
            <a:r>
              <a:rPr lang="en-US" altLang="ko-KR" sz="800" b="1" smtClean="0">
                <a:solidFill>
                  <a:schemeClr val="lt1"/>
                </a:solidFill>
                <a:latin typeface="Times New Roman" pitchFamily="18" charset="0"/>
                <a:ea typeface="Nanum Gothic"/>
                <a:cs typeface="Times New Roman" pitchFamily="18" charset="0"/>
                <a:sym typeface="Nanum Gothic"/>
              </a:rPr>
              <a:t>OK</a:t>
            </a:r>
            <a:endParaRPr>
              <a:latin typeface="Times New Roman" pitchFamily="18" charset="0"/>
              <a:cs typeface="Times New Roman" pitchFamily="18" charset="0"/>
            </a:endParaRPr>
          </a:p>
        </p:txBody>
      </p:sp>
      <p:sp>
        <p:nvSpPr>
          <p:cNvPr id="106" name="Google Shape;589;p10"/>
          <p:cNvSpPr/>
          <p:nvPr/>
        </p:nvSpPr>
        <p:spPr>
          <a:xfrm>
            <a:off x="7645845" y="4621452"/>
            <a:ext cx="2041322" cy="618787"/>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36000" rIns="91425" bIns="45700" anchor="t" anchorCtr="0">
            <a:noAutofit/>
          </a:bodyPr>
          <a:lstStyle/>
          <a:p>
            <a:pPr lvl="0" algn="ctr"/>
            <a:r>
              <a:rPr lang="en-US" altLang="ko-KR" sz="800" smtClean="0">
                <a:solidFill>
                  <a:schemeClr val="dk1"/>
                </a:solidFill>
                <a:latin typeface="Times New Roman" pitchFamily="18" charset="0"/>
                <a:ea typeface="Nanum Gothic"/>
                <a:cs typeface="Times New Roman" pitchFamily="18" charset="0"/>
                <a:sym typeface="Nanum Gothic"/>
              </a:rPr>
              <a:t>Bạn muốn xử lý khôi phục N vé "Sử dụng xong" hoặc "Đang yêu cầu hoàn tiền" trong N vé?</a:t>
            </a:r>
            <a:endParaRPr sz="800">
              <a:solidFill>
                <a:schemeClr val="dk1"/>
              </a:solidFill>
              <a:latin typeface="Times New Roman" pitchFamily="18" charset="0"/>
              <a:ea typeface="Nanum Gothic"/>
              <a:cs typeface="Times New Roman" pitchFamily="18" charset="0"/>
              <a:sym typeface="Nanum Gothic"/>
            </a:endParaRPr>
          </a:p>
        </p:txBody>
      </p:sp>
      <p:sp>
        <p:nvSpPr>
          <p:cNvPr id="107" name="Google Shape;590;p10"/>
          <p:cNvSpPr/>
          <p:nvPr/>
        </p:nvSpPr>
        <p:spPr>
          <a:xfrm>
            <a:off x="7965398" y="5066009"/>
            <a:ext cx="699654" cy="112390"/>
          </a:xfrm>
          <a:prstGeom prst="rect">
            <a:avLst/>
          </a:prstGeom>
          <a:solidFill>
            <a:srgbClr val="366092"/>
          </a:solidFill>
          <a:ln w="9525" cap="flat" cmpd="sng">
            <a:solidFill>
              <a:srgbClr val="BFBFBF"/>
            </a:solidFill>
            <a:prstDash val="solid"/>
            <a:round/>
            <a:headEnd type="none" w="sm" len="sm"/>
            <a:tailEnd type="none" w="sm" len="sm"/>
          </a:ln>
        </p:spPr>
        <p:txBody>
          <a:bodyPr spcFirstLastPara="1" wrap="square" lIns="36000" tIns="45700" rIns="36000" bIns="72000" anchor="ctr" anchorCtr="1">
            <a:noAutofit/>
          </a:bodyPr>
          <a:lstStyle/>
          <a:p>
            <a:pPr marL="0" marR="0" lvl="0" indent="0" algn="ctr" rtl="0">
              <a:lnSpc>
                <a:spcPct val="150000"/>
              </a:lnSpc>
              <a:spcBef>
                <a:spcPts val="0"/>
              </a:spcBef>
              <a:spcAft>
                <a:spcPts val="0"/>
              </a:spcAft>
              <a:buNone/>
            </a:pPr>
            <a:r>
              <a:rPr lang="en-US" altLang="ko-KR" sz="800" b="1" smtClean="0">
                <a:solidFill>
                  <a:schemeClr val="lt1"/>
                </a:solidFill>
                <a:latin typeface="Times New Roman" pitchFamily="18" charset="0"/>
                <a:ea typeface="Nanum Gothic"/>
                <a:cs typeface="Times New Roman" pitchFamily="18" charset="0"/>
                <a:sym typeface="Nanum Gothic"/>
              </a:rPr>
              <a:t>OK</a:t>
            </a:r>
            <a:endParaRPr>
              <a:latin typeface="Times New Roman" pitchFamily="18" charset="0"/>
              <a:cs typeface="Times New Roman" pitchFamily="18" charset="0"/>
            </a:endParaRPr>
          </a:p>
        </p:txBody>
      </p:sp>
      <p:sp>
        <p:nvSpPr>
          <p:cNvPr id="108" name="Google Shape;591;p10"/>
          <p:cNvSpPr/>
          <p:nvPr/>
        </p:nvSpPr>
        <p:spPr>
          <a:xfrm>
            <a:off x="8690522" y="5056995"/>
            <a:ext cx="699654" cy="112390"/>
          </a:xfrm>
          <a:prstGeom prst="rect">
            <a:avLst/>
          </a:prstGeom>
          <a:solidFill>
            <a:srgbClr val="366092"/>
          </a:solidFill>
          <a:ln w="9525" cap="flat" cmpd="sng">
            <a:solidFill>
              <a:srgbClr val="BFBFBF"/>
            </a:solidFill>
            <a:prstDash val="solid"/>
            <a:round/>
            <a:headEnd type="none" w="sm" len="sm"/>
            <a:tailEnd type="none" w="sm" len="sm"/>
          </a:ln>
        </p:spPr>
        <p:txBody>
          <a:bodyPr spcFirstLastPara="1" wrap="square" lIns="36000" tIns="45700" rIns="36000" bIns="72000" anchor="ctr" anchorCtr="1">
            <a:noAutofit/>
          </a:bodyPr>
          <a:lstStyle/>
          <a:p>
            <a:pPr marL="0" marR="0" lvl="0" indent="0" algn="ctr" rtl="0">
              <a:lnSpc>
                <a:spcPct val="150000"/>
              </a:lnSpc>
              <a:spcBef>
                <a:spcPts val="0"/>
              </a:spcBef>
              <a:spcAft>
                <a:spcPts val="0"/>
              </a:spcAft>
              <a:buNone/>
            </a:pPr>
            <a:r>
              <a:rPr lang="en-US" altLang="ko-KR" sz="800" b="1" smtClean="0">
                <a:solidFill>
                  <a:schemeClr val="lt1"/>
                </a:solidFill>
                <a:latin typeface="Times New Roman" pitchFamily="18" charset="0"/>
                <a:ea typeface="Nanum Gothic"/>
                <a:cs typeface="Times New Roman" pitchFamily="18" charset="0"/>
                <a:sym typeface="Nanum Gothic"/>
              </a:rPr>
              <a:t>Cancel</a:t>
            </a:r>
            <a:endParaRPr>
              <a:latin typeface="Times New Roman" pitchFamily="18" charset="0"/>
              <a:cs typeface="Times New Roman" pitchFamily="18" charset="0"/>
            </a:endParaRPr>
          </a:p>
        </p:txBody>
      </p:sp>
      <p:sp>
        <p:nvSpPr>
          <p:cNvPr id="109" name="Google Shape;592;p10"/>
          <p:cNvSpPr/>
          <p:nvPr/>
        </p:nvSpPr>
        <p:spPr>
          <a:xfrm>
            <a:off x="7645845" y="6390250"/>
            <a:ext cx="2041322" cy="472076"/>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36000" rIns="91425" bIns="45700" anchor="t" anchorCtr="0">
            <a:noAutofit/>
          </a:bodyPr>
          <a:lstStyle/>
          <a:p>
            <a:pPr lvl="0" algn="ctr"/>
            <a:r>
              <a:rPr lang="en-US" altLang="ko-KR" sz="800" smtClean="0">
                <a:solidFill>
                  <a:schemeClr val="dk1"/>
                </a:solidFill>
                <a:latin typeface="Times New Roman" pitchFamily="18" charset="0"/>
                <a:ea typeface="Nanum Gothic"/>
                <a:cs typeface="Times New Roman" pitchFamily="18" charset="0"/>
                <a:sym typeface="Nanum Gothic"/>
              </a:rPr>
              <a:t>Chỉ vé "Sử dụng xong" hoặc "Đang yêu cầu hoàn tiền" mới có thể xử lý khôi phục.</a:t>
            </a:r>
            <a:endParaRPr>
              <a:latin typeface="Times New Roman" pitchFamily="18" charset="0"/>
              <a:cs typeface="Times New Roman" pitchFamily="18" charset="0"/>
            </a:endParaRPr>
          </a:p>
        </p:txBody>
      </p:sp>
      <p:sp>
        <p:nvSpPr>
          <p:cNvPr id="110" name="Google Shape;593;p10"/>
          <p:cNvSpPr/>
          <p:nvPr/>
        </p:nvSpPr>
        <p:spPr>
          <a:xfrm>
            <a:off x="8281869" y="6677228"/>
            <a:ext cx="699654" cy="182557"/>
          </a:xfrm>
          <a:prstGeom prst="rect">
            <a:avLst/>
          </a:prstGeom>
          <a:solidFill>
            <a:srgbClr val="366092"/>
          </a:solidFill>
          <a:ln w="9525" cap="flat" cmpd="sng">
            <a:solidFill>
              <a:srgbClr val="BFBFBF"/>
            </a:solidFill>
            <a:prstDash val="solid"/>
            <a:round/>
            <a:headEnd type="none" w="sm" len="sm"/>
            <a:tailEnd type="none" w="sm" len="sm"/>
          </a:ln>
        </p:spPr>
        <p:txBody>
          <a:bodyPr spcFirstLastPara="1" wrap="square" lIns="36000" tIns="45700" rIns="36000" bIns="72000" anchor="ctr" anchorCtr="1">
            <a:noAutofit/>
          </a:bodyPr>
          <a:lstStyle/>
          <a:p>
            <a:pPr marL="0" marR="0" lvl="0" indent="0" algn="ctr" rtl="0">
              <a:lnSpc>
                <a:spcPct val="150000"/>
              </a:lnSpc>
              <a:spcBef>
                <a:spcPts val="0"/>
              </a:spcBef>
              <a:spcAft>
                <a:spcPts val="0"/>
              </a:spcAft>
              <a:buNone/>
            </a:pPr>
            <a:r>
              <a:rPr lang="en-US" altLang="ko-KR" sz="800" b="1" smtClean="0">
                <a:solidFill>
                  <a:schemeClr val="lt1"/>
                </a:solidFill>
                <a:latin typeface="Times New Roman" pitchFamily="18" charset="0"/>
                <a:ea typeface="Nanum Gothic"/>
                <a:cs typeface="Times New Roman" pitchFamily="18" charset="0"/>
                <a:sym typeface="Nanum Gothic"/>
              </a:rPr>
              <a:t>OK</a:t>
            </a:r>
            <a:endParaRPr>
              <a:latin typeface="Times New Roman" pitchFamily="18" charset="0"/>
              <a:cs typeface="Times New Roman" pitchFamily="18" charset="0"/>
            </a:endParaRPr>
          </a:p>
        </p:txBody>
      </p:sp>
    </p:spTree>
    <p:extLst>
      <p:ext uri="{BB962C8B-B14F-4D97-AF65-F5344CB8AC3E}">
        <p14:creationId xmlns="" xmlns:p14="http://schemas.microsoft.com/office/powerpoint/2010/main" val="2151363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11"/>
          <p:cNvSpPr txBox="1">
            <a:spLocks noGrp="1"/>
          </p:cNvSpPr>
          <p:nvPr>
            <p:ph type="title"/>
          </p:nvPr>
        </p:nvSpPr>
        <p:spPr>
          <a:xfrm>
            <a:off x="128464" y="27460"/>
            <a:ext cx="7957637" cy="52122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95959"/>
              </a:buClr>
              <a:buSzPts val="1600"/>
              <a:buFont typeface="Nanum Gothic"/>
              <a:buNone/>
            </a:pPr>
            <a:r>
              <a:rPr lang="en-US" altLang="ko-KR" smtClean="0">
                <a:latin typeface="Times New Roman" pitchFamily="18" charset="0"/>
                <a:ea typeface="Nanum Gothic"/>
                <a:cs typeface="Times New Roman" pitchFamily="18" charset="0"/>
                <a:sym typeface="Nanum Gothic"/>
              </a:rPr>
              <a:t>Main</a:t>
            </a:r>
            <a:r>
              <a:rPr lang="ko-KR" smtClean="0">
                <a:latin typeface="Times New Roman" pitchFamily="18" charset="0"/>
                <a:ea typeface="Nanum Gothic"/>
                <a:cs typeface="Times New Roman" pitchFamily="18" charset="0"/>
                <a:sym typeface="Nanum Gothic"/>
              </a:rPr>
              <a:t> </a:t>
            </a:r>
            <a:r>
              <a:rPr lang="ko-KR">
                <a:latin typeface="Times New Roman" pitchFamily="18" charset="0"/>
                <a:ea typeface="Nanum Gothic"/>
                <a:cs typeface="Times New Roman" pitchFamily="18" charset="0"/>
                <a:sym typeface="Nanum Gothic"/>
              </a:rPr>
              <a:t>&gt; </a:t>
            </a:r>
            <a:r>
              <a:rPr lang="vi-VN" altLang="ko-KR" smtClean="0">
                <a:latin typeface="Times New Roman" pitchFamily="18" charset="0"/>
                <a:ea typeface="Nanum Gothic"/>
                <a:cs typeface="Times New Roman" pitchFamily="18" charset="0"/>
                <a:sym typeface="Nanum Gothic"/>
              </a:rPr>
              <a:t>Quản lý đơn hàng</a:t>
            </a:r>
            <a:endParaRPr>
              <a:latin typeface="Times New Roman" pitchFamily="18" charset="0"/>
              <a:ea typeface="Nanum Gothic"/>
              <a:cs typeface="Times New Roman" pitchFamily="18" charset="0"/>
              <a:sym typeface="Nanum Gothic"/>
            </a:endParaRPr>
          </a:p>
        </p:txBody>
      </p:sp>
      <p:sp>
        <p:nvSpPr>
          <p:cNvPr id="600" name="Google Shape;600;p11"/>
          <p:cNvSpPr/>
          <p:nvPr/>
        </p:nvSpPr>
        <p:spPr>
          <a:xfrm>
            <a:off x="416496" y="710328"/>
            <a:ext cx="3456384" cy="5438141"/>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Nanum Gothic"/>
              <a:cs typeface="Times New Roman" pitchFamily="18" charset="0"/>
              <a:sym typeface="Nanum Gothic"/>
            </a:endParaRPr>
          </a:p>
        </p:txBody>
      </p:sp>
      <p:sp>
        <p:nvSpPr>
          <p:cNvPr id="601" name="Google Shape;601;p11"/>
          <p:cNvSpPr/>
          <p:nvPr/>
        </p:nvSpPr>
        <p:spPr>
          <a:xfrm>
            <a:off x="560512" y="1608383"/>
            <a:ext cx="3109400" cy="771621"/>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Nanum Gothic"/>
              <a:cs typeface="Times New Roman" pitchFamily="18" charset="0"/>
              <a:sym typeface="Nanum Gothic"/>
            </a:endParaRPr>
          </a:p>
        </p:txBody>
      </p:sp>
      <p:sp>
        <p:nvSpPr>
          <p:cNvPr id="602" name="Google Shape;602;p11"/>
          <p:cNvSpPr/>
          <p:nvPr/>
        </p:nvSpPr>
        <p:spPr>
          <a:xfrm>
            <a:off x="682594" y="2017470"/>
            <a:ext cx="2934795" cy="281848"/>
          </a:xfrm>
          <a:prstGeom prst="rect">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algn="ct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#Hôm nay</a:t>
            </a:r>
            <a:r>
              <a:rPr lang="ko-KR" altLang="en-US" sz="1000" b="1" smtClean="0">
                <a:solidFill>
                  <a:schemeClr val="tx1"/>
                </a:solidFill>
                <a:latin typeface="Times New Roman" pitchFamily="18" charset="0"/>
                <a:ea typeface="Nanum Gothic" panose="020D0604000000000000" pitchFamily="34" charset="-127"/>
                <a:cs typeface="Times New Roman" pitchFamily="18" charset="0"/>
              </a:rPr>
              <a:t> </a:t>
            </a: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#Toàn bộ kênh</a:t>
            </a:r>
            <a:r>
              <a:rPr lang="ko-KR" altLang="en-US" sz="1000" b="1" smtClean="0">
                <a:solidFill>
                  <a:schemeClr val="tx1"/>
                </a:solidFill>
                <a:latin typeface="Times New Roman" pitchFamily="18" charset="0"/>
                <a:ea typeface="Nanum Gothic" panose="020D0604000000000000" pitchFamily="34" charset="-127"/>
                <a:cs typeface="Times New Roman" pitchFamily="18" charset="0"/>
              </a:rPr>
              <a:t>  </a:t>
            </a:r>
            <a:r>
              <a:rPr lang="en-US" altLang="ko-KR" sz="1000" b="1" smtClean="0">
                <a:solidFill>
                  <a:schemeClr val="tx1"/>
                </a:solidFill>
                <a:latin typeface="Times New Roman" pitchFamily="18" charset="0"/>
                <a:ea typeface="Nanum Gothic" panose="020D0604000000000000" pitchFamily="34" charset="-127"/>
                <a:cs typeface="Times New Roman" pitchFamily="18" charset="0"/>
              </a:rPr>
              <a:t>#Toàn bộ NCC</a:t>
            </a:r>
            <a:endParaRPr lang="ko-KR" altLang="en-US" sz="1000" b="1" dirty="0">
              <a:solidFill>
                <a:schemeClr val="tx1"/>
              </a:solidFill>
              <a:latin typeface="Times New Roman" pitchFamily="18" charset="0"/>
              <a:ea typeface="Nanum Gothic" panose="020D0604000000000000" pitchFamily="34" charset="-127"/>
              <a:cs typeface="Times New Roman" pitchFamily="18" charset="0"/>
            </a:endParaRPr>
          </a:p>
        </p:txBody>
      </p:sp>
      <p:pic>
        <p:nvPicPr>
          <p:cNvPr id="603" name="Google Shape;603;p11"/>
          <p:cNvPicPr preferRelativeResize="0"/>
          <p:nvPr/>
        </p:nvPicPr>
        <p:blipFill rotWithShape="1">
          <a:blip r:embed="rId3">
            <a:alphaModFix/>
          </a:blip>
          <a:srcRect/>
          <a:stretch/>
        </p:blipFill>
        <p:spPr>
          <a:xfrm>
            <a:off x="469332" y="805122"/>
            <a:ext cx="291082" cy="291082"/>
          </a:xfrm>
          <a:prstGeom prst="rect">
            <a:avLst/>
          </a:prstGeom>
          <a:noFill/>
          <a:ln>
            <a:noFill/>
          </a:ln>
        </p:spPr>
      </p:pic>
      <p:sp>
        <p:nvSpPr>
          <p:cNvPr id="604" name="Google Shape;604;p11"/>
          <p:cNvSpPr/>
          <p:nvPr/>
        </p:nvSpPr>
        <p:spPr>
          <a:xfrm>
            <a:off x="560512" y="2725564"/>
            <a:ext cx="3172565" cy="116351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Malgun Gothic"/>
              <a:cs typeface="Times New Roman" pitchFamily="18" charset="0"/>
              <a:sym typeface="Malgun Gothic"/>
            </a:endParaRPr>
          </a:p>
        </p:txBody>
      </p:sp>
      <p:sp>
        <p:nvSpPr>
          <p:cNvPr id="605" name="Google Shape;605;p11"/>
          <p:cNvSpPr txBox="1"/>
          <p:nvPr/>
        </p:nvSpPr>
        <p:spPr>
          <a:xfrm>
            <a:off x="1208584" y="2752475"/>
            <a:ext cx="2448272" cy="11079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800" b="1" smtClean="0">
                <a:solidFill>
                  <a:schemeClr val="dk1"/>
                </a:solidFill>
                <a:latin typeface="Times New Roman" pitchFamily="18" charset="0"/>
                <a:ea typeface="Nanum Gothic"/>
                <a:cs typeface="Times New Roman" pitchFamily="18" charset="0"/>
                <a:sym typeface="Nanum Gothic"/>
              </a:rPr>
              <a:t>T-Bridge</a:t>
            </a:r>
            <a:r>
              <a:rPr lang="ko-KR" sz="800" b="1" smtClean="0">
                <a:solidFill>
                  <a:schemeClr val="dk1"/>
                </a:solidFill>
                <a:latin typeface="Times New Roman" pitchFamily="18" charset="0"/>
                <a:ea typeface="Nanum Gothic"/>
                <a:cs typeface="Times New Roman" pitchFamily="18" charset="0"/>
                <a:sym typeface="Nanum Gothic"/>
              </a:rPr>
              <a:t> </a:t>
            </a:r>
            <a:r>
              <a:rPr lang="ko-KR" sz="800" b="1">
                <a:solidFill>
                  <a:schemeClr val="dk1"/>
                </a:solidFill>
                <a:latin typeface="Times New Roman" pitchFamily="18" charset="0"/>
                <a:ea typeface="Nanum Gothic"/>
                <a:cs typeface="Times New Roman" pitchFamily="18" charset="0"/>
                <a:sym typeface="Nanum Gothic"/>
              </a:rPr>
              <a:t>: T123CD123451</a:t>
            </a:r>
            <a:endParaRPr sz="800" b="1">
              <a:solidFill>
                <a:schemeClr val="dk1"/>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en-US" altLang="ko-KR" sz="800" b="1" smtClean="0">
                <a:solidFill>
                  <a:schemeClr val="dk1"/>
                </a:solidFill>
                <a:latin typeface="Times New Roman" pitchFamily="18" charset="0"/>
                <a:ea typeface="Nanum Gothic"/>
                <a:cs typeface="Times New Roman" pitchFamily="18" charset="0"/>
                <a:sym typeface="Nanum Gothic"/>
              </a:rPr>
              <a:t>Gmarket</a:t>
            </a:r>
            <a:r>
              <a:rPr lang="ko-KR" sz="800" b="1" smtClean="0">
                <a:solidFill>
                  <a:schemeClr val="dk1"/>
                </a:solidFill>
                <a:latin typeface="Times New Roman" pitchFamily="18" charset="0"/>
                <a:ea typeface="Nanum Gothic"/>
                <a:cs typeface="Times New Roman" pitchFamily="18" charset="0"/>
                <a:sym typeface="Nanum Gothic"/>
              </a:rPr>
              <a:t>: </a:t>
            </a:r>
            <a:r>
              <a:rPr lang="ko-KR" sz="800" b="1">
                <a:solidFill>
                  <a:schemeClr val="dk1"/>
                </a:solidFill>
                <a:latin typeface="Times New Roman" pitchFamily="18" charset="0"/>
                <a:ea typeface="Nanum Gothic"/>
                <a:cs typeface="Times New Roman" pitchFamily="18" charset="0"/>
                <a:sym typeface="Nanum Gothic"/>
              </a:rPr>
              <a:t>P0909_111</a:t>
            </a:r>
            <a:endParaRPr>
              <a:latin typeface="Times New Roman" pitchFamily="18" charset="0"/>
              <a:cs typeface="Times New Roman" pitchFamily="18" charset="0"/>
            </a:endParaRPr>
          </a:p>
          <a:p>
            <a:pPr marL="0" marR="0" lvl="0" indent="0" algn="l" rtl="0">
              <a:spcBef>
                <a:spcPts val="0"/>
              </a:spcBef>
              <a:spcAft>
                <a:spcPts val="0"/>
              </a:spcAft>
              <a:buNone/>
            </a:pPr>
            <a:endParaRPr sz="800">
              <a:solidFill>
                <a:schemeClr val="dk1"/>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충주 미노스랩 힐링앤 사조리조트</a:t>
            </a:r>
            <a:endParaRPr sz="1000">
              <a:solidFill>
                <a:schemeClr val="dk1"/>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89.25M 객실 1박</a:t>
            </a:r>
            <a:endParaRPr sz="1000">
              <a:solidFill>
                <a:schemeClr val="dk1"/>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박근철 [ 010-222-2222 ]</a:t>
            </a:r>
            <a:endParaRPr>
              <a:latin typeface="Times New Roman" pitchFamily="18" charset="0"/>
              <a:cs typeface="Times New Roman" pitchFamily="18" charset="0"/>
            </a:endParaRPr>
          </a:p>
          <a:p>
            <a:pPr marL="0" marR="0" lvl="0" indent="0" algn="l" rtl="0">
              <a:spcBef>
                <a:spcPts val="0"/>
              </a:spcBef>
              <a:spcAft>
                <a:spcPts val="0"/>
              </a:spcAft>
              <a:buNone/>
            </a:pPr>
            <a:r>
              <a:rPr lang="en-US" altLang="ko-KR" sz="1000" smtClean="0">
                <a:solidFill>
                  <a:schemeClr val="dk1"/>
                </a:solidFill>
                <a:latin typeface="Times New Roman" pitchFamily="18" charset="0"/>
                <a:ea typeface="Nanum Gothic"/>
                <a:cs typeface="Times New Roman" pitchFamily="18" charset="0"/>
                <a:sym typeface="Nanum Gothic"/>
              </a:rPr>
              <a:t>Ngày mua</a:t>
            </a:r>
            <a:r>
              <a:rPr lang="ko-KR" sz="1000" smtClean="0">
                <a:solidFill>
                  <a:schemeClr val="dk1"/>
                </a:solidFill>
                <a:latin typeface="Times New Roman" pitchFamily="18" charset="0"/>
                <a:ea typeface="Nanum Gothic"/>
                <a:cs typeface="Times New Roman" pitchFamily="18" charset="0"/>
                <a:sym typeface="Nanum Gothic"/>
              </a:rPr>
              <a:t>: </a:t>
            </a:r>
            <a:r>
              <a:rPr lang="ko-KR" sz="1000">
                <a:solidFill>
                  <a:schemeClr val="dk1"/>
                </a:solidFill>
                <a:latin typeface="Times New Roman" pitchFamily="18" charset="0"/>
                <a:ea typeface="Nanum Gothic"/>
                <a:cs typeface="Times New Roman" pitchFamily="18" charset="0"/>
                <a:sym typeface="Nanum Gothic"/>
              </a:rPr>
              <a:t>2020-02-01 </a:t>
            </a:r>
            <a:endParaRPr>
              <a:latin typeface="Times New Roman" pitchFamily="18" charset="0"/>
              <a:cs typeface="Times New Roman" pitchFamily="18" charset="0"/>
            </a:endParaRPr>
          </a:p>
        </p:txBody>
      </p:sp>
      <p:sp>
        <p:nvSpPr>
          <p:cNvPr id="606" name="Google Shape;606;p11"/>
          <p:cNvSpPr/>
          <p:nvPr/>
        </p:nvSpPr>
        <p:spPr>
          <a:xfrm>
            <a:off x="796693" y="3093424"/>
            <a:ext cx="247718" cy="247718"/>
          </a:xfrm>
          <a:prstGeom prst="rect">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Malgun Gothic"/>
              <a:cs typeface="Times New Roman" pitchFamily="18" charset="0"/>
              <a:sym typeface="Malgun Gothic"/>
            </a:endParaRPr>
          </a:p>
        </p:txBody>
      </p:sp>
      <p:sp>
        <p:nvSpPr>
          <p:cNvPr id="607" name="Google Shape;607;p11"/>
          <p:cNvSpPr/>
          <p:nvPr/>
        </p:nvSpPr>
        <p:spPr>
          <a:xfrm>
            <a:off x="682594" y="1674775"/>
            <a:ext cx="2934795" cy="285179"/>
          </a:xfrm>
          <a:prstGeom prst="rect">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algn="ctr"/>
            <a:r>
              <a:rPr lang="en-US" altLang="ko-KR" sz="1000" smtClean="0">
                <a:solidFill>
                  <a:schemeClr val="bg1">
                    <a:lumMod val="75000"/>
                  </a:schemeClr>
                </a:solidFill>
                <a:latin typeface="Times New Roman" pitchFamily="18" charset="0"/>
                <a:ea typeface="Nanum Gothic" panose="020D0604000000000000" pitchFamily="34" charset="-127"/>
                <a:cs typeface="Times New Roman" pitchFamily="18" charset="0"/>
              </a:rPr>
              <a:t>Tìm tên/ số điện thoại/mã vé</a:t>
            </a:r>
            <a:endParaRPr lang="ko-KR" altLang="en-US" sz="100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pic>
        <p:nvPicPr>
          <p:cNvPr id="608" name="Google Shape;608;p11"/>
          <p:cNvPicPr preferRelativeResize="0"/>
          <p:nvPr/>
        </p:nvPicPr>
        <p:blipFill rotWithShape="1">
          <a:blip r:embed="rId4">
            <a:alphaModFix/>
          </a:blip>
          <a:srcRect/>
          <a:stretch/>
        </p:blipFill>
        <p:spPr>
          <a:xfrm>
            <a:off x="3390824" y="1729546"/>
            <a:ext cx="172176" cy="191390"/>
          </a:xfrm>
          <a:prstGeom prst="rect">
            <a:avLst/>
          </a:prstGeom>
          <a:noFill/>
          <a:ln>
            <a:noFill/>
          </a:ln>
        </p:spPr>
      </p:pic>
      <p:sp>
        <p:nvSpPr>
          <p:cNvPr id="609" name="Google Shape;609;p11"/>
          <p:cNvSpPr/>
          <p:nvPr/>
        </p:nvSpPr>
        <p:spPr>
          <a:xfrm>
            <a:off x="560512" y="3994835"/>
            <a:ext cx="3172565" cy="116351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Malgun Gothic"/>
              <a:cs typeface="Times New Roman" pitchFamily="18" charset="0"/>
              <a:sym typeface="Malgun Gothic"/>
            </a:endParaRPr>
          </a:p>
        </p:txBody>
      </p:sp>
      <p:sp>
        <p:nvSpPr>
          <p:cNvPr id="610" name="Google Shape;610;p11"/>
          <p:cNvSpPr txBox="1"/>
          <p:nvPr/>
        </p:nvSpPr>
        <p:spPr>
          <a:xfrm>
            <a:off x="1208584" y="4021746"/>
            <a:ext cx="2448272"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800" b="1" smtClean="0">
                <a:solidFill>
                  <a:schemeClr val="dk1"/>
                </a:solidFill>
                <a:latin typeface="Times New Roman" pitchFamily="18" charset="0"/>
                <a:ea typeface="Nanum Gothic"/>
                <a:cs typeface="Times New Roman" pitchFamily="18" charset="0"/>
                <a:sym typeface="Nanum Gothic"/>
              </a:rPr>
              <a:t>T-Bridge</a:t>
            </a:r>
            <a:r>
              <a:rPr lang="ko-KR" sz="800" b="1" smtClean="0">
                <a:solidFill>
                  <a:schemeClr val="dk1"/>
                </a:solidFill>
                <a:latin typeface="Times New Roman" pitchFamily="18" charset="0"/>
                <a:ea typeface="Nanum Gothic"/>
                <a:cs typeface="Times New Roman" pitchFamily="18" charset="0"/>
                <a:sym typeface="Nanum Gothic"/>
              </a:rPr>
              <a:t> </a:t>
            </a:r>
            <a:r>
              <a:rPr lang="ko-KR" sz="800" b="1">
                <a:solidFill>
                  <a:schemeClr val="dk1"/>
                </a:solidFill>
                <a:latin typeface="Times New Roman" pitchFamily="18" charset="0"/>
                <a:ea typeface="Nanum Gothic"/>
                <a:cs typeface="Times New Roman" pitchFamily="18" charset="0"/>
                <a:sym typeface="Nanum Gothic"/>
              </a:rPr>
              <a:t>: T123CD123451</a:t>
            </a:r>
            <a:endParaRPr sz="800" b="1">
              <a:solidFill>
                <a:schemeClr val="dk1"/>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en-US" altLang="ko-KR" sz="800" b="1" smtClean="0">
                <a:solidFill>
                  <a:schemeClr val="dk1"/>
                </a:solidFill>
                <a:latin typeface="Times New Roman" pitchFamily="18" charset="0"/>
                <a:ea typeface="Nanum Gothic"/>
                <a:cs typeface="Times New Roman" pitchFamily="18" charset="0"/>
                <a:sym typeface="Nanum Gothic"/>
              </a:rPr>
              <a:t>Gmarket</a:t>
            </a:r>
            <a:r>
              <a:rPr lang="ko-KR" sz="800" b="1" smtClean="0">
                <a:solidFill>
                  <a:schemeClr val="dk1"/>
                </a:solidFill>
                <a:latin typeface="Times New Roman" pitchFamily="18" charset="0"/>
                <a:ea typeface="Nanum Gothic"/>
                <a:cs typeface="Times New Roman" pitchFamily="18" charset="0"/>
                <a:sym typeface="Nanum Gothic"/>
              </a:rPr>
              <a:t>: </a:t>
            </a:r>
            <a:r>
              <a:rPr lang="ko-KR" sz="800" b="1">
                <a:solidFill>
                  <a:schemeClr val="dk1"/>
                </a:solidFill>
                <a:latin typeface="Times New Roman" pitchFamily="18" charset="0"/>
                <a:ea typeface="Nanum Gothic"/>
                <a:cs typeface="Times New Roman" pitchFamily="18" charset="0"/>
                <a:sym typeface="Nanum Gothic"/>
              </a:rPr>
              <a:t>P0909_111</a:t>
            </a:r>
            <a:endParaRPr>
              <a:latin typeface="Times New Roman" pitchFamily="18" charset="0"/>
              <a:cs typeface="Times New Roman" pitchFamily="18" charset="0"/>
            </a:endParaRPr>
          </a:p>
          <a:p>
            <a:pPr marL="0" marR="0" lvl="0" indent="0" algn="l" rtl="0">
              <a:spcBef>
                <a:spcPts val="0"/>
              </a:spcBef>
              <a:spcAft>
                <a:spcPts val="0"/>
              </a:spcAft>
              <a:buNone/>
            </a:pPr>
            <a:endParaRPr sz="800">
              <a:solidFill>
                <a:schemeClr val="dk1"/>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en-US" altLang="ko-KR" sz="1000" smtClean="0">
                <a:solidFill>
                  <a:schemeClr val="dk1"/>
                </a:solidFill>
                <a:latin typeface="Times New Roman" pitchFamily="18" charset="0"/>
                <a:ea typeface="Nanum Gothic"/>
                <a:cs typeface="Times New Roman" pitchFamily="18" charset="0"/>
                <a:sym typeface="Nanum Gothic"/>
              </a:rPr>
              <a:t>Tên sản phẩm</a:t>
            </a:r>
            <a:endParaRPr sz="1000">
              <a:solidFill>
                <a:schemeClr val="dk1"/>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en-US" altLang="ko-KR" sz="1000" smtClean="0">
                <a:solidFill>
                  <a:schemeClr val="dk1"/>
                </a:solidFill>
                <a:latin typeface="Times New Roman" pitchFamily="18" charset="0"/>
                <a:ea typeface="Nanum Gothic"/>
                <a:cs typeface="Times New Roman" pitchFamily="18" charset="0"/>
                <a:sym typeface="Nanum Gothic"/>
              </a:rPr>
              <a:t>Tên option</a:t>
            </a:r>
            <a:endParaRPr sz="1000">
              <a:solidFill>
                <a:schemeClr val="dk1"/>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vi-VN" altLang="ko-KR" sz="1000" smtClean="0">
                <a:solidFill>
                  <a:schemeClr val="dk1"/>
                </a:solidFill>
                <a:latin typeface="Times New Roman" pitchFamily="18" charset="0"/>
                <a:ea typeface="Nanum Gothic"/>
                <a:cs typeface="Times New Roman" pitchFamily="18" charset="0"/>
                <a:sym typeface="Nanum Gothic"/>
              </a:rPr>
              <a:t>Tên người mua</a:t>
            </a:r>
            <a:r>
              <a:rPr lang="ko-KR" sz="1000" smtClean="0">
                <a:solidFill>
                  <a:schemeClr val="dk1"/>
                </a:solidFill>
                <a:latin typeface="Times New Roman" pitchFamily="18" charset="0"/>
                <a:ea typeface="Nanum Gothic"/>
                <a:cs typeface="Times New Roman" pitchFamily="18" charset="0"/>
                <a:sym typeface="Nanum Gothic"/>
              </a:rPr>
              <a:t> </a:t>
            </a:r>
            <a:r>
              <a:rPr lang="ko-KR" sz="1000">
                <a:solidFill>
                  <a:schemeClr val="dk1"/>
                </a:solidFill>
                <a:latin typeface="Times New Roman" pitchFamily="18" charset="0"/>
                <a:ea typeface="Nanum Gothic"/>
                <a:cs typeface="Times New Roman" pitchFamily="18" charset="0"/>
                <a:sym typeface="Nanum Gothic"/>
              </a:rPr>
              <a:t>[ 010-222-2222 ]</a:t>
            </a:r>
            <a:endParaRPr>
              <a:latin typeface="Times New Roman" pitchFamily="18" charset="0"/>
              <a:cs typeface="Times New Roman" pitchFamily="18" charset="0"/>
            </a:endParaRPr>
          </a:p>
          <a:p>
            <a:pPr marL="0" marR="0" lvl="0" indent="0" algn="l" rtl="0">
              <a:spcBef>
                <a:spcPts val="0"/>
              </a:spcBef>
              <a:spcAft>
                <a:spcPts val="0"/>
              </a:spcAft>
              <a:buNone/>
            </a:pPr>
            <a:r>
              <a:rPr lang="en-US" altLang="ko-KR" sz="1000" smtClean="0">
                <a:solidFill>
                  <a:schemeClr val="dk1"/>
                </a:solidFill>
                <a:latin typeface="Times New Roman" pitchFamily="18" charset="0"/>
                <a:ea typeface="Nanum Gothic"/>
                <a:cs typeface="Times New Roman" pitchFamily="18" charset="0"/>
                <a:sym typeface="Nanum Gothic"/>
              </a:rPr>
              <a:t>Ngày mua</a:t>
            </a:r>
            <a:r>
              <a:rPr lang="ko-KR" sz="1000" smtClean="0">
                <a:solidFill>
                  <a:schemeClr val="dk1"/>
                </a:solidFill>
                <a:latin typeface="Times New Roman" pitchFamily="18" charset="0"/>
                <a:ea typeface="Nanum Gothic"/>
                <a:cs typeface="Times New Roman" pitchFamily="18" charset="0"/>
                <a:sym typeface="Nanum Gothic"/>
              </a:rPr>
              <a:t>: </a:t>
            </a:r>
            <a:r>
              <a:rPr lang="ko-KR" sz="1000">
                <a:solidFill>
                  <a:schemeClr val="dk1"/>
                </a:solidFill>
                <a:latin typeface="Times New Roman" pitchFamily="18" charset="0"/>
                <a:ea typeface="Nanum Gothic"/>
                <a:cs typeface="Times New Roman" pitchFamily="18" charset="0"/>
                <a:sym typeface="Nanum Gothic"/>
              </a:rPr>
              <a:t>2020-02-01 </a:t>
            </a:r>
            <a:endParaRPr>
              <a:latin typeface="Times New Roman" pitchFamily="18" charset="0"/>
              <a:cs typeface="Times New Roman" pitchFamily="18" charset="0"/>
            </a:endParaRPr>
          </a:p>
        </p:txBody>
      </p:sp>
      <p:sp>
        <p:nvSpPr>
          <p:cNvPr id="611" name="Google Shape;611;p11"/>
          <p:cNvSpPr/>
          <p:nvPr/>
        </p:nvSpPr>
        <p:spPr>
          <a:xfrm>
            <a:off x="796693" y="4362695"/>
            <a:ext cx="247718" cy="247718"/>
          </a:xfrm>
          <a:prstGeom prst="rect">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Malgun Gothic"/>
              <a:cs typeface="Times New Roman" pitchFamily="18" charset="0"/>
              <a:sym typeface="Malgun Gothic"/>
            </a:endParaRPr>
          </a:p>
        </p:txBody>
      </p:sp>
      <p:sp>
        <p:nvSpPr>
          <p:cNvPr id="612" name="Google Shape;612;p11"/>
          <p:cNvSpPr/>
          <p:nvPr/>
        </p:nvSpPr>
        <p:spPr>
          <a:xfrm>
            <a:off x="554112" y="2729855"/>
            <a:ext cx="576914" cy="233681"/>
          </a:xfrm>
          <a:prstGeom prst="rect">
            <a:avLst/>
          </a:prstGeom>
          <a:solidFill>
            <a:srgbClr val="36609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ko-KR" sz="800" smtClean="0">
                <a:solidFill>
                  <a:schemeClr val="lt1"/>
                </a:solidFill>
                <a:latin typeface="Times New Roman" pitchFamily="18" charset="0"/>
                <a:ea typeface="Nanum Gothic"/>
                <a:cs typeface="Times New Roman" pitchFamily="18" charset="0"/>
                <a:sym typeface="Nanum Gothic"/>
              </a:rPr>
              <a:t>Mua xong</a:t>
            </a:r>
            <a:endParaRPr sz="800">
              <a:solidFill>
                <a:schemeClr val="lt1"/>
              </a:solidFill>
              <a:latin typeface="Times New Roman" pitchFamily="18" charset="0"/>
              <a:ea typeface="Nanum Gothic"/>
              <a:cs typeface="Times New Roman" pitchFamily="18" charset="0"/>
              <a:sym typeface="Nanum Gothic"/>
            </a:endParaRPr>
          </a:p>
        </p:txBody>
      </p:sp>
      <p:sp>
        <p:nvSpPr>
          <p:cNvPr id="613" name="Google Shape;613;p11"/>
          <p:cNvSpPr/>
          <p:nvPr/>
        </p:nvSpPr>
        <p:spPr>
          <a:xfrm>
            <a:off x="560512" y="3995893"/>
            <a:ext cx="576914" cy="256618"/>
          </a:xfrm>
          <a:prstGeom prst="rect">
            <a:avLst/>
          </a:prstGeom>
          <a:solidFill>
            <a:srgbClr val="36609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ko-KR" sz="800" smtClean="0">
                <a:solidFill>
                  <a:schemeClr val="lt1"/>
                </a:solidFill>
                <a:latin typeface="Times New Roman" pitchFamily="18" charset="0"/>
                <a:ea typeface="Nanum Gothic"/>
                <a:cs typeface="Times New Roman" pitchFamily="18" charset="0"/>
                <a:sym typeface="Nanum Gothic"/>
              </a:rPr>
              <a:t>Sử dụng xong</a:t>
            </a:r>
            <a:endParaRPr sz="800">
              <a:solidFill>
                <a:schemeClr val="lt1"/>
              </a:solidFill>
              <a:latin typeface="Times New Roman" pitchFamily="18" charset="0"/>
              <a:ea typeface="Nanum Gothic"/>
              <a:cs typeface="Times New Roman" pitchFamily="18" charset="0"/>
              <a:sym typeface="Nanum Gothic"/>
            </a:endParaRPr>
          </a:p>
        </p:txBody>
      </p:sp>
      <p:sp>
        <p:nvSpPr>
          <p:cNvPr id="614" name="Google Shape;614;p11"/>
          <p:cNvSpPr txBox="1"/>
          <p:nvPr/>
        </p:nvSpPr>
        <p:spPr>
          <a:xfrm>
            <a:off x="708462" y="805122"/>
            <a:ext cx="1781350" cy="30773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altLang="ko-KR" sz="1400" b="1" smtClean="0">
                <a:solidFill>
                  <a:schemeClr val="dk1"/>
                </a:solidFill>
                <a:latin typeface="Times New Roman" pitchFamily="18" charset="0"/>
                <a:ea typeface="Nanum Gothic"/>
                <a:cs typeface="Times New Roman" pitchFamily="18" charset="0"/>
                <a:sym typeface="Nanum Gothic"/>
              </a:rPr>
              <a:t>Quản lý đơn hàng</a:t>
            </a:r>
            <a:endParaRPr sz="1400" b="1">
              <a:solidFill>
                <a:schemeClr val="dk1"/>
              </a:solidFill>
              <a:latin typeface="Times New Roman" pitchFamily="18" charset="0"/>
              <a:ea typeface="Nanum Gothic"/>
              <a:cs typeface="Times New Roman" pitchFamily="18" charset="0"/>
              <a:sym typeface="Nanum Gothic"/>
            </a:endParaRPr>
          </a:p>
        </p:txBody>
      </p:sp>
      <p:pic>
        <p:nvPicPr>
          <p:cNvPr id="615" name="Google Shape;615;p11"/>
          <p:cNvPicPr preferRelativeResize="0"/>
          <p:nvPr/>
        </p:nvPicPr>
        <p:blipFill rotWithShape="1">
          <a:blip r:embed="rId5">
            <a:alphaModFix/>
          </a:blip>
          <a:srcRect/>
          <a:stretch/>
        </p:blipFill>
        <p:spPr>
          <a:xfrm>
            <a:off x="669537" y="5624767"/>
            <a:ext cx="3000375" cy="301408"/>
          </a:xfrm>
          <a:prstGeom prst="rect">
            <a:avLst/>
          </a:prstGeom>
          <a:noFill/>
          <a:ln>
            <a:noFill/>
          </a:ln>
        </p:spPr>
      </p:pic>
      <p:pic>
        <p:nvPicPr>
          <p:cNvPr id="616" name="Google Shape;616;p11"/>
          <p:cNvPicPr preferRelativeResize="0"/>
          <p:nvPr/>
        </p:nvPicPr>
        <p:blipFill rotWithShape="1">
          <a:blip r:embed="rId6">
            <a:alphaModFix/>
          </a:blip>
          <a:srcRect/>
          <a:stretch/>
        </p:blipFill>
        <p:spPr>
          <a:xfrm>
            <a:off x="3454814" y="2088404"/>
            <a:ext cx="139900" cy="155512"/>
          </a:xfrm>
          <a:prstGeom prst="rect">
            <a:avLst/>
          </a:prstGeom>
          <a:noFill/>
          <a:ln>
            <a:noFill/>
          </a:ln>
        </p:spPr>
      </p:pic>
      <p:sp>
        <p:nvSpPr>
          <p:cNvPr id="617" name="Google Shape;617;p11"/>
          <p:cNvSpPr/>
          <p:nvPr/>
        </p:nvSpPr>
        <p:spPr>
          <a:xfrm>
            <a:off x="2652499" y="2510207"/>
            <a:ext cx="511907" cy="157932"/>
          </a:xfrm>
          <a:prstGeom prst="rect">
            <a:avLst/>
          </a:prstGeom>
          <a:noFill/>
          <a:ln w="9525" cap="flat" cmpd="sng">
            <a:solidFill>
              <a:srgbClr val="C00000"/>
            </a:solidFill>
            <a:prstDash val="solid"/>
            <a:round/>
            <a:headEnd type="none" w="sm" len="sm"/>
            <a:tailEnd type="none" w="sm" len="sm"/>
          </a:ln>
        </p:spPr>
        <p:txBody>
          <a:bodyPr spcFirstLastPara="1" wrap="square" lIns="36000" tIns="45700" rIns="36000" bIns="72000" anchor="ctr" anchorCtr="1">
            <a:noAutofit/>
          </a:bodyPr>
          <a:lstStyle/>
          <a:p>
            <a:pPr marL="0" marR="0" lvl="0" indent="0" algn="ctr" rtl="0">
              <a:lnSpc>
                <a:spcPct val="150000"/>
              </a:lnSpc>
              <a:spcBef>
                <a:spcPts val="0"/>
              </a:spcBef>
              <a:spcAft>
                <a:spcPts val="0"/>
              </a:spcAft>
              <a:buNone/>
            </a:pPr>
            <a:r>
              <a:rPr lang="en-US" altLang="ko-KR" sz="800" b="1" smtClean="0">
                <a:solidFill>
                  <a:srgbClr val="C00000"/>
                </a:solidFill>
                <a:latin typeface="Times New Roman" pitchFamily="18" charset="0"/>
                <a:ea typeface="Nanum Gothic"/>
                <a:cs typeface="Times New Roman" pitchFamily="18" charset="0"/>
                <a:sym typeface="Nanum Gothic"/>
              </a:rPr>
              <a:t>Xử lý sử dụng</a:t>
            </a:r>
            <a:endParaRPr sz="800" b="1">
              <a:solidFill>
                <a:srgbClr val="C00000"/>
              </a:solidFill>
              <a:latin typeface="Times New Roman" pitchFamily="18" charset="0"/>
              <a:ea typeface="Nanum Gothic"/>
              <a:cs typeface="Times New Roman" pitchFamily="18" charset="0"/>
              <a:sym typeface="Nanum Gothic"/>
            </a:endParaRPr>
          </a:p>
        </p:txBody>
      </p:sp>
      <p:sp>
        <p:nvSpPr>
          <p:cNvPr id="618" name="Google Shape;618;p11"/>
          <p:cNvSpPr/>
          <p:nvPr/>
        </p:nvSpPr>
        <p:spPr>
          <a:xfrm>
            <a:off x="3207649" y="2510207"/>
            <a:ext cx="511907" cy="157932"/>
          </a:xfrm>
          <a:prstGeom prst="rect">
            <a:avLst/>
          </a:prstGeom>
          <a:noFill/>
          <a:ln w="9525" cap="flat" cmpd="sng">
            <a:solidFill>
              <a:srgbClr val="C00000"/>
            </a:solidFill>
            <a:prstDash val="solid"/>
            <a:round/>
            <a:headEnd type="none" w="sm" len="sm"/>
            <a:tailEnd type="none" w="sm" len="sm"/>
          </a:ln>
        </p:spPr>
        <p:txBody>
          <a:bodyPr spcFirstLastPara="1" wrap="square" lIns="36000" tIns="45700" rIns="36000" bIns="72000" anchor="ctr" anchorCtr="1">
            <a:noAutofit/>
          </a:bodyPr>
          <a:lstStyle/>
          <a:p>
            <a:pPr marL="0" marR="0" lvl="0" indent="0" algn="ctr" rtl="0">
              <a:lnSpc>
                <a:spcPct val="150000"/>
              </a:lnSpc>
              <a:spcBef>
                <a:spcPts val="0"/>
              </a:spcBef>
              <a:spcAft>
                <a:spcPts val="0"/>
              </a:spcAft>
              <a:buNone/>
            </a:pPr>
            <a:r>
              <a:rPr lang="en-US" altLang="ko-KR" sz="800" b="1" smtClean="0">
                <a:solidFill>
                  <a:srgbClr val="C00000"/>
                </a:solidFill>
                <a:latin typeface="Times New Roman" pitchFamily="18" charset="0"/>
                <a:ea typeface="Nanum Gothic"/>
                <a:cs typeface="Times New Roman" pitchFamily="18" charset="0"/>
                <a:sym typeface="Nanum Gothic"/>
              </a:rPr>
              <a:t>Xử lý khôi phục</a:t>
            </a:r>
            <a:endParaRPr sz="800" b="1">
              <a:solidFill>
                <a:srgbClr val="C00000"/>
              </a:solidFill>
              <a:latin typeface="Times New Roman" pitchFamily="18" charset="0"/>
              <a:ea typeface="Nanum Gothic"/>
              <a:cs typeface="Times New Roman" pitchFamily="18" charset="0"/>
              <a:sym typeface="Nanum Gothic"/>
            </a:endParaRPr>
          </a:p>
        </p:txBody>
      </p:sp>
      <p:sp>
        <p:nvSpPr>
          <p:cNvPr id="619" name="Google Shape;619;p11"/>
          <p:cNvSpPr/>
          <p:nvPr/>
        </p:nvSpPr>
        <p:spPr>
          <a:xfrm>
            <a:off x="2093961" y="2510207"/>
            <a:ext cx="511907" cy="157932"/>
          </a:xfrm>
          <a:prstGeom prst="rect">
            <a:avLst/>
          </a:prstGeom>
          <a:noFill/>
          <a:ln w="9525" cap="flat" cmpd="sng">
            <a:solidFill>
              <a:srgbClr val="A5A5A5"/>
            </a:solidFill>
            <a:prstDash val="solid"/>
            <a:round/>
            <a:headEnd type="none" w="sm" len="sm"/>
            <a:tailEnd type="none" w="sm" len="sm"/>
          </a:ln>
        </p:spPr>
        <p:txBody>
          <a:bodyPr spcFirstLastPara="1" wrap="square" lIns="36000" tIns="45700" rIns="36000" bIns="72000" anchor="ctr" anchorCtr="1">
            <a:noAutofit/>
          </a:bodyPr>
          <a:lstStyle/>
          <a:p>
            <a:pPr algn="ct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Chọn toàn bộ</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620" name="Google Shape;620;p11"/>
          <p:cNvSpPr/>
          <p:nvPr/>
        </p:nvSpPr>
        <p:spPr>
          <a:xfrm>
            <a:off x="546021" y="2481451"/>
            <a:ext cx="1062441" cy="215403"/>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altLang="ko-KR" sz="800" smtClean="0">
                <a:solidFill>
                  <a:schemeClr val="dk1"/>
                </a:solidFill>
                <a:latin typeface="Times New Roman" pitchFamily="18" charset="0"/>
                <a:ea typeface="Nanum Gothic"/>
                <a:cs typeface="Times New Roman" pitchFamily="18" charset="0"/>
                <a:sym typeface="Nanum Gothic"/>
              </a:rPr>
              <a:t>Tổng </a:t>
            </a:r>
            <a:r>
              <a:rPr lang="ko-KR" sz="800" smtClean="0">
                <a:solidFill>
                  <a:schemeClr val="dk1"/>
                </a:solidFill>
                <a:latin typeface="Times New Roman" pitchFamily="18" charset="0"/>
                <a:ea typeface="Nanum Gothic"/>
                <a:cs typeface="Times New Roman" pitchFamily="18" charset="0"/>
                <a:sym typeface="Nanum Gothic"/>
              </a:rPr>
              <a:t>231</a:t>
            </a:r>
            <a:r>
              <a:rPr lang="en-US" altLang="ko-KR" sz="800" smtClean="0">
                <a:solidFill>
                  <a:schemeClr val="dk1"/>
                </a:solidFill>
                <a:latin typeface="Times New Roman" pitchFamily="18" charset="0"/>
                <a:ea typeface="Nanum Gothic"/>
                <a:cs typeface="Times New Roman" pitchFamily="18" charset="0"/>
                <a:sym typeface="Nanum Gothic"/>
              </a:rPr>
              <a:t> kết quả</a:t>
            </a:r>
            <a:endParaRPr sz="800">
              <a:solidFill>
                <a:schemeClr val="dk1"/>
              </a:solidFill>
              <a:latin typeface="Times New Roman" pitchFamily="18" charset="0"/>
              <a:ea typeface="Nanum Gothic"/>
              <a:cs typeface="Times New Roman" pitchFamily="18" charset="0"/>
              <a:sym typeface="Nanum Gothic"/>
            </a:endParaRPr>
          </a:p>
        </p:txBody>
      </p:sp>
      <p:sp>
        <p:nvSpPr>
          <p:cNvPr id="621" name="Google Shape;621;p11"/>
          <p:cNvSpPr/>
          <p:nvPr/>
        </p:nvSpPr>
        <p:spPr>
          <a:xfrm>
            <a:off x="416496" y="6149189"/>
            <a:ext cx="3456384" cy="486516"/>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ko-KR" sz="1050" smtClean="0">
                <a:solidFill>
                  <a:schemeClr val="dk1"/>
                </a:solidFill>
                <a:latin typeface="Times New Roman" pitchFamily="18" charset="0"/>
                <a:ea typeface="Nanum Gothic"/>
                <a:cs typeface="Times New Roman" pitchFamily="18" charset="0"/>
                <a:sym typeface="Nanum Gothic"/>
              </a:rPr>
              <a:t>footer</a:t>
            </a:r>
            <a:endParaRPr sz="1050">
              <a:solidFill>
                <a:schemeClr val="dk1"/>
              </a:solidFill>
              <a:latin typeface="Times New Roman" pitchFamily="18" charset="0"/>
              <a:ea typeface="Nanum Gothic"/>
              <a:cs typeface="Times New Roman" pitchFamily="18" charset="0"/>
              <a:sym typeface="Nanum Gothic"/>
            </a:endParaRPr>
          </a:p>
        </p:txBody>
      </p:sp>
      <p:sp>
        <p:nvSpPr>
          <p:cNvPr id="622" name="Google Shape;622;p11"/>
          <p:cNvSpPr/>
          <p:nvPr/>
        </p:nvSpPr>
        <p:spPr>
          <a:xfrm rot="10800000">
            <a:off x="3820825" y="2774797"/>
            <a:ext cx="284948" cy="2849969"/>
          </a:xfrm>
          <a:prstGeom prst="leftBrace">
            <a:avLst>
              <a:gd name="adj1" fmla="val 8333"/>
              <a:gd name="adj2" fmla="val 50000"/>
            </a:avLst>
          </a:prstGeom>
          <a:noFill/>
          <a:ln w="9525" cap="flat" cmpd="sng">
            <a:solidFill>
              <a:srgbClr val="0070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imes New Roman" pitchFamily="18" charset="0"/>
              <a:ea typeface="Malgun Gothic"/>
              <a:cs typeface="Times New Roman" pitchFamily="18" charset="0"/>
              <a:sym typeface="Malgun Gothic"/>
            </a:endParaRPr>
          </a:p>
        </p:txBody>
      </p:sp>
      <p:sp>
        <p:nvSpPr>
          <p:cNvPr id="623" name="Google Shape;623;p11"/>
          <p:cNvSpPr txBox="1"/>
          <p:nvPr/>
        </p:nvSpPr>
        <p:spPr>
          <a:xfrm>
            <a:off x="4105773" y="4087470"/>
            <a:ext cx="1723549"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1000" i="1" smtClean="0">
                <a:solidFill>
                  <a:srgbClr val="0070C0"/>
                </a:solidFill>
                <a:latin typeface="Times New Roman" pitchFamily="18" charset="0"/>
                <a:ea typeface="Nanum Gothic"/>
                <a:cs typeface="Times New Roman" pitchFamily="18" charset="0"/>
                <a:sym typeface="Nanum Gothic"/>
              </a:rPr>
              <a:t>Hiển thị 100 vé trên 1 trang</a:t>
            </a:r>
            <a:endParaRPr sz="1000" i="1">
              <a:solidFill>
                <a:srgbClr val="0070C0"/>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endParaRPr sz="1000" i="1">
              <a:solidFill>
                <a:srgbClr val="0070C0"/>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ko-KR" sz="1000" b="1" i="1" u="sng" smtClean="0">
                <a:solidFill>
                  <a:srgbClr val="0070C0"/>
                </a:solidFill>
                <a:latin typeface="Times New Roman" pitchFamily="18" charset="0"/>
                <a:ea typeface="Nanum Gothic"/>
                <a:cs typeface="Times New Roman" pitchFamily="18" charset="0"/>
                <a:sym typeface="Nanum Gothic"/>
              </a:rPr>
              <a:t>[</a:t>
            </a:r>
            <a:r>
              <a:rPr lang="en-US" altLang="ko-KR" sz="1000" b="1" i="1" u="sng" smtClean="0">
                <a:solidFill>
                  <a:srgbClr val="0070C0"/>
                </a:solidFill>
                <a:latin typeface="Times New Roman" pitchFamily="18" charset="0"/>
                <a:ea typeface="Nanum Gothic"/>
                <a:cs typeface="Times New Roman" pitchFamily="18" charset="0"/>
                <a:sym typeface="Nanum Gothic"/>
              </a:rPr>
              <a:t>Hình thức hiển thị vé</a:t>
            </a:r>
            <a:r>
              <a:rPr lang="ko-KR" sz="1000" b="1" i="1" u="sng" smtClean="0">
                <a:solidFill>
                  <a:srgbClr val="0070C0"/>
                </a:solidFill>
                <a:latin typeface="Times New Roman" pitchFamily="18" charset="0"/>
                <a:ea typeface="Nanum Gothic"/>
                <a:cs typeface="Times New Roman" pitchFamily="18" charset="0"/>
                <a:sym typeface="Nanum Gothic"/>
              </a:rPr>
              <a:t>]</a:t>
            </a:r>
            <a:endParaRPr>
              <a:latin typeface="Times New Roman" pitchFamily="18" charset="0"/>
              <a:cs typeface="Times New Roman" pitchFamily="18" charset="0"/>
            </a:endParaRPr>
          </a:p>
        </p:txBody>
      </p:sp>
      <p:graphicFrame>
        <p:nvGraphicFramePr>
          <p:cNvPr id="624" name="Google Shape;624;p11"/>
          <p:cNvGraphicFramePr/>
          <p:nvPr/>
        </p:nvGraphicFramePr>
        <p:xfrm>
          <a:off x="7453089" y="807470"/>
          <a:ext cx="2357225" cy="418320"/>
        </p:xfrm>
        <a:graphic>
          <a:graphicData uri="http://schemas.openxmlformats.org/drawingml/2006/table">
            <a:tbl>
              <a:tblPr firstRow="1" bandRow="1">
                <a:noFill/>
                <a:tableStyleId>{B1E05C96-9ABF-4BAB-91A4-73DFB1C397C5}</a:tableStyleId>
              </a:tblPr>
              <a:tblGrid>
                <a:gridCol w="196975"/>
                <a:gridCol w="2160250"/>
              </a:tblGrid>
              <a:tr h="140800">
                <a:tc>
                  <a:txBody>
                    <a:bodyPr/>
                    <a:lstStyle/>
                    <a:p>
                      <a:pPr marL="0" marR="0" lvl="0" indent="0" algn="ctr" rtl="0">
                        <a:spcBef>
                          <a:spcPts val="0"/>
                        </a:spcBef>
                        <a:spcAft>
                          <a:spcPts val="0"/>
                        </a:spcAft>
                        <a:buNone/>
                      </a:pPr>
                      <a:r>
                        <a:rPr lang="ko-KR" sz="900" b="1" u="none" strike="noStrike" cap="none">
                          <a:solidFill>
                            <a:srgbClr val="0070C0"/>
                          </a:solidFill>
                          <a:latin typeface="Times New Roman" pitchFamily="18" charset="0"/>
                          <a:ea typeface="Nanum Gothic"/>
                          <a:cs typeface="Times New Roman" pitchFamily="18" charset="0"/>
                          <a:sym typeface="Nanum Gothic"/>
                        </a:rPr>
                        <a:t>9</a:t>
                      </a:r>
                      <a:endParaRPr sz="900" b="1" u="none" strike="noStrike" cap="none">
                        <a:solidFill>
                          <a:srgbClr val="0070C0"/>
                        </a:solidFill>
                        <a:latin typeface="Times New Roman" pitchFamily="18" charset="0"/>
                        <a:ea typeface="Nanum Gothic"/>
                        <a:cs typeface="Times New Roman" pitchFamily="18" charset="0"/>
                        <a:sym typeface="Nanum Gothic"/>
                      </a:endParaRPr>
                    </a:p>
                  </a:txBody>
                  <a:tcPr marL="0" marR="0" marT="360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88900" marR="0" lvl="0" indent="-88900" algn="l" rtl="0">
                        <a:lnSpc>
                          <a:spcPct val="100000"/>
                        </a:lnSpc>
                        <a:spcBef>
                          <a:spcPts val="0"/>
                        </a:spcBef>
                        <a:spcAft>
                          <a:spcPts val="0"/>
                        </a:spcAft>
                        <a:buClr>
                          <a:schemeClr val="dk1"/>
                        </a:buClr>
                        <a:buSzPts val="900"/>
                        <a:buFont typeface="Arial"/>
                        <a:buChar char="•"/>
                      </a:pPr>
                      <a:r>
                        <a:rPr lang="en-US" altLang="ko-KR" sz="900" b="0" u="none" strike="noStrike" cap="none" smtClean="0">
                          <a:solidFill>
                            <a:schemeClr val="dk1"/>
                          </a:solidFill>
                          <a:latin typeface="Times New Roman" pitchFamily="18" charset="0"/>
                          <a:ea typeface="Nanum Gothic"/>
                          <a:cs typeface="Times New Roman" pitchFamily="18" charset="0"/>
                          <a:sym typeface="Nanum Gothic"/>
                        </a:rPr>
                        <a:t>Chọn/hủy</a:t>
                      </a:r>
                      <a:r>
                        <a:rPr lang="en-US" altLang="ko-KR" sz="900" b="0" u="none" strike="noStrike" cap="none" baseline="0" smtClean="0">
                          <a:solidFill>
                            <a:schemeClr val="dk1"/>
                          </a:solidFill>
                          <a:latin typeface="Times New Roman" pitchFamily="18" charset="0"/>
                          <a:ea typeface="Nanum Gothic"/>
                          <a:cs typeface="Times New Roman" pitchFamily="18" charset="0"/>
                          <a:sym typeface="Nanum Gothic"/>
                        </a:rPr>
                        <a:t> từng cái</a:t>
                      </a:r>
                      <a:endParaRPr sz="900" b="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r>
              <a:tr h="140800">
                <a:tc>
                  <a:txBody>
                    <a:bodyPr/>
                    <a:lstStyle/>
                    <a:p>
                      <a:pPr marL="0" marR="0" lvl="0" indent="0" algn="ctr" rtl="0">
                        <a:spcBef>
                          <a:spcPts val="0"/>
                        </a:spcBef>
                        <a:spcAft>
                          <a:spcPts val="0"/>
                        </a:spcAft>
                        <a:buNone/>
                      </a:pPr>
                      <a:r>
                        <a:rPr lang="ko-KR" sz="900" b="1" u="none" strike="noStrike" cap="none">
                          <a:solidFill>
                            <a:srgbClr val="0070C0"/>
                          </a:solidFill>
                          <a:latin typeface="Times New Roman" pitchFamily="18" charset="0"/>
                          <a:ea typeface="Nanum Gothic"/>
                          <a:cs typeface="Times New Roman" pitchFamily="18" charset="0"/>
                          <a:sym typeface="Nanum Gothic"/>
                        </a:rPr>
                        <a:t>10</a:t>
                      </a:r>
                      <a:endParaRPr sz="900" b="1" u="none" strike="noStrike" cap="none">
                        <a:solidFill>
                          <a:srgbClr val="0070C0"/>
                        </a:solidFill>
                        <a:latin typeface="Times New Roman" pitchFamily="18" charset="0"/>
                        <a:ea typeface="Nanum Gothic"/>
                        <a:cs typeface="Times New Roman" pitchFamily="18" charset="0"/>
                        <a:sym typeface="Nanum Gothic"/>
                      </a:endParaRPr>
                    </a:p>
                  </a:txBody>
                  <a:tcPr marL="0" marR="0" marT="360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a:txBody>
                    <a:bodyPr/>
                    <a:lstStyle/>
                    <a:p>
                      <a:pPr marL="92075" marR="0" lvl="0" indent="-92075" algn="l" rtl="0">
                        <a:lnSpc>
                          <a:spcPct val="100000"/>
                        </a:lnSpc>
                        <a:spcBef>
                          <a:spcPts val="0"/>
                        </a:spcBef>
                        <a:spcAft>
                          <a:spcPts val="0"/>
                        </a:spcAft>
                        <a:buClr>
                          <a:schemeClr val="dk1"/>
                        </a:buClr>
                        <a:buSzPts val="900"/>
                        <a:buFont typeface="Arial"/>
                        <a:buChar char="•"/>
                      </a:pPr>
                      <a:r>
                        <a:rPr lang="en-US" altLang="ko-KR" sz="900" b="0" u="none" strike="noStrike" cap="none" smtClean="0">
                          <a:solidFill>
                            <a:schemeClr val="dk1"/>
                          </a:solidFill>
                          <a:latin typeface="Times New Roman" pitchFamily="18" charset="0"/>
                          <a:ea typeface="Nanum Gothic"/>
                          <a:cs typeface="Times New Roman" pitchFamily="18" charset="0"/>
                          <a:sym typeface="Nanum Gothic"/>
                        </a:rPr>
                        <a:t>Chia</a:t>
                      </a:r>
                      <a:r>
                        <a:rPr lang="en-US" altLang="ko-KR" sz="900" b="0" u="none" strike="noStrike" cap="none" baseline="0" smtClean="0">
                          <a:solidFill>
                            <a:schemeClr val="dk1"/>
                          </a:solidFill>
                          <a:latin typeface="Times New Roman" pitchFamily="18" charset="0"/>
                          <a:ea typeface="Nanum Gothic"/>
                          <a:cs typeface="Times New Roman" pitchFamily="18" charset="0"/>
                          <a:sym typeface="Nanum Gothic"/>
                        </a:rPr>
                        <a:t> trang</a:t>
                      </a:r>
                      <a:r>
                        <a:rPr lang="ko-KR" sz="900" b="0" u="none" strike="noStrike" cap="none" smtClean="0">
                          <a:solidFill>
                            <a:schemeClr val="dk1"/>
                          </a:solidFill>
                          <a:latin typeface="Times New Roman" pitchFamily="18" charset="0"/>
                          <a:ea typeface="Nanum Gothic"/>
                          <a:cs typeface="Times New Roman" pitchFamily="18" charset="0"/>
                          <a:sym typeface="Nanum Gothic"/>
                        </a:rPr>
                        <a:t> </a:t>
                      </a:r>
                      <a:endParaRPr sz="900" b="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r>
            </a:tbl>
          </a:graphicData>
        </a:graphic>
      </p:graphicFrame>
      <p:pic>
        <p:nvPicPr>
          <p:cNvPr id="625" name="Google Shape;625;p11"/>
          <p:cNvPicPr preferRelativeResize="0"/>
          <p:nvPr/>
        </p:nvPicPr>
        <p:blipFill rotWithShape="1">
          <a:blip r:embed="rId7">
            <a:alphaModFix/>
          </a:blip>
          <a:srcRect/>
          <a:stretch/>
        </p:blipFill>
        <p:spPr>
          <a:xfrm>
            <a:off x="681426" y="3122085"/>
            <a:ext cx="346038" cy="184553"/>
          </a:xfrm>
          <a:prstGeom prst="rect">
            <a:avLst/>
          </a:prstGeom>
          <a:noFill/>
          <a:ln>
            <a:noFill/>
          </a:ln>
        </p:spPr>
      </p:pic>
      <p:sp>
        <p:nvSpPr>
          <p:cNvPr id="626" name="Google Shape;626;p11"/>
          <p:cNvSpPr/>
          <p:nvPr/>
        </p:nvSpPr>
        <p:spPr>
          <a:xfrm>
            <a:off x="462871" y="3024133"/>
            <a:ext cx="167824" cy="167824"/>
          </a:xfrm>
          <a:prstGeom prst="ellipse">
            <a:avLst/>
          </a:prstGeom>
          <a:solidFill>
            <a:srgbClr val="0070C0"/>
          </a:solidFill>
          <a:ln>
            <a:noFill/>
          </a:ln>
        </p:spPr>
        <p:txBody>
          <a:bodyPr spcFirstLastPara="1" wrap="square" lIns="36000" tIns="45700" rIns="36000" bIns="45700" anchor="ctr" anchorCtr="0">
            <a:noAutofit/>
          </a:bodyPr>
          <a:lstStyle/>
          <a:p>
            <a:pPr marL="0" marR="0" lvl="0" indent="0" algn="ctr" rtl="0">
              <a:spcBef>
                <a:spcPts val="0"/>
              </a:spcBef>
              <a:spcAft>
                <a:spcPts val="0"/>
              </a:spcAft>
              <a:buNone/>
            </a:pPr>
            <a:r>
              <a:rPr lang="ko-KR" sz="800" b="1">
                <a:solidFill>
                  <a:schemeClr val="lt1"/>
                </a:solidFill>
                <a:latin typeface="Times New Roman" pitchFamily="18" charset="0"/>
                <a:cs typeface="Times New Roman" pitchFamily="18" charset="0"/>
                <a:sym typeface="Arial"/>
              </a:rPr>
              <a:t>9</a:t>
            </a:r>
            <a:endParaRPr sz="800" b="1">
              <a:solidFill>
                <a:schemeClr val="lt1"/>
              </a:solidFill>
              <a:latin typeface="Times New Roman" pitchFamily="18" charset="0"/>
              <a:cs typeface="Times New Roman" pitchFamily="18" charset="0"/>
              <a:sym typeface="Arial"/>
            </a:endParaRPr>
          </a:p>
        </p:txBody>
      </p:sp>
      <p:sp>
        <p:nvSpPr>
          <p:cNvPr id="627" name="Google Shape;627;p11"/>
          <p:cNvSpPr/>
          <p:nvPr/>
        </p:nvSpPr>
        <p:spPr>
          <a:xfrm>
            <a:off x="617199" y="3031265"/>
            <a:ext cx="520227" cy="415638"/>
          </a:xfrm>
          <a:prstGeom prst="rect">
            <a:avLst/>
          </a:prstGeom>
          <a:noFill/>
          <a:ln w="9525" cap="flat" cmpd="sng">
            <a:solidFill>
              <a:srgbClr val="0070C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a:solidFill>
                <a:schemeClr val="dk1"/>
              </a:solidFill>
              <a:latin typeface="Times New Roman" pitchFamily="18" charset="0"/>
              <a:ea typeface="Malgun Gothic"/>
              <a:cs typeface="Times New Roman" pitchFamily="18" charset="0"/>
              <a:sym typeface="Malgun Gothic"/>
            </a:endParaRPr>
          </a:p>
        </p:txBody>
      </p:sp>
      <p:sp>
        <p:nvSpPr>
          <p:cNvPr id="628" name="Google Shape;628;p11"/>
          <p:cNvSpPr/>
          <p:nvPr/>
        </p:nvSpPr>
        <p:spPr>
          <a:xfrm>
            <a:off x="652667" y="5569495"/>
            <a:ext cx="167824" cy="167824"/>
          </a:xfrm>
          <a:prstGeom prst="ellipse">
            <a:avLst/>
          </a:prstGeom>
          <a:solidFill>
            <a:srgbClr val="0070C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ko-KR" sz="700" b="1">
                <a:solidFill>
                  <a:schemeClr val="lt1"/>
                </a:solidFill>
                <a:latin typeface="Times New Roman" pitchFamily="18" charset="0"/>
                <a:cs typeface="Times New Roman" pitchFamily="18" charset="0"/>
                <a:sym typeface="Arial"/>
              </a:rPr>
              <a:t>10</a:t>
            </a:r>
            <a:endParaRPr sz="700" b="1">
              <a:solidFill>
                <a:schemeClr val="lt1"/>
              </a:solidFill>
              <a:latin typeface="Times New Roman" pitchFamily="18" charset="0"/>
              <a:cs typeface="Times New Roman" pitchFamily="18" charset="0"/>
              <a:sym typeface="Arial"/>
            </a:endParaRPr>
          </a:p>
        </p:txBody>
      </p:sp>
      <p:sp>
        <p:nvSpPr>
          <p:cNvPr id="629" name="Google Shape;629;p11"/>
          <p:cNvSpPr/>
          <p:nvPr/>
        </p:nvSpPr>
        <p:spPr>
          <a:xfrm>
            <a:off x="4264376" y="5216180"/>
            <a:ext cx="3172565" cy="116351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Malgun Gothic"/>
              <a:cs typeface="Times New Roman" pitchFamily="18" charset="0"/>
              <a:sym typeface="Malgun Gothic"/>
            </a:endParaRPr>
          </a:p>
        </p:txBody>
      </p:sp>
      <p:sp>
        <p:nvSpPr>
          <p:cNvPr id="630" name="Google Shape;630;p11"/>
          <p:cNvSpPr txBox="1"/>
          <p:nvPr/>
        </p:nvSpPr>
        <p:spPr>
          <a:xfrm>
            <a:off x="4912448" y="5243091"/>
            <a:ext cx="2448272" cy="11079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800" b="1" smtClean="0">
                <a:solidFill>
                  <a:schemeClr val="dk1"/>
                </a:solidFill>
                <a:latin typeface="Times New Roman" pitchFamily="18" charset="0"/>
                <a:ea typeface="Nanum Gothic"/>
                <a:cs typeface="Times New Roman" pitchFamily="18" charset="0"/>
                <a:sym typeface="Nanum Gothic"/>
              </a:rPr>
              <a:t>T-Bridge</a:t>
            </a:r>
            <a:r>
              <a:rPr lang="ko-KR" sz="800" b="1" smtClean="0">
                <a:solidFill>
                  <a:schemeClr val="dk1"/>
                </a:solidFill>
                <a:latin typeface="Times New Roman" pitchFamily="18" charset="0"/>
                <a:ea typeface="Nanum Gothic"/>
                <a:cs typeface="Times New Roman" pitchFamily="18" charset="0"/>
                <a:sym typeface="Nanum Gothic"/>
              </a:rPr>
              <a:t> </a:t>
            </a:r>
            <a:r>
              <a:rPr lang="ko-KR" sz="800" b="1">
                <a:solidFill>
                  <a:schemeClr val="dk1"/>
                </a:solidFill>
                <a:latin typeface="Times New Roman" pitchFamily="18" charset="0"/>
                <a:ea typeface="Nanum Gothic"/>
                <a:cs typeface="Times New Roman" pitchFamily="18" charset="0"/>
                <a:sym typeface="Nanum Gothic"/>
              </a:rPr>
              <a:t>: T123CD123451</a:t>
            </a:r>
            <a:endParaRPr sz="800" b="1">
              <a:solidFill>
                <a:schemeClr val="dk1"/>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en-US" altLang="ko-KR" sz="800" b="1" smtClean="0">
                <a:solidFill>
                  <a:schemeClr val="dk1"/>
                </a:solidFill>
                <a:latin typeface="Times New Roman" pitchFamily="18" charset="0"/>
                <a:ea typeface="Nanum Gothic"/>
                <a:cs typeface="Times New Roman" pitchFamily="18" charset="0"/>
                <a:sym typeface="Nanum Gothic"/>
              </a:rPr>
              <a:t>Gmarket</a:t>
            </a:r>
            <a:r>
              <a:rPr lang="ko-KR" sz="800" b="1" smtClean="0">
                <a:solidFill>
                  <a:schemeClr val="dk1"/>
                </a:solidFill>
                <a:latin typeface="Times New Roman" pitchFamily="18" charset="0"/>
                <a:ea typeface="Nanum Gothic"/>
                <a:cs typeface="Times New Roman" pitchFamily="18" charset="0"/>
                <a:sym typeface="Nanum Gothic"/>
              </a:rPr>
              <a:t>: </a:t>
            </a:r>
            <a:r>
              <a:rPr lang="ko-KR" sz="800" b="1">
                <a:solidFill>
                  <a:schemeClr val="dk1"/>
                </a:solidFill>
                <a:latin typeface="Times New Roman" pitchFamily="18" charset="0"/>
                <a:ea typeface="Nanum Gothic"/>
                <a:cs typeface="Times New Roman" pitchFamily="18" charset="0"/>
                <a:sym typeface="Nanum Gothic"/>
              </a:rPr>
              <a:t>P0909_111</a:t>
            </a:r>
            <a:endParaRPr>
              <a:latin typeface="Times New Roman" pitchFamily="18" charset="0"/>
              <a:cs typeface="Times New Roman" pitchFamily="18" charset="0"/>
            </a:endParaRPr>
          </a:p>
          <a:p>
            <a:pPr marL="0" marR="0" lvl="0" indent="0" algn="l" rtl="0">
              <a:spcBef>
                <a:spcPts val="0"/>
              </a:spcBef>
              <a:spcAft>
                <a:spcPts val="0"/>
              </a:spcAft>
              <a:buNone/>
            </a:pPr>
            <a:endParaRPr sz="800">
              <a:solidFill>
                <a:schemeClr val="dk1"/>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충주 미노스랩 힐링앤 사조리조트</a:t>
            </a:r>
            <a:endParaRPr sz="1000">
              <a:solidFill>
                <a:schemeClr val="dk1"/>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89.25M 객실 1박</a:t>
            </a:r>
            <a:endParaRPr sz="1000">
              <a:solidFill>
                <a:schemeClr val="dk1"/>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ko-KR" sz="1000">
                <a:solidFill>
                  <a:schemeClr val="dk1"/>
                </a:solidFill>
                <a:latin typeface="Times New Roman" pitchFamily="18" charset="0"/>
                <a:ea typeface="Nanum Gothic"/>
                <a:cs typeface="Times New Roman" pitchFamily="18" charset="0"/>
                <a:sym typeface="Nanum Gothic"/>
              </a:rPr>
              <a:t>박근철 [ 010-222-2222 ]</a:t>
            </a:r>
            <a:endParaRPr>
              <a:latin typeface="Times New Roman" pitchFamily="18" charset="0"/>
              <a:cs typeface="Times New Roman" pitchFamily="18" charset="0"/>
            </a:endParaRPr>
          </a:p>
          <a:p>
            <a:pPr marL="0" marR="0" lvl="0" indent="0" algn="l" rtl="0">
              <a:spcBef>
                <a:spcPts val="0"/>
              </a:spcBef>
              <a:spcAft>
                <a:spcPts val="0"/>
              </a:spcAft>
              <a:buNone/>
            </a:pPr>
            <a:r>
              <a:rPr lang="en-US" altLang="ko-KR" sz="1000" smtClean="0">
                <a:solidFill>
                  <a:schemeClr val="dk1"/>
                </a:solidFill>
                <a:latin typeface="Times New Roman" pitchFamily="18" charset="0"/>
                <a:ea typeface="Nanum Gothic"/>
                <a:cs typeface="Times New Roman" pitchFamily="18" charset="0"/>
                <a:sym typeface="Nanum Gothic"/>
              </a:rPr>
              <a:t>Ngày mua</a:t>
            </a:r>
            <a:r>
              <a:rPr lang="ko-KR" sz="1000" smtClean="0">
                <a:solidFill>
                  <a:schemeClr val="dk1"/>
                </a:solidFill>
                <a:latin typeface="Times New Roman" pitchFamily="18" charset="0"/>
                <a:ea typeface="Nanum Gothic"/>
                <a:cs typeface="Times New Roman" pitchFamily="18" charset="0"/>
                <a:sym typeface="Nanum Gothic"/>
              </a:rPr>
              <a:t>: </a:t>
            </a:r>
            <a:r>
              <a:rPr lang="ko-KR" sz="1000">
                <a:solidFill>
                  <a:schemeClr val="dk1"/>
                </a:solidFill>
                <a:latin typeface="Times New Roman" pitchFamily="18" charset="0"/>
                <a:ea typeface="Nanum Gothic"/>
                <a:cs typeface="Times New Roman" pitchFamily="18" charset="0"/>
                <a:sym typeface="Nanum Gothic"/>
              </a:rPr>
              <a:t>2020-02-01 </a:t>
            </a:r>
            <a:endParaRPr>
              <a:latin typeface="Times New Roman" pitchFamily="18" charset="0"/>
              <a:cs typeface="Times New Roman" pitchFamily="18" charset="0"/>
            </a:endParaRPr>
          </a:p>
        </p:txBody>
      </p:sp>
      <p:sp>
        <p:nvSpPr>
          <p:cNvPr id="631" name="Google Shape;631;p11"/>
          <p:cNvSpPr/>
          <p:nvPr/>
        </p:nvSpPr>
        <p:spPr>
          <a:xfrm>
            <a:off x="4500557" y="5584040"/>
            <a:ext cx="247718" cy="247718"/>
          </a:xfrm>
          <a:prstGeom prst="rect">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Malgun Gothic"/>
              <a:cs typeface="Times New Roman" pitchFamily="18" charset="0"/>
              <a:sym typeface="Malgun Gothic"/>
            </a:endParaRPr>
          </a:p>
        </p:txBody>
      </p:sp>
      <p:sp>
        <p:nvSpPr>
          <p:cNvPr id="632" name="Google Shape;632;p11"/>
          <p:cNvSpPr/>
          <p:nvPr/>
        </p:nvSpPr>
        <p:spPr>
          <a:xfrm>
            <a:off x="4257976" y="5220472"/>
            <a:ext cx="576914" cy="254912"/>
          </a:xfrm>
          <a:prstGeom prst="rect">
            <a:avLst/>
          </a:prstGeom>
          <a:solidFill>
            <a:srgbClr val="36609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ko-KR" sz="800" smtClean="0">
                <a:solidFill>
                  <a:schemeClr val="lt1"/>
                </a:solidFill>
                <a:latin typeface="Times New Roman" pitchFamily="18" charset="0"/>
                <a:ea typeface="Nanum Gothic"/>
                <a:cs typeface="Times New Roman" pitchFamily="18" charset="0"/>
                <a:sym typeface="Nanum Gothic"/>
              </a:rPr>
              <a:t>Mua xong</a:t>
            </a:r>
            <a:endParaRPr sz="800">
              <a:solidFill>
                <a:schemeClr val="lt1"/>
              </a:solidFill>
              <a:latin typeface="Times New Roman" pitchFamily="18" charset="0"/>
              <a:ea typeface="Nanum Gothic"/>
              <a:cs typeface="Times New Roman" pitchFamily="18" charset="0"/>
              <a:sym typeface="Nanum Gothic"/>
            </a:endParaRPr>
          </a:p>
        </p:txBody>
      </p:sp>
      <p:pic>
        <p:nvPicPr>
          <p:cNvPr id="633" name="Google Shape;633;p11"/>
          <p:cNvPicPr preferRelativeResize="0"/>
          <p:nvPr/>
        </p:nvPicPr>
        <p:blipFill rotWithShape="1">
          <a:blip r:embed="rId7">
            <a:alphaModFix/>
          </a:blip>
          <a:srcRect/>
          <a:stretch/>
        </p:blipFill>
        <p:spPr>
          <a:xfrm>
            <a:off x="4385290" y="5612701"/>
            <a:ext cx="346038" cy="184553"/>
          </a:xfrm>
          <a:prstGeom prst="rect">
            <a:avLst/>
          </a:prstGeom>
          <a:noFill/>
          <a:ln>
            <a:noFill/>
          </a:ln>
        </p:spPr>
      </p:pic>
      <p:sp>
        <p:nvSpPr>
          <p:cNvPr id="634" name="Google Shape;634;p11"/>
          <p:cNvSpPr txBox="1"/>
          <p:nvPr/>
        </p:nvSpPr>
        <p:spPr>
          <a:xfrm>
            <a:off x="4225525" y="4706925"/>
            <a:ext cx="665567"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1000" i="1" smtClean="0">
                <a:solidFill>
                  <a:srgbClr val="0070C0"/>
                </a:solidFill>
                <a:latin typeface="Times New Roman" pitchFamily="18" charset="0"/>
                <a:ea typeface="Nanum Gothic"/>
                <a:cs typeface="Times New Roman" pitchFamily="18" charset="0"/>
                <a:sym typeface="Nanum Gothic"/>
              </a:rPr>
              <a:t>Trạng thái vé</a:t>
            </a:r>
            <a:endParaRPr sz="1000" i="1">
              <a:solidFill>
                <a:srgbClr val="0070C0"/>
              </a:solidFill>
              <a:latin typeface="Times New Roman" pitchFamily="18" charset="0"/>
              <a:ea typeface="Nanum Gothic"/>
              <a:cs typeface="Times New Roman" pitchFamily="18" charset="0"/>
              <a:sym typeface="Nanum Gothic"/>
            </a:endParaRPr>
          </a:p>
        </p:txBody>
      </p:sp>
      <p:cxnSp>
        <p:nvCxnSpPr>
          <p:cNvPr id="635" name="Google Shape;635;p11"/>
          <p:cNvCxnSpPr>
            <a:stCxn id="634" idx="2"/>
            <a:endCxn id="632" idx="0"/>
          </p:cNvCxnSpPr>
          <p:nvPr/>
        </p:nvCxnSpPr>
        <p:spPr>
          <a:xfrm flipH="1">
            <a:off x="4546433" y="5106994"/>
            <a:ext cx="11876" cy="113478"/>
          </a:xfrm>
          <a:prstGeom prst="straightConnector1">
            <a:avLst/>
          </a:prstGeom>
          <a:noFill/>
          <a:ln w="9525" cap="flat" cmpd="sng">
            <a:solidFill>
              <a:srgbClr val="0070C0"/>
            </a:solidFill>
            <a:prstDash val="solid"/>
            <a:round/>
            <a:headEnd type="none" w="sm" len="sm"/>
            <a:tailEnd type="none" w="sm" len="sm"/>
          </a:ln>
        </p:spPr>
      </p:cxnSp>
      <p:sp>
        <p:nvSpPr>
          <p:cNvPr id="636" name="Google Shape;636;p11"/>
          <p:cNvSpPr txBox="1"/>
          <p:nvPr/>
        </p:nvSpPr>
        <p:spPr>
          <a:xfrm>
            <a:off x="5404847" y="4610413"/>
            <a:ext cx="1181734" cy="400069"/>
          </a:xfrm>
          <a:prstGeom prst="rect">
            <a:avLst/>
          </a:prstGeom>
          <a:noFill/>
          <a:ln>
            <a:noFill/>
          </a:ln>
        </p:spPr>
        <p:txBody>
          <a:bodyPr spcFirstLastPara="1" wrap="square" lIns="91425" tIns="45700" rIns="91425" bIns="45700" anchor="t" anchorCtr="0">
            <a:spAutoFit/>
          </a:bodyPr>
          <a:lstStyle/>
          <a:p>
            <a:pPr lvl="0"/>
            <a:r>
              <a:rPr lang="en-US" altLang="ko-KR" sz="1000" i="1" smtClean="0">
                <a:solidFill>
                  <a:srgbClr val="0070C0"/>
                </a:solidFill>
                <a:latin typeface="Times New Roman" pitchFamily="18" charset="0"/>
                <a:ea typeface="Nanum Gothic"/>
                <a:cs typeface="Times New Roman" pitchFamily="18" charset="0"/>
                <a:sym typeface="Nanum Gothic"/>
              </a:rPr>
              <a:t>Mã </a:t>
            </a:r>
            <a:r>
              <a:rPr lang="en-US" altLang="ko-KR" sz="1000" i="1" smtClean="0">
                <a:solidFill>
                  <a:srgbClr val="0070C0"/>
                </a:solidFill>
                <a:latin typeface="Times New Roman" pitchFamily="18" charset="0"/>
                <a:ea typeface="Nanum Gothic"/>
                <a:cs typeface="Times New Roman" pitchFamily="18" charset="0"/>
                <a:sym typeface="Nanum Gothic"/>
              </a:rPr>
              <a:t>vé T-Bridge</a:t>
            </a:r>
            <a:r>
              <a:rPr lang="ko-KR" sz="1000" i="1" smtClean="0">
                <a:solidFill>
                  <a:srgbClr val="0070C0"/>
                </a:solidFill>
                <a:latin typeface="Times New Roman" pitchFamily="18" charset="0"/>
                <a:ea typeface="Nanum Gothic"/>
                <a:cs typeface="Times New Roman" pitchFamily="18" charset="0"/>
                <a:sym typeface="Nanum Gothic"/>
              </a:rPr>
              <a:t> </a:t>
            </a:r>
            <a:endParaRPr sz="1000" i="1">
              <a:solidFill>
                <a:srgbClr val="0070C0"/>
              </a:solidFill>
              <a:latin typeface="Times New Roman" pitchFamily="18" charset="0"/>
              <a:ea typeface="Nanum Gothic"/>
              <a:cs typeface="Times New Roman" pitchFamily="18" charset="0"/>
              <a:sym typeface="Nanum Gothic"/>
            </a:endParaRPr>
          </a:p>
          <a:p>
            <a:pPr lvl="0"/>
            <a:r>
              <a:rPr lang="en-US" altLang="ko-KR" sz="1000" i="1" smtClean="0">
                <a:solidFill>
                  <a:srgbClr val="0070C0"/>
                </a:solidFill>
                <a:latin typeface="Times New Roman" pitchFamily="18" charset="0"/>
                <a:ea typeface="Nanum Gothic"/>
                <a:cs typeface="Times New Roman" pitchFamily="18" charset="0"/>
                <a:sym typeface="Nanum Gothic"/>
              </a:rPr>
              <a:t>Mã </a:t>
            </a:r>
            <a:r>
              <a:rPr lang="en-US" altLang="ko-KR" sz="1000" i="1" smtClean="0">
                <a:solidFill>
                  <a:srgbClr val="0070C0"/>
                </a:solidFill>
                <a:latin typeface="Times New Roman" pitchFamily="18" charset="0"/>
                <a:ea typeface="Nanum Gothic"/>
                <a:cs typeface="Times New Roman" pitchFamily="18" charset="0"/>
                <a:sym typeface="Nanum Gothic"/>
              </a:rPr>
              <a:t>vé Kênh </a:t>
            </a:r>
            <a:r>
              <a:rPr lang="en-US" altLang="ko-KR" sz="1000" i="1" smtClean="0">
                <a:solidFill>
                  <a:srgbClr val="0070C0"/>
                </a:solidFill>
                <a:latin typeface="Times New Roman" pitchFamily="18" charset="0"/>
                <a:ea typeface="Nanum Gothic"/>
                <a:cs typeface="Times New Roman" pitchFamily="18" charset="0"/>
                <a:sym typeface="Nanum Gothic"/>
              </a:rPr>
              <a:t>bán</a:t>
            </a:r>
            <a:r>
              <a:rPr lang="ko-KR" sz="1000" i="1" smtClean="0">
                <a:solidFill>
                  <a:srgbClr val="0070C0"/>
                </a:solidFill>
                <a:latin typeface="Times New Roman" pitchFamily="18" charset="0"/>
                <a:ea typeface="Nanum Gothic"/>
                <a:cs typeface="Times New Roman" pitchFamily="18" charset="0"/>
                <a:sym typeface="Nanum Gothic"/>
              </a:rPr>
              <a:t> </a:t>
            </a:r>
            <a:endParaRPr sz="1000" i="1">
              <a:solidFill>
                <a:srgbClr val="0070C0"/>
              </a:solidFill>
              <a:latin typeface="Times New Roman" pitchFamily="18" charset="0"/>
              <a:ea typeface="Nanum Gothic"/>
              <a:cs typeface="Times New Roman" pitchFamily="18" charset="0"/>
              <a:sym typeface="Nanum Gothic"/>
            </a:endParaRPr>
          </a:p>
        </p:txBody>
      </p:sp>
      <p:cxnSp>
        <p:nvCxnSpPr>
          <p:cNvPr id="637" name="Google Shape;637;p11"/>
          <p:cNvCxnSpPr>
            <a:stCxn id="636" idx="2"/>
          </p:cNvCxnSpPr>
          <p:nvPr/>
        </p:nvCxnSpPr>
        <p:spPr>
          <a:xfrm flipH="1">
            <a:off x="5857414" y="5010482"/>
            <a:ext cx="138300" cy="186041"/>
          </a:xfrm>
          <a:prstGeom prst="straightConnector1">
            <a:avLst/>
          </a:prstGeom>
          <a:noFill/>
          <a:ln w="9525" cap="flat" cmpd="sng">
            <a:solidFill>
              <a:srgbClr val="0070C0"/>
            </a:solidFill>
            <a:prstDash val="solid"/>
            <a:round/>
            <a:headEnd type="none" w="sm" len="sm"/>
            <a:tailEnd type="none" w="sm" len="sm"/>
          </a:ln>
        </p:spPr>
      </p:cxnSp>
      <p:sp>
        <p:nvSpPr>
          <p:cNvPr id="638" name="Google Shape;638;p11"/>
          <p:cNvSpPr/>
          <p:nvPr/>
        </p:nvSpPr>
        <p:spPr>
          <a:xfrm>
            <a:off x="4951206" y="5273557"/>
            <a:ext cx="1441954" cy="316266"/>
          </a:xfrm>
          <a:prstGeom prst="rect">
            <a:avLst/>
          </a:prstGeom>
          <a:noFill/>
          <a:ln w="9525" cap="flat" cmpd="sng">
            <a:solidFill>
              <a:srgbClr val="0070C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700">
              <a:solidFill>
                <a:schemeClr val="dk1"/>
              </a:solidFill>
              <a:latin typeface="Times New Roman" pitchFamily="18" charset="0"/>
              <a:ea typeface="Malgun Gothic"/>
              <a:cs typeface="Times New Roman" pitchFamily="18" charset="0"/>
              <a:sym typeface="Malgun Gothic"/>
            </a:endParaRPr>
          </a:p>
        </p:txBody>
      </p:sp>
      <p:sp>
        <p:nvSpPr>
          <p:cNvPr id="639" name="Google Shape;639;p11"/>
          <p:cNvSpPr txBox="1"/>
          <p:nvPr/>
        </p:nvSpPr>
        <p:spPr>
          <a:xfrm>
            <a:off x="6827057" y="5614383"/>
            <a:ext cx="2019487"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ko-KR" sz="1000" i="1" smtClean="0">
                <a:solidFill>
                  <a:srgbClr val="0070C0"/>
                </a:solidFill>
                <a:latin typeface="Times New Roman" pitchFamily="18" charset="0"/>
                <a:ea typeface="Nanum Gothic"/>
                <a:cs typeface="Times New Roman" pitchFamily="18" charset="0"/>
                <a:sym typeface="Nanum Gothic"/>
              </a:rPr>
              <a:t>Tên sản phẩm</a:t>
            </a:r>
            <a:endParaRPr sz="1000" i="1">
              <a:solidFill>
                <a:srgbClr val="0070C0"/>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en-US" altLang="ko-KR" sz="1000" i="1" smtClean="0">
                <a:solidFill>
                  <a:srgbClr val="0070C0"/>
                </a:solidFill>
                <a:latin typeface="Times New Roman" pitchFamily="18" charset="0"/>
                <a:ea typeface="Nanum Gothic"/>
                <a:cs typeface="Times New Roman" pitchFamily="18" charset="0"/>
                <a:sym typeface="Nanum Gothic"/>
              </a:rPr>
              <a:t>Tên option</a:t>
            </a:r>
            <a:endParaRPr sz="1000" i="1">
              <a:solidFill>
                <a:srgbClr val="0070C0"/>
              </a:solidFill>
              <a:latin typeface="Times New Roman" pitchFamily="18" charset="0"/>
              <a:ea typeface="Nanum Gothic"/>
              <a:cs typeface="Times New Roman" pitchFamily="18" charset="0"/>
              <a:sym typeface="Nanum Gothic"/>
            </a:endParaRPr>
          </a:p>
          <a:p>
            <a:pPr marL="0" marR="0" lvl="0" indent="0" algn="l" rtl="0">
              <a:spcBef>
                <a:spcPts val="0"/>
              </a:spcBef>
              <a:spcAft>
                <a:spcPts val="0"/>
              </a:spcAft>
              <a:buNone/>
            </a:pPr>
            <a:r>
              <a:rPr lang="vi-VN" altLang="ko-KR" sz="1000" i="1" smtClean="0">
                <a:solidFill>
                  <a:srgbClr val="0070C0"/>
                </a:solidFill>
                <a:latin typeface="Times New Roman" pitchFamily="18" charset="0"/>
                <a:ea typeface="Nanum Gothic"/>
                <a:cs typeface="Times New Roman" pitchFamily="18" charset="0"/>
                <a:sym typeface="Nanum Gothic"/>
              </a:rPr>
              <a:t>Tên người mua</a:t>
            </a:r>
            <a:r>
              <a:rPr lang="en-US" altLang="ko-KR" sz="1000" i="1" smtClean="0">
                <a:solidFill>
                  <a:srgbClr val="0070C0"/>
                </a:solidFill>
                <a:latin typeface="Times New Roman" pitchFamily="18" charset="0"/>
                <a:ea typeface="Nanum Gothic"/>
                <a:cs typeface="Times New Roman" pitchFamily="18" charset="0"/>
                <a:sym typeface="Nanum Gothic"/>
              </a:rPr>
              <a:t> </a:t>
            </a:r>
            <a:r>
              <a:rPr lang="ko-KR" sz="1000" i="1" smtClean="0">
                <a:solidFill>
                  <a:srgbClr val="0070C0"/>
                </a:solidFill>
                <a:latin typeface="Times New Roman" pitchFamily="18" charset="0"/>
                <a:ea typeface="Nanum Gothic"/>
                <a:cs typeface="Times New Roman" pitchFamily="18" charset="0"/>
                <a:sym typeface="Nanum Gothic"/>
              </a:rPr>
              <a:t>(</a:t>
            </a:r>
            <a:r>
              <a:rPr lang="vi-VN" altLang="ko-KR" sz="1000" i="1" smtClean="0">
                <a:solidFill>
                  <a:srgbClr val="0070C0"/>
                </a:solidFill>
                <a:latin typeface="Times New Roman" pitchFamily="18" charset="0"/>
                <a:ea typeface="Nanum Gothic"/>
                <a:cs typeface="Times New Roman" pitchFamily="18" charset="0"/>
                <a:sym typeface="Nanum Gothic"/>
              </a:rPr>
              <a:t>Số điện thoại</a:t>
            </a:r>
            <a:r>
              <a:rPr lang="ko-KR" sz="1000" i="1" smtClean="0">
                <a:solidFill>
                  <a:srgbClr val="0070C0"/>
                </a:solidFill>
                <a:latin typeface="Times New Roman" pitchFamily="18" charset="0"/>
                <a:ea typeface="Nanum Gothic"/>
                <a:cs typeface="Times New Roman" pitchFamily="18" charset="0"/>
                <a:sym typeface="Nanum Gothic"/>
              </a:rPr>
              <a:t>)</a:t>
            </a:r>
            <a:endParaRPr>
              <a:latin typeface="Times New Roman" pitchFamily="18" charset="0"/>
              <a:cs typeface="Times New Roman" pitchFamily="18" charset="0"/>
            </a:endParaRPr>
          </a:p>
          <a:p>
            <a:pPr marL="0" marR="0" lvl="0" indent="0" algn="l" rtl="0">
              <a:spcBef>
                <a:spcPts val="0"/>
              </a:spcBef>
              <a:spcAft>
                <a:spcPts val="0"/>
              </a:spcAft>
              <a:buNone/>
            </a:pPr>
            <a:r>
              <a:rPr lang="en-US" altLang="ko-KR" sz="1000" i="1" smtClean="0">
                <a:solidFill>
                  <a:srgbClr val="0070C0"/>
                </a:solidFill>
                <a:latin typeface="Times New Roman" pitchFamily="18" charset="0"/>
                <a:ea typeface="Nanum Gothic"/>
                <a:cs typeface="Times New Roman" pitchFamily="18" charset="0"/>
                <a:sym typeface="Nanum Gothic"/>
              </a:rPr>
              <a:t>Ghi năm-tháng-ngày mua</a:t>
            </a:r>
            <a:endParaRPr sz="1000" i="1">
              <a:solidFill>
                <a:srgbClr val="0070C0"/>
              </a:solidFill>
              <a:latin typeface="Times New Roman" pitchFamily="18" charset="0"/>
              <a:ea typeface="Nanum Gothic"/>
              <a:cs typeface="Times New Roman" pitchFamily="18" charset="0"/>
              <a:sym typeface="Nanum Gothic"/>
            </a:endParaRPr>
          </a:p>
        </p:txBody>
      </p:sp>
      <p:sp>
        <p:nvSpPr>
          <p:cNvPr id="640" name="Google Shape;640;p11"/>
          <p:cNvSpPr/>
          <p:nvPr/>
        </p:nvSpPr>
        <p:spPr>
          <a:xfrm>
            <a:off x="416496" y="1150309"/>
            <a:ext cx="4248472" cy="362975"/>
          </a:xfrm>
          <a:prstGeom prst="rect">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Nanum Gothic"/>
              <a:cs typeface="Times New Roman" pitchFamily="18" charset="0"/>
              <a:sym typeface="Nanum Gothic"/>
            </a:endParaRPr>
          </a:p>
        </p:txBody>
      </p:sp>
      <p:sp>
        <p:nvSpPr>
          <p:cNvPr id="641" name="Google Shape;641;p11"/>
          <p:cNvSpPr/>
          <p:nvPr/>
        </p:nvSpPr>
        <p:spPr>
          <a:xfrm>
            <a:off x="1042339" y="1210874"/>
            <a:ext cx="620683"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900" b="1" smtClean="0">
                <a:solidFill>
                  <a:schemeClr val="dk1"/>
                </a:solidFill>
                <a:latin typeface="Times New Roman" pitchFamily="18" charset="0"/>
                <a:ea typeface="Nanum Gothic"/>
                <a:cs typeface="Times New Roman" pitchFamily="18" charset="0"/>
                <a:sym typeface="Nanum Gothic"/>
              </a:rPr>
              <a:t>Mua xong</a:t>
            </a:r>
            <a:endParaRPr sz="900" b="1">
              <a:solidFill>
                <a:schemeClr val="dk1"/>
              </a:solidFill>
              <a:latin typeface="Times New Roman" pitchFamily="18" charset="0"/>
              <a:ea typeface="Nanum Gothic"/>
              <a:cs typeface="Times New Roman" pitchFamily="18" charset="0"/>
              <a:sym typeface="Nanum Gothic"/>
            </a:endParaRPr>
          </a:p>
        </p:txBody>
      </p:sp>
      <p:cxnSp>
        <p:nvCxnSpPr>
          <p:cNvPr id="642" name="Google Shape;642;p11"/>
          <p:cNvCxnSpPr/>
          <p:nvPr/>
        </p:nvCxnSpPr>
        <p:spPr>
          <a:xfrm>
            <a:off x="503269" y="1491555"/>
            <a:ext cx="559642" cy="0"/>
          </a:xfrm>
          <a:prstGeom prst="straightConnector1">
            <a:avLst/>
          </a:prstGeom>
          <a:noFill/>
          <a:ln w="38100" cap="flat" cmpd="sng">
            <a:solidFill>
              <a:srgbClr val="C00000"/>
            </a:solidFill>
            <a:prstDash val="solid"/>
            <a:round/>
            <a:headEnd type="none" w="sm" len="sm"/>
            <a:tailEnd type="none" w="sm" len="sm"/>
          </a:ln>
        </p:spPr>
      </p:cxnSp>
      <p:sp>
        <p:nvSpPr>
          <p:cNvPr id="643" name="Google Shape;643;p11"/>
          <p:cNvSpPr/>
          <p:nvPr/>
        </p:nvSpPr>
        <p:spPr>
          <a:xfrm>
            <a:off x="1634058" y="1210874"/>
            <a:ext cx="620683"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900" b="1" smtClean="0">
                <a:solidFill>
                  <a:schemeClr val="dk1"/>
                </a:solidFill>
                <a:latin typeface="Times New Roman" pitchFamily="18" charset="0"/>
                <a:ea typeface="Nanum Gothic"/>
                <a:cs typeface="Times New Roman" pitchFamily="18" charset="0"/>
                <a:sym typeface="Nanum Gothic"/>
              </a:rPr>
              <a:t>Sử dụng xong</a:t>
            </a:r>
            <a:endParaRPr sz="900" b="1">
              <a:solidFill>
                <a:schemeClr val="dk1"/>
              </a:solidFill>
              <a:latin typeface="Times New Roman" pitchFamily="18" charset="0"/>
              <a:ea typeface="Nanum Gothic"/>
              <a:cs typeface="Times New Roman" pitchFamily="18" charset="0"/>
              <a:sym typeface="Nanum Gothic"/>
            </a:endParaRPr>
          </a:p>
        </p:txBody>
      </p:sp>
      <p:sp>
        <p:nvSpPr>
          <p:cNvPr id="644" name="Google Shape;644;p11"/>
          <p:cNvSpPr/>
          <p:nvPr/>
        </p:nvSpPr>
        <p:spPr>
          <a:xfrm>
            <a:off x="2867270" y="1067653"/>
            <a:ext cx="620683" cy="5077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900" b="1" smtClean="0">
                <a:solidFill>
                  <a:schemeClr val="dk1"/>
                </a:solidFill>
                <a:latin typeface="Times New Roman" pitchFamily="18" charset="0"/>
                <a:ea typeface="Nanum Gothic"/>
                <a:cs typeface="Times New Roman" pitchFamily="18" charset="0"/>
                <a:sym typeface="Nanum Gothic"/>
              </a:rPr>
              <a:t>Hoàn tiền xong</a:t>
            </a:r>
            <a:endParaRPr sz="900" b="1">
              <a:solidFill>
                <a:schemeClr val="dk1"/>
              </a:solidFill>
              <a:latin typeface="Times New Roman" pitchFamily="18" charset="0"/>
              <a:ea typeface="Nanum Gothic"/>
              <a:cs typeface="Times New Roman" pitchFamily="18" charset="0"/>
              <a:sym typeface="Nanum Gothic"/>
            </a:endParaRPr>
          </a:p>
        </p:txBody>
      </p:sp>
      <p:sp>
        <p:nvSpPr>
          <p:cNvPr id="645" name="Google Shape;645;p11"/>
          <p:cNvSpPr/>
          <p:nvPr/>
        </p:nvSpPr>
        <p:spPr>
          <a:xfrm>
            <a:off x="3524692" y="1210874"/>
            <a:ext cx="838691"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900" b="1" smtClean="0">
                <a:solidFill>
                  <a:schemeClr val="dk1"/>
                </a:solidFill>
                <a:latin typeface="Times New Roman" pitchFamily="18" charset="0"/>
                <a:ea typeface="Nanum Gothic"/>
                <a:cs typeface="Times New Roman" pitchFamily="18" charset="0"/>
                <a:sym typeface="Nanum Gothic"/>
              </a:rPr>
              <a:t>Hết hạn sử dụng</a:t>
            </a:r>
            <a:endParaRPr>
              <a:latin typeface="Times New Roman" pitchFamily="18" charset="0"/>
              <a:cs typeface="Times New Roman" pitchFamily="18" charset="0"/>
            </a:endParaRPr>
          </a:p>
        </p:txBody>
      </p:sp>
      <p:sp>
        <p:nvSpPr>
          <p:cNvPr id="646" name="Google Shape;646;p11"/>
          <p:cNvSpPr/>
          <p:nvPr/>
        </p:nvSpPr>
        <p:spPr>
          <a:xfrm>
            <a:off x="451692" y="1210874"/>
            <a:ext cx="616944" cy="2307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900" b="1" smtClean="0">
                <a:solidFill>
                  <a:srgbClr val="C00000"/>
                </a:solidFill>
                <a:latin typeface="Times New Roman" pitchFamily="18" charset="0"/>
                <a:ea typeface="Nanum Gothic"/>
                <a:cs typeface="Times New Roman" pitchFamily="18" charset="0"/>
                <a:sym typeface="Nanum Gothic"/>
              </a:rPr>
              <a:t>Toàn bộ</a:t>
            </a:r>
            <a:endParaRPr sz="900" b="1">
              <a:solidFill>
                <a:srgbClr val="C00000"/>
              </a:solidFill>
              <a:latin typeface="Times New Roman" pitchFamily="18" charset="0"/>
              <a:ea typeface="Nanum Gothic"/>
              <a:cs typeface="Times New Roman" pitchFamily="18" charset="0"/>
              <a:sym typeface="Nanum Gothic"/>
            </a:endParaRPr>
          </a:p>
        </p:txBody>
      </p:sp>
      <p:sp>
        <p:nvSpPr>
          <p:cNvPr id="647" name="Google Shape;647;p11"/>
          <p:cNvSpPr/>
          <p:nvPr/>
        </p:nvSpPr>
        <p:spPr>
          <a:xfrm>
            <a:off x="2186925" y="1067614"/>
            <a:ext cx="729687" cy="5077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900" b="1" smtClean="0">
                <a:solidFill>
                  <a:schemeClr val="dk1"/>
                </a:solidFill>
                <a:latin typeface="Times New Roman" pitchFamily="18" charset="0"/>
                <a:ea typeface="Nanum Gothic"/>
                <a:cs typeface="Times New Roman" pitchFamily="18" charset="0"/>
                <a:sym typeface="Nanum Gothic"/>
              </a:rPr>
              <a:t>Đang yêu cầu hoàn tiền</a:t>
            </a:r>
            <a:endParaRPr sz="900" b="1">
              <a:solidFill>
                <a:schemeClr val="dk1"/>
              </a:solidFill>
              <a:latin typeface="Times New Roman" pitchFamily="18" charset="0"/>
              <a:ea typeface="Nanum Gothic"/>
              <a:cs typeface="Times New Roman" pitchFamily="18" charset="0"/>
              <a:sym typeface="Nanum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mtClean="0">
                <a:latin typeface="Times New Roman" pitchFamily="18" charset="0"/>
                <a:ea typeface="Nanum Gothic" panose="020D0604000000000000" pitchFamily="34" charset="-127"/>
                <a:cs typeface="Times New Roman" pitchFamily="18" charset="0"/>
              </a:rPr>
              <a:t>Main</a:t>
            </a:r>
            <a:r>
              <a:rPr lang="ko-KR" altLang="en-US" smtClean="0">
                <a:latin typeface="Times New Roman" pitchFamily="18" charset="0"/>
                <a:ea typeface="Nanum Gothic" panose="020D0604000000000000" pitchFamily="34" charset="-127"/>
                <a:cs typeface="Times New Roman" pitchFamily="18" charset="0"/>
              </a:rPr>
              <a:t> </a:t>
            </a:r>
            <a:r>
              <a:rPr lang="en-US" altLang="ko-KR" smtClean="0">
                <a:latin typeface="Times New Roman" pitchFamily="18" charset="0"/>
                <a:ea typeface="Nanum Gothic" panose="020D0604000000000000" pitchFamily="34" charset="-127"/>
                <a:cs typeface="Times New Roman" pitchFamily="18" charset="0"/>
              </a:rPr>
              <a:t>&gt; Quản lý đơn hàng&gt;</a:t>
            </a:r>
            <a:r>
              <a:rPr lang="ko-KR" altLang="en-US" smtClean="0">
                <a:latin typeface="Times New Roman" pitchFamily="18" charset="0"/>
                <a:ea typeface="Nanum Gothic" panose="020D0604000000000000" pitchFamily="34" charset="-127"/>
                <a:cs typeface="Times New Roman" pitchFamily="18" charset="0"/>
              </a:rPr>
              <a:t> </a:t>
            </a:r>
            <a:r>
              <a:rPr lang="en-US" altLang="ko-KR" smtClean="0">
                <a:latin typeface="Times New Roman" pitchFamily="18" charset="0"/>
                <a:ea typeface="Nanum Gothic" panose="020D0604000000000000" pitchFamily="34" charset="-127"/>
                <a:cs typeface="Times New Roman" pitchFamily="18" charset="0"/>
              </a:rPr>
              <a:t>Filter</a:t>
            </a:r>
            <a:r>
              <a:rPr lang="ko-KR" altLang="en-US" smtClean="0">
                <a:latin typeface="Times New Roman" pitchFamily="18" charset="0"/>
                <a:ea typeface="Nanum Gothic" panose="020D0604000000000000" pitchFamily="34" charset="-127"/>
                <a:cs typeface="Times New Roman" pitchFamily="18" charset="0"/>
              </a:rPr>
              <a:t> </a:t>
            </a:r>
            <a:r>
              <a:rPr lang="en-US" altLang="ko-KR" smtClean="0">
                <a:latin typeface="Times New Roman" pitchFamily="18" charset="0"/>
                <a:ea typeface="Nanum Gothic" panose="020D0604000000000000" pitchFamily="34" charset="-127"/>
                <a:cs typeface="Times New Roman" pitchFamily="18" charset="0"/>
              </a:rPr>
              <a:t>(Modal pop-up:</a:t>
            </a:r>
            <a:r>
              <a:rPr lang="ko-KR" altLang="en-US" smtClean="0">
                <a:latin typeface="Times New Roman" pitchFamily="18" charset="0"/>
                <a:ea typeface="Nanum Gothic" panose="020D0604000000000000" pitchFamily="34" charset="-127"/>
                <a:cs typeface="Times New Roman" pitchFamily="18" charset="0"/>
              </a:rPr>
              <a:t> </a:t>
            </a:r>
            <a:r>
              <a:rPr lang="en-US" altLang="ko-KR" smtClean="0">
                <a:latin typeface="Times New Roman" pitchFamily="18" charset="0"/>
                <a:ea typeface="Nanum Gothic" panose="020D0604000000000000" pitchFamily="34" charset="-127"/>
                <a:cs typeface="Times New Roman" pitchFamily="18" charset="0"/>
              </a:rPr>
              <a:t>Che hết toàn bộ màn hình)</a:t>
            </a:r>
            <a:endParaRPr lang="ko-KR" altLang="en-US" dirty="0">
              <a:latin typeface="Times New Roman" pitchFamily="18" charset="0"/>
              <a:ea typeface="Nanum Gothic" panose="020D0604000000000000" pitchFamily="34" charset="-127"/>
              <a:cs typeface="Times New Roman" pitchFamily="18" charset="0"/>
            </a:endParaRPr>
          </a:p>
        </p:txBody>
      </p:sp>
      <p:graphicFrame>
        <p:nvGraphicFramePr>
          <p:cNvPr id="89" name="표 88">
            <a:extLst>
              <a:ext uri="{FF2B5EF4-FFF2-40B4-BE49-F238E27FC236}">
                <a16:creationId xmlns="" xmlns:a16="http://schemas.microsoft.com/office/drawing/2014/main" id="{2C10C65E-0E9E-844F-B1E1-6039F2D08D34}"/>
              </a:ext>
            </a:extLst>
          </p:cNvPr>
          <p:cNvGraphicFramePr>
            <a:graphicFrameLocks noGrp="1"/>
          </p:cNvGraphicFramePr>
          <p:nvPr>
            <p:extLst>
              <p:ext uri="{D42A27DB-BD31-4B8C-83A1-F6EECF244321}">
                <p14:modId xmlns="" xmlns:p14="http://schemas.microsoft.com/office/powerpoint/2010/main" val="3293263209"/>
              </p:ext>
            </p:extLst>
          </p:nvPr>
        </p:nvGraphicFramePr>
        <p:xfrm>
          <a:off x="7453089" y="807470"/>
          <a:ext cx="2357214" cy="1731600"/>
        </p:xfrm>
        <a:graphic>
          <a:graphicData uri="http://schemas.openxmlformats.org/drawingml/2006/table">
            <a:tbl>
              <a:tblPr firstRow="1" bandRow="1">
                <a:tableStyleId>{5940675A-B579-460E-94D1-54222C63F5DA}</a:tableStyleId>
              </a:tblPr>
              <a:tblGrid>
                <a:gridCol w="196974">
                  <a:extLst>
                    <a:ext uri="{9D8B030D-6E8A-4147-A177-3AD203B41FA5}">
                      <a16:colId xmlns="" xmlns:a16="http://schemas.microsoft.com/office/drawing/2014/main" val="20000"/>
                    </a:ext>
                  </a:extLst>
                </a:gridCol>
                <a:gridCol w="2160240">
                  <a:extLst>
                    <a:ext uri="{9D8B030D-6E8A-4147-A177-3AD203B41FA5}">
                      <a16:colId xmlns="" xmlns:a16="http://schemas.microsoft.com/office/drawing/2014/main" val="20001"/>
                    </a:ext>
                  </a:extLst>
                </a:gridCol>
              </a:tblGrid>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1</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Thời gian tìm kiếm: Chỉ được chọn 1 cái</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140794">
                <a:tc>
                  <a:txBody>
                    <a:bodyPr/>
                    <a:lstStyle/>
                    <a:p>
                      <a:pPr algn="ctr" latinLnBrk="1"/>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chọn nhập trực tiếp: kích hoạt trường nhập ngày tháng bên dưới (tham khảo trang sau)</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429399338"/>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2</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Kênh:</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Có thể chọn nhiều cái</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Tuy nhiên, khi chọn toàn bộ thì bỏ chọn những cái còn lại.</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709897334"/>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3</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Nhà cung cấp: Chỉ được chọn 1 cái</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764830753"/>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4</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bấm thì đóng layer lại và kết quả tìm kiếm được refresh theo điều kiện đã chọn</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bl>
          </a:graphicData>
        </a:graphic>
      </p:graphicFrame>
      <p:sp>
        <p:nvSpPr>
          <p:cNvPr id="67" name="직사각형 66">
            <a:extLst>
              <a:ext uri="{FF2B5EF4-FFF2-40B4-BE49-F238E27FC236}">
                <a16:creationId xmlns="" xmlns:a16="http://schemas.microsoft.com/office/drawing/2014/main" id="{3D28B16D-F97A-6946-8365-FC988F3EB0C2}"/>
              </a:ext>
            </a:extLst>
          </p:cNvPr>
          <p:cNvSpPr/>
          <p:nvPr/>
        </p:nvSpPr>
        <p:spPr>
          <a:xfrm>
            <a:off x="4194065" y="2404575"/>
            <a:ext cx="3079055" cy="4313767"/>
          </a:xfrm>
          <a:prstGeom prst="rect">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ko-KR" sz="1100" b="1" smtClean="0">
                <a:solidFill>
                  <a:schemeClr val="tx1"/>
                </a:solidFill>
                <a:latin typeface="Times New Roman" pitchFamily="18" charset="0"/>
                <a:ea typeface="Nanum Gothic" panose="020D0604000000000000" pitchFamily="34" charset="-127"/>
                <a:cs typeface="Times New Roman" pitchFamily="18" charset="0"/>
              </a:rPr>
              <a:t>Điều kiện chi tiết</a:t>
            </a:r>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rgbClr val="000000"/>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68" name="직사각형 67">
            <a:extLst>
              <a:ext uri="{FF2B5EF4-FFF2-40B4-BE49-F238E27FC236}">
                <a16:creationId xmlns="" xmlns:a16="http://schemas.microsoft.com/office/drawing/2014/main" id="{478DE87C-F9FB-5F4A-9A90-1B96A8A48353}"/>
              </a:ext>
            </a:extLst>
          </p:cNvPr>
          <p:cNvSpPr/>
          <p:nvPr/>
        </p:nvSpPr>
        <p:spPr>
          <a:xfrm>
            <a:off x="4908390" y="6410296"/>
            <a:ext cx="1802730" cy="222295"/>
          </a:xfrm>
          <a:prstGeom prst="rect">
            <a:avLst/>
          </a:prstGeom>
          <a:solidFill>
            <a:schemeClr val="tx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900" b="1" smtClean="0">
                <a:solidFill>
                  <a:schemeClr val="bg1"/>
                </a:solidFill>
                <a:latin typeface="Times New Roman" pitchFamily="18" charset="0"/>
                <a:ea typeface="Nanum Gothic" panose="020D0604000000000000" pitchFamily="34" charset="-127"/>
                <a:cs typeface="Times New Roman" pitchFamily="18" charset="0"/>
              </a:rPr>
              <a:t>Áp dụng</a:t>
            </a:r>
            <a:endParaRPr lang="ko-KR" altLang="en-US" sz="900" b="1" dirty="0">
              <a:solidFill>
                <a:schemeClr val="bg1"/>
              </a:solidFill>
              <a:latin typeface="Times New Roman" pitchFamily="18" charset="0"/>
              <a:ea typeface="Nanum Gothic" panose="020D0604000000000000" pitchFamily="34" charset="-127"/>
              <a:cs typeface="Times New Roman" pitchFamily="18" charset="0"/>
            </a:endParaRPr>
          </a:p>
        </p:txBody>
      </p:sp>
      <p:sp>
        <p:nvSpPr>
          <p:cNvPr id="69" name="TextBox 68">
            <a:extLst>
              <a:ext uri="{FF2B5EF4-FFF2-40B4-BE49-F238E27FC236}">
                <a16:creationId xmlns="" xmlns:a16="http://schemas.microsoft.com/office/drawing/2014/main" id="{0927D6D7-66B2-CA4A-8C1E-B0C5F52D9968}"/>
              </a:ext>
            </a:extLst>
          </p:cNvPr>
          <p:cNvSpPr txBox="1"/>
          <p:nvPr/>
        </p:nvSpPr>
        <p:spPr>
          <a:xfrm>
            <a:off x="6928263" y="2427065"/>
            <a:ext cx="332142" cy="338554"/>
          </a:xfrm>
          <a:prstGeom prst="rect">
            <a:avLst/>
          </a:prstGeom>
          <a:noFill/>
        </p:spPr>
        <p:txBody>
          <a:bodyPr wrap="none" rtlCol="0">
            <a:spAutoFit/>
          </a:bodyPr>
          <a:lstStyle/>
          <a:p>
            <a:r>
              <a:rPr lang="en-US" altLang="ko-KR" sz="1600" b="1" dirty="0">
                <a:latin typeface="Times New Roman" pitchFamily="18" charset="0"/>
                <a:ea typeface="Nanum Gothic" panose="020D0604000000000000" pitchFamily="34" charset="-127"/>
                <a:cs typeface="Times New Roman" pitchFamily="18" charset="0"/>
              </a:rPr>
              <a:t>X</a:t>
            </a:r>
            <a:endParaRPr lang="ko-KR" altLang="en-US" sz="1600" b="1" dirty="0">
              <a:latin typeface="Times New Roman" pitchFamily="18" charset="0"/>
              <a:ea typeface="Nanum Gothic" panose="020D0604000000000000" pitchFamily="34" charset="-127"/>
              <a:cs typeface="Times New Roman" pitchFamily="18" charset="0"/>
            </a:endParaRPr>
          </a:p>
        </p:txBody>
      </p:sp>
      <p:sp>
        <p:nvSpPr>
          <p:cNvPr id="28" name="직사각형 27">
            <a:extLst>
              <a:ext uri="{FF2B5EF4-FFF2-40B4-BE49-F238E27FC236}">
                <a16:creationId xmlns="" xmlns:a16="http://schemas.microsoft.com/office/drawing/2014/main" id="{0FDD871C-BAC3-004B-9561-D0B18996EF94}"/>
              </a:ext>
            </a:extLst>
          </p:cNvPr>
          <p:cNvSpPr/>
          <p:nvPr/>
        </p:nvSpPr>
        <p:spPr>
          <a:xfrm>
            <a:off x="5442125" y="2975964"/>
            <a:ext cx="559224" cy="240391"/>
          </a:xfrm>
          <a:prstGeom prst="rect">
            <a:avLst/>
          </a:prstGeom>
          <a:solidFill>
            <a:schemeClr val="accent6">
              <a:lumMod val="20000"/>
              <a:lumOff val="80000"/>
            </a:schemeClr>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Hôm nay</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3" name="직사각형 2">
            <a:extLst>
              <a:ext uri="{FF2B5EF4-FFF2-40B4-BE49-F238E27FC236}">
                <a16:creationId xmlns="" xmlns:a16="http://schemas.microsoft.com/office/drawing/2014/main" id="{EDAAA980-7984-BA4E-8DC2-CFB7459FD0C4}"/>
              </a:ext>
            </a:extLst>
          </p:cNvPr>
          <p:cNvSpPr/>
          <p:nvPr/>
        </p:nvSpPr>
        <p:spPr>
          <a:xfrm>
            <a:off x="4287707" y="2738670"/>
            <a:ext cx="1130438" cy="230832"/>
          </a:xfrm>
          <a:prstGeom prst="rect">
            <a:avLst/>
          </a:prstGeom>
        </p:spPr>
        <p:txBody>
          <a:bodyPr wrap="none">
            <a:spAutoFit/>
          </a:bodyPr>
          <a:lstStyle/>
          <a:p>
            <a:r>
              <a:rPr lang="en-US" altLang="ko-KR" sz="900" b="1" smtClean="0">
                <a:latin typeface="Times New Roman" pitchFamily="18" charset="0"/>
                <a:ea typeface="Nanum Gothic" panose="020D0604000000000000" pitchFamily="34" charset="-127"/>
                <a:cs typeface="Times New Roman" pitchFamily="18" charset="0"/>
              </a:rPr>
              <a:t>Thời gian tìm kiếm</a:t>
            </a:r>
            <a:endParaRPr lang="en-US" altLang="ko-KR" sz="500" dirty="0">
              <a:latin typeface="Times New Roman" pitchFamily="18" charset="0"/>
              <a:ea typeface="Nanum Gothic" panose="020D0604000000000000" pitchFamily="34" charset="-127"/>
              <a:cs typeface="Times New Roman" pitchFamily="18" charset="0"/>
            </a:endParaRPr>
          </a:p>
        </p:txBody>
      </p:sp>
      <p:sp>
        <p:nvSpPr>
          <p:cNvPr id="30" name="직사각형 29">
            <a:extLst>
              <a:ext uri="{FF2B5EF4-FFF2-40B4-BE49-F238E27FC236}">
                <a16:creationId xmlns="" xmlns:a16="http://schemas.microsoft.com/office/drawing/2014/main" id="{1413FB50-DAD5-5D47-A3DA-FC39AFB689EC}"/>
              </a:ext>
            </a:extLst>
          </p:cNvPr>
          <p:cNvSpPr/>
          <p:nvPr/>
        </p:nvSpPr>
        <p:spPr>
          <a:xfrm>
            <a:off x="4865780" y="2975964"/>
            <a:ext cx="523718"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chemeClr val="tx1"/>
                </a:solidFill>
                <a:latin typeface="Times New Roman" pitchFamily="18" charset="0"/>
                <a:ea typeface="Nanum Gothic" panose="020D0604000000000000" pitchFamily="34" charset="-127"/>
                <a:cs typeface="Times New Roman" pitchFamily="18" charset="0"/>
              </a:rPr>
              <a:t>Hôm qua</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31" name="직사각형 30">
            <a:extLst>
              <a:ext uri="{FF2B5EF4-FFF2-40B4-BE49-F238E27FC236}">
                <a16:creationId xmlns="" xmlns:a16="http://schemas.microsoft.com/office/drawing/2014/main" id="{3C299A56-D1DA-0847-AB9A-AF5E448C0F38}"/>
              </a:ext>
            </a:extLst>
          </p:cNvPr>
          <p:cNvSpPr/>
          <p:nvPr/>
        </p:nvSpPr>
        <p:spPr>
          <a:xfrm>
            <a:off x="6089124" y="2975964"/>
            <a:ext cx="681906"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chemeClr val="tx1"/>
                </a:solidFill>
                <a:latin typeface="Times New Roman" pitchFamily="18" charset="0"/>
                <a:ea typeface="Nanum Gothic" panose="020D0604000000000000" pitchFamily="34" charset="-127"/>
                <a:cs typeface="Times New Roman" pitchFamily="18" charset="0"/>
              </a:rPr>
              <a:t>7 ngày gần nhất</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32" name="직사각형 31">
            <a:extLst>
              <a:ext uri="{FF2B5EF4-FFF2-40B4-BE49-F238E27FC236}">
                <a16:creationId xmlns="" xmlns:a16="http://schemas.microsoft.com/office/drawing/2014/main" id="{3165FB2E-8B62-FD4F-923D-FF4576F11F62}"/>
              </a:ext>
            </a:extLst>
          </p:cNvPr>
          <p:cNvSpPr/>
          <p:nvPr/>
        </p:nvSpPr>
        <p:spPr>
          <a:xfrm>
            <a:off x="4315079" y="3260786"/>
            <a:ext cx="636773" cy="272987"/>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chemeClr val="tx1"/>
                </a:solidFill>
                <a:latin typeface="Times New Roman" pitchFamily="18" charset="0"/>
                <a:ea typeface="Nanum Gothic" panose="020D0604000000000000" pitchFamily="34" charset="-127"/>
                <a:cs typeface="Times New Roman" pitchFamily="18" charset="0"/>
              </a:rPr>
              <a:t>1 tháng gần nhất</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33" name="직사각형 32">
            <a:extLst>
              <a:ext uri="{FF2B5EF4-FFF2-40B4-BE49-F238E27FC236}">
                <a16:creationId xmlns="" xmlns:a16="http://schemas.microsoft.com/office/drawing/2014/main" id="{F242FD57-7CB4-8A40-B2CE-E7B4D51430DF}"/>
              </a:ext>
            </a:extLst>
          </p:cNvPr>
          <p:cNvSpPr/>
          <p:nvPr/>
        </p:nvSpPr>
        <p:spPr>
          <a:xfrm>
            <a:off x="5006807" y="3277084"/>
            <a:ext cx="681906"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chemeClr val="tx1"/>
                </a:solidFill>
                <a:latin typeface="Times New Roman" pitchFamily="18" charset="0"/>
                <a:ea typeface="Nanum Gothic" panose="020D0604000000000000" pitchFamily="34" charset="-127"/>
                <a:cs typeface="Times New Roman" pitchFamily="18" charset="0"/>
              </a:rPr>
              <a:t>3 tháng gần nhất</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34" name="직사각형 33">
            <a:extLst>
              <a:ext uri="{FF2B5EF4-FFF2-40B4-BE49-F238E27FC236}">
                <a16:creationId xmlns="" xmlns:a16="http://schemas.microsoft.com/office/drawing/2014/main" id="{EE3F767E-154B-9C4F-B004-8E7A23CA846E}"/>
              </a:ext>
            </a:extLst>
          </p:cNvPr>
          <p:cNvSpPr/>
          <p:nvPr/>
        </p:nvSpPr>
        <p:spPr>
          <a:xfrm>
            <a:off x="5757356" y="3277084"/>
            <a:ext cx="681906"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chemeClr val="tx1"/>
                </a:solidFill>
                <a:latin typeface="Times New Roman" pitchFamily="18" charset="0"/>
                <a:ea typeface="Nanum Gothic" panose="020D0604000000000000" pitchFamily="34" charset="-127"/>
                <a:cs typeface="Times New Roman" pitchFamily="18" charset="0"/>
              </a:rPr>
              <a:t>6 tháng gần nhất</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37" name="직사각형 36">
            <a:extLst>
              <a:ext uri="{FF2B5EF4-FFF2-40B4-BE49-F238E27FC236}">
                <a16:creationId xmlns="" xmlns:a16="http://schemas.microsoft.com/office/drawing/2014/main" id="{BC464DF6-D69D-6640-ACFB-BBA8647052C2}"/>
              </a:ext>
            </a:extLst>
          </p:cNvPr>
          <p:cNvSpPr/>
          <p:nvPr/>
        </p:nvSpPr>
        <p:spPr>
          <a:xfrm>
            <a:off x="4240964" y="4386350"/>
            <a:ext cx="1592103" cy="230832"/>
          </a:xfrm>
          <a:prstGeom prst="rect">
            <a:avLst/>
          </a:prstGeom>
        </p:spPr>
        <p:txBody>
          <a:bodyPr wrap="none">
            <a:spAutoFit/>
          </a:bodyPr>
          <a:lstStyle/>
          <a:p>
            <a:r>
              <a:rPr lang="en-US" altLang="ko-KR" sz="900" b="1" smtClean="0">
                <a:latin typeface="Times New Roman" pitchFamily="18" charset="0"/>
                <a:ea typeface="Nanum Gothic" panose="020D0604000000000000" pitchFamily="34" charset="-127"/>
                <a:cs typeface="Times New Roman" pitchFamily="18" charset="0"/>
              </a:rPr>
              <a:t>Kênh (có thể chọn nhiều cái)</a:t>
            </a:r>
            <a:endParaRPr lang="en-US" altLang="ko-KR" sz="500" dirty="0">
              <a:latin typeface="Times New Roman" pitchFamily="18" charset="0"/>
              <a:ea typeface="Nanum Gothic" panose="020D0604000000000000" pitchFamily="34" charset="-127"/>
              <a:cs typeface="Times New Roman" pitchFamily="18" charset="0"/>
            </a:endParaRPr>
          </a:p>
        </p:txBody>
      </p:sp>
      <p:sp>
        <p:nvSpPr>
          <p:cNvPr id="38" name="직사각형 37">
            <a:extLst>
              <a:ext uri="{FF2B5EF4-FFF2-40B4-BE49-F238E27FC236}">
                <a16:creationId xmlns="" xmlns:a16="http://schemas.microsoft.com/office/drawing/2014/main" id="{8E806D4E-610D-2A42-9C51-2BCF94DC8E60}"/>
              </a:ext>
            </a:extLst>
          </p:cNvPr>
          <p:cNvSpPr/>
          <p:nvPr/>
        </p:nvSpPr>
        <p:spPr>
          <a:xfrm>
            <a:off x="4315080" y="4667970"/>
            <a:ext cx="595240" cy="240391"/>
          </a:xfrm>
          <a:prstGeom prst="rect">
            <a:avLst/>
          </a:prstGeom>
          <a:solidFill>
            <a:schemeClr val="accent6">
              <a:lumMod val="20000"/>
              <a:lumOff val="80000"/>
            </a:schemeClr>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Toàn bộ</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40" name="직사각형 39">
            <a:extLst>
              <a:ext uri="{FF2B5EF4-FFF2-40B4-BE49-F238E27FC236}">
                <a16:creationId xmlns="" xmlns:a16="http://schemas.microsoft.com/office/drawing/2014/main" id="{738C8985-515D-AC4A-9DBD-3A4DA459B06C}"/>
              </a:ext>
            </a:extLst>
          </p:cNvPr>
          <p:cNvSpPr/>
          <p:nvPr/>
        </p:nvSpPr>
        <p:spPr>
          <a:xfrm>
            <a:off x="4952837" y="4667970"/>
            <a:ext cx="595240"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Coupang</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41" name="직사각형 40">
            <a:extLst>
              <a:ext uri="{FF2B5EF4-FFF2-40B4-BE49-F238E27FC236}">
                <a16:creationId xmlns="" xmlns:a16="http://schemas.microsoft.com/office/drawing/2014/main" id="{524C2AAA-8FD7-174C-A583-6D3BC365968A}"/>
              </a:ext>
            </a:extLst>
          </p:cNvPr>
          <p:cNvSpPr/>
          <p:nvPr/>
        </p:nvSpPr>
        <p:spPr>
          <a:xfrm>
            <a:off x="5600909" y="4667970"/>
            <a:ext cx="595240"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Tmon</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42" name="직사각형 41">
            <a:extLst>
              <a:ext uri="{FF2B5EF4-FFF2-40B4-BE49-F238E27FC236}">
                <a16:creationId xmlns="" xmlns:a16="http://schemas.microsoft.com/office/drawing/2014/main" id="{10D2E052-4EE5-C44F-B4F8-A29AFE08C08E}"/>
              </a:ext>
            </a:extLst>
          </p:cNvPr>
          <p:cNvSpPr/>
          <p:nvPr/>
        </p:nvSpPr>
        <p:spPr>
          <a:xfrm>
            <a:off x="4315079" y="4987654"/>
            <a:ext cx="595240"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Kênh</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43" name="직사각형 42">
            <a:extLst>
              <a:ext uri="{FF2B5EF4-FFF2-40B4-BE49-F238E27FC236}">
                <a16:creationId xmlns="" xmlns:a16="http://schemas.microsoft.com/office/drawing/2014/main" id="{AAA4D85A-40B4-EA4D-BD60-2B3BE73DF5E7}"/>
              </a:ext>
            </a:extLst>
          </p:cNvPr>
          <p:cNvSpPr/>
          <p:nvPr/>
        </p:nvSpPr>
        <p:spPr>
          <a:xfrm>
            <a:off x="4960143" y="4987654"/>
            <a:ext cx="595240"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Kênh</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44" name="직사각형 43">
            <a:extLst>
              <a:ext uri="{FF2B5EF4-FFF2-40B4-BE49-F238E27FC236}">
                <a16:creationId xmlns="" xmlns:a16="http://schemas.microsoft.com/office/drawing/2014/main" id="{26FE8704-FF43-D747-BF27-863B2E7A7E44}"/>
              </a:ext>
            </a:extLst>
          </p:cNvPr>
          <p:cNvSpPr/>
          <p:nvPr/>
        </p:nvSpPr>
        <p:spPr>
          <a:xfrm>
            <a:off x="5619329" y="4987654"/>
            <a:ext cx="595240"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Kênh</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45" name="직사각형 44">
            <a:extLst>
              <a:ext uri="{FF2B5EF4-FFF2-40B4-BE49-F238E27FC236}">
                <a16:creationId xmlns="" xmlns:a16="http://schemas.microsoft.com/office/drawing/2014/main" id="{95B614D1-4430-3B48-87C3-034ED0B492F3}"/>
              </a:ext>
            </a:extLst>
          </p:cNvPr>
          <p:cNvSpPr/>
          <p:nvPr/>
        </p:nvSpPr>
        <p:spPr>
          <a:xfrm>
            <a:off x="6253536" y="4667970"/>
            <a:ext cx="595240"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Gmarket</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47" name="직사각형 46">
            <a:extLst>
              <a:ext uri="{FF2B5EF4-FFF2-40B4-BE49-F238E27FC236}">
                <a16:creationId xmlns="" xmlns:a16="http://schemas.microsoft.com/office/drawing/2014/main" id="{A805834E-8610-7641-8366-16784E08B4B8}"/>
              </a:ext>
            </a:extLst>
          </p:cNvPr>
          <p:cNvSpPr/>
          <p:nvPr/>
        </p:nvSpPr>
        <p:spPr>
          <a:xfrm>
            <a:off x="4298068" y="5425781"/>
            <a:ext cx="857927" cy="230832"/>
          </a:xfrm>
          <a:prstGeom prst="rect">
            <a:avLst/>
          </a:prstGeom>
        </p:spPr>
        <p:txBody>
          <a:bodyPr wrap="none">
            <a:spAutoFit/>
          </a:bodyPr>
          <a:lstStyle/>
          <a:p>
            <a:r>
              <a:rPr lang="en-US" altLang="ko-KR" sz="900" b="1" smtClean="0">
                <a:latin typeface="Times New Roman" pitchFamily="18" charset="0"/>
                <a:ea typeface="Nanum Gothic" panose="020D0604000000000000" pitchFamily="34" charset="-127"/>
                <a:cs typeface="Times New Roman" pitchFamily="18" charset="0"/>
              </a:rPr>
              <a:t>Nhà cung cấp</a:t>
            </a:r>
            <a:endParaRPr lang="en-US" altLang="ko-KR" sz="500" dirty="0">
              <a:latin typeface="Times New Roman" pitchFamily="18" charset="0"/>
              <a:ea typeface="Nanum Gothic" panose="020D0604000000000000" pitchFamily="34" charset="-127"/>
              <a:cs typeface="Times New Roman" pitchFamily="18" charset="0"/>
            </a:endParaRPr>
          </a:p>
        </p:txBody>
      </p:sp>
      <p:sp>
        <p:nvSpPr>
          <p:cNvPr id="66" name="직사각형 65">
            <a:extLst>
              <a:ext uri="{FF2B5EF4-FFF2-40B4-BE49-F238E27FC236}">
                <a16:creationId xmlns="" xmlns:a16="http://schemas.microsoft.com/office/drawing/2014/main" id="{B5AE80E2-C71C-3644-A060-247514005729}"/>
              </a:ext>
            </a:extLst>
          </p:cNvPr>
          <p:cNvSpPr/>
          <p:nvPr/>
        </p:nvSpPr>
        <p:spPr>
          <a:xfrm>
            <a:off x="4315078" y="2975964"/>
            <a:ext cx="489787"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chemeClr val="tx1"/>
                </a:solidFill>
                <a:latin typeface="Times New Roman" pitchFamily="18" charset="0"/>
                <a:ea typeface="Nanum Gothic" panose="020D0604000000000000" pitchFamily="34" charset="-127"/>
                <a:cs typeface="Times New Roman" pitchFamily="18" charset="0"/>
              </a:rPr>
              <a:t>Toàn bộ</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83" name="직사각형 82">
            <a:extLst>
              <a:ext uri="{FF2B5EF4-FFF2-40B4-BE49-F238E27FC236}">
                <a16:creationId xmlns="" xmlns:a16="http://schemas.microsoft.com/office/drawing/2014/main" id="{F80A72A8-4EA2-9F44-807C-EB02B835BBDB}"/>
              </a:ext>
            </a:extLst>
          </p:cNvPr>
          <p:cNvSpPr/>
          <p:nvPr/>
        </p:nvSpPr>
        <p:spPr>
          <a:xfrm>
            <a:off x="4333500" y="5693156"/>
            <a:ext cx="595240" cy="240391"/>
          </a:xfrm>
          <a:prstGeom prst="rect">
            <a:avLst/>
          </a:prstGeom>
          <a:solidFill>
            <a:schemeClr val="accent6">
              <a:lumMod val="20000"/>
              <a:lumOff val="80000"/>
            </a:schemeClr>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Toàn bộ</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84" name="직사각형 83">
            <a:extLst>
              <a:ext uri="{FF2B5EF4-FFF2-40B4-BE49-F238E27FC236}">
                <a16:creationId xmlns="" xmlns:a16="http://schemas.microsoft.com/office/drawing/2014/main" id="{71CE72FA-0C03-9B41-9AD3-ACD8B06B1298}"/>
              </a:ext>
            </a:extLst>
          </p:cNvPr>
          <p:cNvSpPr/>
          <p:nvPr/>
        </p:nvSpPr>
        <p:spPr>
          <a:xfrm>
            <a:off x="4971256" y="5693156"/>
            <a:ext cx="908021"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NCC 1</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86" name="직사각형 85">
            <a:extLst>
              <a:ext uri="{FF2B5EF4-FFF2-40B4-BE49-F238E27FC236}">
                <a16:creationId xmlns="" xmlns:a16="http://schemas.microsoft.com/office/drawing/2014/main" id="{555BB6A1-45AA-4C4E-8778-E71D6D2E96F0}"/>
              </a:ext>
            </a:extLst>
          </p:cNvPr>
          <p:cNvSpPr/>
          <p:nvPr/>
        </p:nvSpPr>
        <p:spPr>
          <a:xfrm>
            <a:off x="5940755" y="5693156"/>
            <a:ext cx="908021"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NCC 2</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87" name="직사각형 86">
            <a:extLst>
              <a:ext uri="{FF2B5EF4-FFF2-40B4-BE49-F238E27FC236}">
                <a16:creationId xmlns="" xmlns:a16="http://schemas.microsoft.com/office/drawing/2014/main" id="{D7347777-E301-D441-8421-033185B7F12C}"/>
              </a:ext>
            </a:extLst>
          </p:cNvPr>
          <p:cNvSpPr/>
          <p:nvPr/>
        </p:nvSpPr>
        <p:spPr>
          <a:xfrm>
            <a:off x="4333500" y="5983258"/>
            <a:ext cx="908021"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smtClean="0">
                <a:solidFill>
                  <a:schemeClr val="tx1"/>
                </a:solidFill>
                <a:latin typeface="Times New Roman" pitchFamily="18" charset="0"/>
                <a:ea typeface="Nanum Gothic" panose="020D0604000000000000" pitchFamily="34" charset="-127"/>
                <a:cs typeface="Times New Roman" pitchFamily="18" charset="0"/>
              </a:rPr>
              <a:t>NCC 3</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cxnSp>
        <p:nvCxnSpPr>
          <p:cNvPr id="92" name="꺾인 연결선[E] 91">
            <a:extLst>
              <a:ext uri="{FF2B5EF4-FFF2-40B4-BE49-F238E27FC236}">
                <a16:creationId xmlns="" xmlns:a16="http://schemas.microsoft.com/office/drawing/2014/main" id="{17477F93-AFE4-D843-8E79-BB9ACCAE7E81}"/>
              </a:ext>
            </a:extLst>
          </p:cNvPr>
          <p:cNvCxnSpPr>
            <a:cxnSpLocks/>
            <a:stCxn id="124" idx="3"/>
            <a:endCxn id="67" idx="0"/>
          </p:cNvCxnSpPr>
          <p:nvPr/>
        </p:nvCxnSpPr>
        <p:spPr>
          <a:xfrm>
            <a:off x="3719556" y="2149261"/>
            <a:ext cx="2014037" cy="255314"/>
          </a:xfrm>
          <a:prstGeom prst="bentConnector2">
            <a:avLst/>
          </a:prstGeom>
          <a:ln w="3175">
            <a:solidFill>
              <a:srgbClr val="0070C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5" name="직사각형 84">
            <a:extLst>
              <a:ext uri="{FF2B5EF4-FFF2-40B4-BE49-F238E27FC236}">
                <a16:creationId xmlns="" xmlns:a16="http://schemas.microsoft.com/office/drawing/2014/main" id="{0DB3B9E0-3181-E04B-B24E-F189CB60FC01}"/>
              </a:ext>
            </a:extLst>
          </p:cNvPr>
          <p:cNvSpPr/>
          <p:nvPr/>
        </p:nvSpPr>
        <p:spPr>
          <a:xfrm>
            <a:off x="416496" y="710328"/>
            <a:ext cx="3456384" cy="543814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sp>
        <p:nvSpPr>
          <p:cNvPr id="95" name="직사각형 94">
            <a:extLst>
              <a:ext uri="{FF2B5EF4-FFF2-40B4-BE49-F238E27FC236}">
                <a16:creationId xmlns="" xmlns:a16="http://schemas.microsoft.com/office/drawing/2014/main" id="{0BDA4CD5-1A70-B846-B4F4-64C8487BBCFB}"/>
              </a:ext>
            </a:extLst>
          </p:cNvPr>
          <p:cNvSpPr/>
          <p:nvPr/>
        </p:nvSpPr>
        <p:spPr>
          <a:xfrm>
            <a:off x="560512" y="1608383"/>
            <a:ext cx="3109400" cy="771621"/>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sp>
        <p:nvSpPr>
          <p:cNvPr id="96" name="직사각형 95">
            <a:extLst>
              <a:ext uri="{FF2B5EF4-FFF2-40B4-BE49-F238E27FC236}">
                <a16:creationId xmlns="" xmlns:a16="http://schemas.microsoft.com/office/drawing/2014/main" id="{BE301C8C-502D-6241-95A1-4A240B434DD8}"/>
              </a:ext>
            </a:extLst>
          </p:cNvPr>
          <p:cNvSpPr/>
          <p:nvPr/>
        </p:nvSpPr>
        <p:spPr>
          <a:xfrm>
            <a:off x="682594" y="2017470"/>
            <a:ext cx="2934795" cy="28184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00" b="1" dirty="0">
                <a:solidFill>
                  <a:schemeClr val="tx1"/>
                </a:solidFill>
                <a:latin typeface="Times New Roman" pitchFamily="18" charset="0"/>
                <a:ea typeface="Nanum Gothic" panose="020D0604000000000000" pitchFamily="34" charset="-127"/>
                <a:cs typeface="Times New Roman" pitchFamily="18" charset="0"/>
              </a:rPr>
              <a:t>#</a:t>
            </a:r>
            <a:r>
              <a:rPr lang="ko-KR" altLang="en-US" sz="1000" b="1" dirty="0">
                <a:solidFill>
                  <a:schemeClr val="tx1"/>
                </a:solidFill>
                <a:latin typeface="Times New Roman" pitchFamily="18" charset="0"/>
                <a:ea typeface="Nanum Gothic" panose="020D0604000000000000" pitchFamily="34" charset="-127"/>
                <a:cs typeface="Times New Roman" pitchFamily="18" charset="0"/>
              </a:rPr>
              <a:t>당일 </a:t>
            </a:r>
            <a:r>
              <a:rPr lang="en-US" altLang="ko-KR" sz="1000" b="1" dirty="0">
                <a:solidFill>
                  <a:schemeClr val="tx1"/>
                </a:solidFill>
                <a:latin typeface="Times New Roman" pitchFamily="18" charset="0"/>
                <a:ea typeface="Nanum Gothic" panose="020D0604000000000000" pitchFamily="34" charset="-127"/>
                <a:cs typeface="Times New Roman" pitchFamily="18" charset="0"/>
              </a:rPr>
              <a:t>#</a:t>
            </a:r>
            <a:r>
              <a:rPr lang="ko-KR" altLang="en-US" sz="1000" b="1" dirty="0" err="1">
                <a:solidFill>
                  <a:schemeClr val="tx1"/>
                </a:solidFill>
                <a:latin typeface="Times New Roman" pitchFamily="18" charset="0"/>
                <a:ea typeface="Nanum Gothic" panose="020D0604000000000000" pitchFamily="34" charset="-127"/>
                <a:cs typeface="Times New Roman" pitchFamily="18" charset="0"/>
              </a:rPr>
              <a:t>채널전체</a:t>
            </a:r>
            <a:r>
              <a:rPr lang="ko-KR" altLang="en-US" sz="1000" b="1" dirty="0">
                <a:solidFill>
                  <a:schemeClr val="tx1"/>
                </a:solidFill>
                <a:latin typeface="Times New Roman" pitchFamily="18" charset="0"/>
                <a:ea typeface="Nanum Gothic" panose="020D0604000000000000" pitchFamily="34" charset="-127"/>
                <a:cs typeface="Times New Roman" pitchFamily="18" charset="0"/>
              </a:rPr>
              <a:t>  </a:t>
            </a:r>
            <a:r>
              <a:rPr lang="en-US" altLang="ko-KR" sz="1000" b="1" dirty="0">
                <a:solidFill>
                  <a:schemeClr val="tx1"/>
                </a:solidFill>
                <a:latin typeface="Times New Roman" pitchFamily="18" charset="0"/>
                <a:ea typeface="Nanum Gothic" panose="020D0604000000000000" pitchFamily="34" charset="-127"/>
                <a:cs typeface="Times New Roman" pitchFamily="18" charset="0"/>
              </a:rPr>
              <a:t>#</a:t>
            </a:r>
            <a:r>
              <a:rPr lang="ko-KR" altLang="en-US" sz="1000" b="1" dirty="0" err="1">
                <a:solidFill>
                  <a:schemeClr val="tx1"/>
                </a:solidFill>
                <a:latin typeface="Times New Roman" pitchFamily="18" charset="0"/>
                <a:ea typeface="Nanum Gothic" panose="020D0604000000000000" pitchFamily="34" charset="-127"/>
                <a:cs typeface="Times New Roman" pitchFamily="18" charset="0"/>
              </a:rPr>
              <a:t>시설사전체</a:t>
            </a:r>
            <a:endParaRPr lang="ko-KR" altLang="en-US" sz="1000" b="1" dirty="0">
              <a:solidFill>
                <a:schemeClr val="tx1"/>
              </a:solidFill>
              <a:latin typeface="Times New Roman" pitchFamily="18" charset="0"/>
              <a:ea typeface="Nanum Gothic" panose="020D0604000000000000" pitchFamily="34" charset="-127"/>
              <a:cs typeface="Times New Roman" pitchFamily="18" charset="0"/>
            </a:endParaRPr>
          </a:p>
        </p:txBody>
      </p:sp>
      <p:pic>
        <p:nvPicPr>
          <p:cNvPr id="97" name="그림 96">
            <a:extLst>
              <a:ext uri="{FF2B5EF4-FFF2-40B4-BE49-F238E27FC236}">
                <a16:creationId xmlns="" xmlns:a16="http://schemas.microsoft.com/office/drawing/2014/main" id="{ACA6D1CC-D870-174F-A71C-D5E10AD2C10F}"/>
              </a:ext>
            </a:extLst>
          </p:cNvPr>
          <p:cNvPicPr>
            <a:picLocks noChangeAspect="1"/>
          </p:cNvPicPr>
          <p:nvPr/>
        </p:nvPicPr>
        <p:blipFill>
          <a:blip r:embed="rId2" cstate="print"/>
          <a:stretch>
            <a:fillRect/>
          </a:stretch>
        </p:blipFill>
        <p:spPr>
          <a:xfrm>
            <a:off x="469332" y="805122"/>
            <a:ext cx="291082" cy="291082"/>
          </a:xfrm>
          <a:prstGeom prst="rect">
            <a:avLst/>
          </a:prstGeom>
        </p:spPr>
      </p:pic>
      <p:sp>
        <p:nvSpPr>
          <p:cNvPr id="98" name="직사각형 97">
            <a:extLst>
              <a:ext uri="{FF2B5EF4-FFF2-40B4-BE49-F238E27FC236}">
                <a16:creationId xmlns="" xmlns:a16="http://schemas.microsoft.com/office/drawing/2014/main" id="{6FAB242C-55C6-2D43-8606-6A63E56D7BE2}"/>
              </a:ext>
            </a:extLst>
          </p:cNvPr>
          <p:cNvSpPr/>
          <p:nvPr/>
        </p:nvSpPr>
        <p:spPr>
          <a:xfrm>
            <a:off x="560512" y="2725564"/>
            <a:ext cx="3172565" cy="116351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99" name="TextBox 2">
            <a:extLst>
              <a:ext uri="{FF2B5EF4-FFF2-40B4-BE49-F238E27FC236}">
                <a16:creationId xmlns="" xmlns:a16="http://schemas.microsoft.com/office/drawing/2014/main" id="{1E3B2C47-28D5-6E4B-94E4-92F8CCC6DF88}"/>
              </a:ext>
            </a:extLst>
          </p:cNvPr>
          <p:cNvSpPr txBox="1"/>
          <p:nvPr/>
        </p:nvSpPr>
        <p:spPr>
          <a:xfrm>
            <a:off x="1208584" y="2752475"/>
            <a:ext cx="2448272" cy="1107996"/>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ko-KR" altLang="en-US" sz="800" b="1" dirty="0" err="1">
                <a:latin typeface="Times New Roman" pitchFamily="18" charset="0"/>
                <a:ea typeface="Nanum Gothic" panose="020D0604000000000000" pitchFamily="34" charset="-127"/>
                <a:cs typeface="Times New Roman" pitchFamily="18" charset="0"/>
              </a:rPr>
              <a:t>티브리지</a:t>
            </a:r>
            <a:r>
              <a:rPr lang="ko-KR" altLang="en-US" sz="800" b="1" dirty="0">
                <a:latin typeface="Times New Roman" pitchFamily="18" charset="0"/>
                <a:ea typeface="Nanum Gothic" panose="020D0604000000000000" pitchFamily="34" charset="-127"/>
                <a:cs typeface="Times New Roman" pitchFamily="18" charset="0"/>
              </a:rPr>
              <a:t> </a:t>
            </a:r>
            <a:r>
              <a:rPr lang="en-US" altLang="ko-KR" sz="800" b="1" dirty="0">
                <a:latin typeface="Times New Roman" pitchFamily="18" charset="0"/>
                <a:ea typeface="Nanum Gothic" panose="020D0604000000000000" pitchFamily="34" charset="-127"/>
                <a:cs typeface="Times New Roman" pitchFamily="18" charset="0"/>
              </a:rPr>
              <a:t>: T123CD123451</a:t>
            </a:r>
            <a:endParaRPr lang="ko-KR" altLang="en-US" sz="800" b="1" dirty="0">
              <a:latin typeface="Times New Roman" pitchFamily="18" charset="0"/>
              <a:ea typeface="Nanum Gothic" panose="020D0604000000000000" pitchFamily="34" charset="-127"/>
              <a:cs typeface="Times New Roman" pitchFamily="18" charset="0"/>
            </a:endParaRPr>
          </a:p>
          <a:p>
            <a:r>
              <a:rPr lang="ko-KR" altLang="en-US" sz="800" b="1" dirty="0" err="1">
                <a:latin typeface="Times New Roman" pitchFamily="18" charset="0"/>
                <a:ea typeface="Nanum Gothic" panose="020D0604000000000000" pitchFamily="34" charset="-127"/>
                <a:cs typeface="Times New Roman" pitchFamily="18" charset="0"/>
              </a:rPr>
              <a:t>지마켓</a:t>
            </a:r>
            <a:r>
              <a:rPr lang="ko-KR" altLang="en-US" sz="800" b="1" dirty="0">
                <a:latin typeface="Times New Roman" pitchFamily="18" charset="0"/>
                <a:ea typeface="Nanum Gothic" panose="020D0604000000000000" pitchFamily="34" charset="-127"/>
                <a:cs typeface="Times New Roman" pitchFamily="18" charset="0"/>
              </a:rPr>
              <a:t> </a:t>
            </a:r>
            <a:r>
              <a:rPr lang="en-US" altLang="ko-KR" sz="800" b="1" dirty="0">
                <a:latin typeface="Times New Roman" pitchFamily="18" charset="0"/>
                <a:ea typeface="Nanum Gothic" panose="020D0604000000000000" pitchFamily="34" charset="-127"/>
                <a:cs typeface="Times New Roman" pitchFamily="18" charset="0"/>
              </a:rPr>
              <a:t>: P0909_111</a:t>
            </a:r>
          </a:p>
          <a:p>
            <a:endParaRPr lang="en-US" altLang="ko-KR" sz="800" dirty="0">
              <a:latin typeface="Times New Roman" pitchFamily="18" charset="0"/>
              <a:ea typeface="Nanum Gothic" panose="020D0604000000000000" pitchFamily="34" charset="-127"/>
              <a:cs typeface="Times New Roman" pitchFamily="18" charset="0"/>
            </a:endParaRPr>
          </a:p>
          <a:p>
            <a:r>
              <a:rPr lang="ko-KR" altLang="en-US" sz="1000" dirty="0">
                <a:latin typeface="Times New Roman" pitchFamily="18" charset="0"/>
                <a:ea typeface="Nanum Gothic" panose="020D0604000000000000" pitchFamily="34" charset="-127"/>
                <a:cs typeface="Times New Roman" pitchFamily="18" charset="0"/>
              </a:rPr>
              <a:t>충주 </a:t>
            </a:r>
            <a:r>
              <a:rPr lang="ko-KR" altLang="en-US" sz="1000" dirty="0" err="1">
                <a:latin typeface="Times New Roman" pitchFamily="18" charset="0"/>
                <a:ea typeface="Nanum Gothic" panose="020D0604000000000000" pitchFamily="34" charset="-127"/>
                <a:cs typeface="Times New Roman" pitchFamily="18" charset="0"/>
              </a:rPr>
              <a:t>미노스랩</a:t>
            </a:r>
            <a:r>
              <a:rPr lang="ko-KR" altLang="en-US" sz="1000" dirty="0">
                <a:latin typeface="Times New Roman" pitchFamily="18" charset="0"/>
                <a:ea typeface="Nanum Gothic" panose="020D0604000000000000" pitchFamily="34" charset="-127"/>
                <a:cs typeface="Times New Roman" pitchFamily="18" charset="0"/>
              </a:rPr>
              <a:t> </a:t>
            </a:r>
            <a:r>
              <a:rPr lang="ko-KR" altLang="en-US" sz="1000" dirty="0" err="1">
                <a:latin typeface="Times New Roman" pitchFamily="18" charset="0"/>
                <a:ea typeface="Nanum Gothic" panose="020D0604000000000000" pitchFamily="34" charset="-127"/>
                <a:cs typeface="Times New Roman" pitchFamily="18" charset="0"/>
              </a:rPr>
              <a:t>힐링앤</a:t>
            </a:r>
            <a:r>
              <a:rPr lang="ko-KR" altLang="en-US" sz="1000" dirty="0">
                <a:latin typeface="Times New Roman" pitchFamily="18" charset="0"/>
                <a:ea typeface="Nanum Gothic" panose="020D0604000000000000" pitchFamily="34" charset="-127"/>
                <a:cs typeface="Times New Roman" pitchFamily="18" charset="0"/>
              </a:rPr>
              <a:t> </a:t>
            </a:r>
            <a:r>
              <a:rPr lang="ko-KR" altLang="en-US" sz="1000" dirty="0" err="1">
                <a:latin typeface="Times New Roman" pitchFamily="18" charset="0"/>
                <a:ea typeface="Nanum Gothic" panose="020D0604000000000000" pitchFamily="34" charset="-127"/>
                <a:cs typeface="Times New Roman" pitchFamily="18" charset="0"/>
              </a:rPr>
              <a:t>사조리조트</a:t>
            </a:r>
            <a:endParaRPr lang="en-US" altLang="ko-KR" sz="1000" dirty="0">
              <a:latin typeface="Times New Roman" pitchFamily="18" charset="0"/>
              <a:ea typeface="Nanum Gothic" panose="020D0604000000000000" pitchFamily="34" charset="-127"/>
              <a:cs typeface="Times New Roman" pitchFamily="18" charset="0"/>
            </a:endParaRPr>
          </a:p>
          <a:p>
            <a:r>
              <a:rPr lang="en-US" altLang="ko-KR" sz="1000" dirty="0">
                <a:latin typeface="Times New Roman" pitchFamily="18" charset="0"/>
                <a:ea typeface="Nanum Gothic" panose="020D0604000000000000" pitchFamily="34" charset="-127"/>
                <a:cs typeface="Times New Roman" pitchFamily="18" charset="0"/>
              </a:rPr>
              <a:t>89.25M </a:t>
            </a:r>
            <a:r>
              <a:rPr lang="ko-KR" altLang="en-US" sz="1000" dirty="0">
                <a:latin typeface="Times New Roman" pitchFamily="18" charset="0"/>
                <a:ea typeface="Nanum Gothic" panose="020D0604000000000000" pitchFamily="34" charset="-127"/>
                <a:cs typeface="Times New Roman" pitchFamily="18" charset="0"/>
              </a:rPr>
              <a:t>객실 </a:t>
            </a:r>
            <a:r>
              <a:rPr lang="en-US" altLang="ko-KR" sz="1000" dirty="0">
                <a:latin typeface="Times New Roman" pitchFamily="18" charset="0"/>
                <a:ea typeface="Nanum Gothic" panose="020D0604000000000000" pitchFamily="34" charset="-127"/>
                <a:cs typeface="Times New Roman" pitchFamily="18" charset="0"/>
              </a:rPr>
              <a:t>1</a:t>
            </a:r>
            <a:r>
              <a:rPr lang="ko-KR" altLang="en-US" sz="1000" dirty="0">
                <a:latin typeface="Times New Roman" pitchFamily="18" charset="0"/>
                <a:ea typeface="Nanum Gothic" panose="020D0604000000000000" pitchFamily="34" charset="-127"/>
                <a:cs typeface="Times New Roman" pitchFamily="18" charset="0"/>
              </a:rPr>
              <a:t>박</a:t>
            </a:r>
            <a:endParaRPr lang="en-US" altLang="ko-KR" sz="1000" dirty="0">
              <a:latin typeface="Times New Roman" pitchFamily="18" charset="0"/>
              <a:ea typeface="Nanum Gothic" panose="020D0604000000000000" pitchFamily="34" charset="-127"/>
              <a:cs typeface="Times New Roman" pitchFamily="18" charset="0"/>
            </a:endParaRPr>
          </a:p>
          <a:p>
            <a:r>
              <a:rPr lang="ko-KR" altLang="en-US" sz="1000" dirty="0">
                <a:latin typeface="Times New Roman" pitchFamily="18" charset="0"/>
                <a:ea typeface="Nanum Gothic" panose="020D0604000000000000" pitchFamily="34" charset="-127"/>
                <a:cs typeface="Times New Roman" pitchFamily="18" charset="0"/>
              </a:rPr>
              <a:t>박근철 </a:t>
            </a:r>
            <a:r>
              <a:rPr lang="en-US" altLang="ko-KR" sz="1000" dirty="0">
                <a:latin typeface="Times New Roman" pitchFamily="18" charset="0"/>
                <a:ea typeface="Nanum Gothic" panose="020D0604000000000000" pitchFamily="34" charset="-127"/>
                <a:cs typeface="Times New Roman" pitchFamily="18" charset="0"/>
              </a:rPr>
              <a:t>[ 010-222-2222</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a:t>
            </a:r>
          </a:p>
          <a:p>
            <a:r>
              <a:rPr lang="ko-KR" altLang="en-US" sz="1000" dirty="0">
                <a:latin typeface="Times New Roman" pitchFamily="18" charset="0"/>
                <a:ea typeface="Nanum Gothic" panose="020D0604000000000000" pitchFamily="34" charset="-127"/>
                <a:cs typeface="Times New Roman" pitchFamily="18" charset="0"/>
              </a:rPr>
              <a:t>구매일 </a:t>
            </a:r>
            <a:r>
              <a:rPr lang="en-US" altLang="ko-KR" sz="1000" dirty="0">
                <a:latin typeface="Times New Roman" pitchFamily="18" charset="0"/>
                <a:ea typeface="Nanum Gothic" panose="020D0604000000000000" pitchFamily="34" charset="-127"/>
                <a:cs typeface="Times New Roman" pitchFamily="18" charset="0"/>
              </a:rPr>
              <a:t>: 2020-02-01 </a:t>
            </a:r>
          </a:p>
        </p:txBody>
      </p:sp>
      <p:sp>
        <p:nvSpPr>
          <p:cNvPr id="100" name="직사각형 99">
            <a:extLst>
              <a:ext uri="{FF2B5EF4-FFF2-40B4-BE49-F238E27FC236}">
                <a16:creationId xmlns="" xmlns:a16="http://schemas.microsoft.com/office/drawing/2014/main" id="{5BE3812B-FD9E-BC47-86BD-A5C6CA3A3F69}"/>
              </a:ext>
            </a:extLst>
          </p:cNvPr>
          <p:cNvSpPr/>
          <p:nvPr/>
        </p:nvSpPr>
        <p:spPr>
          <a:xfrm>
            <a:off x="796693" y="3093424"/>
            <a:ext cx="247718" cy="24771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01" name="직사각형 100">
            <a:extLst>
              <a:ext uri="{FF2B5EF4-FFF2-40B4-BE49-F238E27FC236}">
                <a16:creationId xmlns="" xmlns:a16="http://schemas.microsoft.com/office/drawing/2014/main" id="{93314363-79DC-484B-81B8-D831B81DA7BB}"/>
              </a:ext>
            </a:extLst>
          </p:cNvPr>
          <p:cNvSpPr/>
          <p:nvPr/>
        </p:nvSpPr>
        <p:spPr>
          <a:xfrm>
            <a:off x="682594" y="1674775"/>
            <a:ext cx="2934795" cy="285179"/>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ko-KR" altLang="en-US" sz="1000" dirty="0">
                <a:solidFill>
                  <a:schemeClr val="bg1">
                    <a:lumMod val="75000"/>
                  </a:schemeClr>
                </a:solidFill>
                <a:latin typeface="Times New Roman" pitchFamily="18" charset="0"/>
                <a:ea typeface="Nanum Gothic" panose="020D0604000000000000" pitchFamily="34" charset="-127"/>
                <a:cs typeface="Times New Roman" pitchFamily="18" charset="0"/>
              </a:rPr>
              <a:t>이름</a:t>
            </a:r>
            <a:r>
              <a:rPr lang="en-US" altLang="ko-KR" sz="1000" dirty="0">
                <a:solidFill>
                  <a:schemeClr val="bg1">
                    <a:lumMod val="75000"/>
                  </a:schemeClr>
                </a:solidFill>
                <a:latin typeface="Times New Roman" pitchFamily="18" charset="0"/>
                <a:ea typeface="Nanum Gothic" panose="020D0604000000000000" pitchFamily="34" charset="-127"/>
                <a:cs typeface="Times New Roman" pitchFamily="18" charset="0"/>
              </a:rPr>
              <a:t>/</a:t>
            </a:r>
            <a:r>
              <a:rPr lang="ko-KR" altLang="en-US" sz="1000" dirty="0">
                <a:solidFill>
                  <a:schemeClr val="bg1">
                    <a:lumMod val="75000"/>
                  </a:schemeClr>
                </a:solidFill>
                <a:latin typeface="Times New Roman" pitchFamily="18" charset="0"/>
                <a:ea typeface="Nanum Gothic" panose="020D0604000000000000" pitchFamily="34" charset="-127"/>
                <a:cs typeface="Times New Roman" pitchFamily="18" charset="0"/>
              </a:rPr>
              <a:t>전화번호</a:t>
            </a:r>
            <a:r>
              <a:rPr lang="en-US" altLang="ko-KR" sz="1000" dirty="0">
                <a:solidFill>
                  <a:schemeClr val="bg1">
                    <a:lumMod val="75000"/>
                  </a:schemeClr>
                </a:solidFill>
                <a:latin typeface="Times New Roman" pitchFamily="18" charset="0"/>
                <a:ea typeface="Nanum Gothic" panose="020D0604000000000000" pitchFamily="34" charset="-127"/>
                <a:cs typeface="Times New Roman" pitchFamily="18" charset="0"/>
              </a:rPr>
              <a:t>/</a:t>
            </a:r>
            <a:r>
              <a:rPr lang="ko-KR" altLang="en-US" sz="1000" dirty="0" err="1">
                <a:solidFill>
                  <a:schemeClr val="bg1">
                    <a:lumMod val="75000"/>
                  </a:schemeClr>
                </a:solidFill>
                <a:latin typeface="Times New Roman" pitchFamily="18" charset="0"/>
                <a:ea typeface="Nanum Gothic" panose="020D0604000000000000" pitchFamily="34" charset="-127"/>
                <a:cs typeface="Times New Roman" pitchFamily="18" charset="0"/>
              </a:rPr>
              <a:t>티켓번호</a:t>
            </a:r>
            <a:r>
              <a:rPr lang="ko-KR" altLang="en-US" sz="1000" dirty="0">
                <a:solidFill>
                  <a:schemeClr val="bg1">
                    <a:lumMod val="75000"/>
                  </a:schemeClr>
                </a:solidFill>
                <a:latin typeface="Times New Roman" pitchFamily="18" charset="0"/>
                <a:ea typeface="Nanum Gothic" panose="020D0604000000000000" pitchFamily="34" charset="-127"/>
                <a:cs typeface="Times New Roman" pitchFamily="18" charset="0"/>
              </a:rPr>
              <a:t> 검색</a:t>
            </a:r>
          </a:p>
        </p:txBody>
      </p:sp>
      <p:pic>
        <p:nvPicPr>
          <p:cNvPr id="102" name="그림 101">
            <a:extLst>
              <a:ext uri="{FF2B5EF4-FFF2-40B4-BE49-F238E27FC236}">
                <a16:creationId xmlns="" xmlns:a16="http://schemas.microsoft.com/office/drawing/2014/main" id="{BAD57019-508E-6845-A858-34C87045A63E}"/>
              </a:ext>
            </a:extLst>
          </p:cNvPr>
          <p:cNvPicPr>
            <a:picLocks noChangeAspect="1"/>
          </p:cNvPicPr>
          <p:nvPr/>
        </p:nvPicPr>
        <p:blipFill>
          <a:blip r:embed="rId3" cstate="print"/>
          <a:stretch>
            <a:fillRect/>
          </a:stretch>
        </p:blipFill>
        <p:spPr>
          <a:xfrm>
            <a:off x="3390824" y="1729546"/>
            <a:ext cx="172176" cy="191390"/>
          </a:xfrm>
          <a:prstGeom prst="rect">
            <a:avLst/>
          </a:prstGeom>
        </p:spPr>
      </p:pic>
      <p:sp>
        <p:nvSpPr>
          <p:cNvPr id="103" name="직사각형 102">
            <a:extLst>
              <a:ext uri="{FF2B5EF4-FFF2-40B4-BE49-F238E27FC236}">
                <a16:creationId xmlns="" xmlns:a16="http://schemas.microsoft.com/office/drawing/2014/main" id="{07461AD7-F51C-4846-90D4-6C56B3740F22}"/>
              </a:ext>
            </a:extLst>
          </p:cNvPr>
          <p:cNvSpPr/>
          <p:nvPr/>
        </p:nvSpPr>
        <p:spPr>
          <a:xfrm>
            <a:off x="560512" y="3994835"/>
            <a:ext cx="3172565" cy="1163510"/>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04" name="TextBox 2">
            <a:extLst>
              <a:ext uri="{FF2B5EF4-FFF2-40B4-BE49-F238E27FC236}">
                <a16:creationId xmlns="" xmlns:a16="http://schemas.microsoft.com/office/drawing/2014/main" id="{ED9653A2-6174-1744-8BE7-7056C0A4BB1A}"/>
              </a:ext>
            </a:extLst>
          </p:cNvPr>
          <p:cNvSpPr txBox="1"/>
          <p:nvPr/>
        </p:nvSpPr>
        <p:spPr>
          <a:xfrm>
            <a:off x="1208584" y="4021746"/>
            <a:ext cx="2448272" cy="1077218"/>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ko-KR" altLang="en-US" sz="800" b="1" dirty="0" err="1">
                <a:latin typeface="Times New Roman" pitchFamily="18" charset="0"/>
                <a:ea typeface="Nanum Gothic" panose="020D0604000000000000" pitchFamily="34" charset="-127"/>
                <a:cs typeface="Times New Roman" pitchFamily="18" charset="0"/>
              </a:rPr>
              <a:t>티브리지</a:t>
            </a:r>
            <a:r>
              <a:rPr lang="ko-KR" altLang="en-US" sz="800" b="1" dirty="0">
                <a:latin typeface="Times New Roman" pitchFamily="18" charset="0"/>
                <a:ea typeface="Nanum Gothic" panose="020D0604000000000000" pitchFamily="34" charset="-127"/>
                <a:cs typeface="Times New Roman" pitchFamily="18" charset="0"/>
              </a:rPr>
              <a:t> </a:t>
            </a:r>
            <a:r>
              <a:rPr lang="en-US" altLang="ko-KR" sz="800" b="1" dirty="0">
                <a:latin typeface="Times New Roman" pitchFamily="18" charset="0"/>
                <a:ea typeface="Nanum Gothic" panose="020D0604000000000000" pitchFamily="34" charset="-127"/>
                <a:cs typeface="Times New Roman" pitchFamily="18" charset="0"/>
              </a:rPr>
              <a:t>: T123CD123451</a:t>
            </a:r>
            <a:endParaRPr lang="ko-KR" altLang="en-US" sz="800" b="1" dirty="0">
              <a:latin typeface="Times New Roman" pitchFamily="18" charset="0"/>
              <a:ea typeface="Nanum Gothic" panose="020D0604000000000000" pitchFamily="34" charset="-127"/>
              <a:cs typeface="Times New Roman" pitchFamily="18" charset="0"/>
            </a:endParaRPr>
          </a:p>
          <a:p>
            <a:r>
              <a:rPr lang="ko-KR" altLang="en-US" sz="800" b="1" dirty="0" err="1">
                <a:latin typeface="Times New Roman" pitchFamily="18" charset="0"/>
                <a:ea typeface="Nanum Gothic" panose="020D0604000000000000" pitchFamily="34" charset="-127"/>
                <a:cs typeface="Times New Roman" pitchFamily="18" charset="0"/>
              </a:rPr>
              <a:t>지마켓</a:t>
            </a:r>
            <a:r>
              <a:rPr lang="ko-KR" altLang="en-US" sz="800" b="1" dirty="0">
                <a:latin typeface="Times New Roman" pitchFamily="18" charset="0"/>
                <a:ea typeface="Nanum Gothic" panose="020D0604000000000000" pitchFamily="34" charset="-127"/>
                <a:cs typeface="Times New Roman" pitchFamily="18" charset="0"/>
              </a:rPr>
              <a:t> </a:t>
            </a:r>
            <a:r>
              <a:rPr lang="en-US" altLang="ko-KR" sz="800" b="1" dirty="0">
                <a:latin typeface="Times New Roman" pitchFamily="18" charset="0"/>
                <a:ea typeface="Nanum Gothic" panose="020D0604000000000000" pitchFamily="34" charset="-127"/>
                <a:cs typeface="Times New Roman" pitchFamily="18" charset="0"/>
              </a:rPr>
              <a:t>: P0909_111</a:t>
            </a:r>
          </a:p>
          <a:p>
            <a:endParaRPr lang="en-US" altLang="ko-KR" sz="800" dirty="0">
              <a:latin typeface="Times New Roman" pitchFamily="18" charset="0"/>
              <a:ea typeface="Nanum Gothic" panose="020D0604000000000000" pitchFamily="34" charset="-127"/>
              <a:cs typeface="Times New Roman" pitchFamily="18" charset="0"/>
            </a:endParaRPr>
          </a:p>
          <a:p>
            <a:r>
              <a:rPr lang="ko-KR" altLang="en-US" sz="1000" dirty="0">
                <a:latin typeface="Times New Roman" pitchFamily="18" charset="0"/>
                <a:ea typeface="Nanum Gothic" panose="020D0604000000000000" pitchFamily="34" charset="-127"/>
                <a:cs typeface="Times New Roman" pitchFamily="18" charset="0"/>
              </a:rPr>
              <a:t>상품명</a:t>
            </a:r>
            <a:endParaRPr lang="en-US" altLang="ko-KR" sz="1000" dirty="0">
              <a:latin typeface="Times New Roman" pitchFamily="18" charset="0"/>
              <a:ea typeface="Nanum Gothic" panose="020D0604000000000000" pitchFamily="34" charset="-127"/>
              <a:cs typeface="Times New Roman" pitchFamily="18" charset="0"/>
            </a:endParaRPr>
          </a:p>
          <a:p>
            <a:r>
              <a:rPr lang="ko-KR" altLang="en-US" sz="1000" dirty="0" err="1">
                <a:latin typeface="Times New Roman" pitchFamily="18" charset="0"/>
                <a:ea typeface="Nanum Gothic" panose="020D0604000000000000" pitchFamily="34" charset="-127"/>
                <a:cs typeface="Times New Roman" pitchFamily="18" charset="0"/>
              </a:rPr>
              <a:t>옵션명</a:t>
            </a:r>
            <a:endParaRPr lang="en-US" altLang="ko-KR" sz="1000" dirty="0">
              <a:latin typeface="Times New Roman" pitchFamily="18" charset="0"/>
              <a:ea typeface="Nanum Gothic" panose="020D0604000000000000" pitchFamily="34" charset="-127"/>
              <a:cs typeface="Times New Roman" pitchFamily="18" charset="0"/>
            </a:endParaRPr>
          </a:p>
          <a:p>
            <a:r>
              <a:rPr lang="ko-KR" altLang="en-US" sz="1000" dirty="0" err="1">
                <a:latin typeface="Times New Roman" pitchFamily="18" charset="0"/>
                <a:ea typeface="Nanum Gothic" panose="020D0604000000000000" pitchFamily="34" charset="-127"/>
                <a:cs typeface="Times New Roman" pitchFamily="18" charset="0"/>
              </a:rPr>
              <a:t>구매자명</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[ 010-222-2222</a:t>
            </a:r>
            <a:r>
              <a:rPr lang="ko-KR" altLang="en-US" sz="1000" dirty="0">
                <a:latin typeface="Times New Roman" pitchFamily="18" charset="0"/>
                <a:ea typeface="Nanum Gothic" panose="020D0604000000000000" pitchFamily="34" charset="-127"/>
                <a:cs typeface="Times New Roman" pitchFamily="18" charset="0"/>
              </a:rPr>
              <a:t> </a:t>
            </a:r>
            <a:r>
              <a:rPr lang="en-US" altLang="ko-KR" sz="1000" dirty="0">
                <a:latin typeface="Times New Roman" pitchFamily="18" charset="0"/>
                <a:ea typeface="Nanum Gothic" panose="020D0604000000000000" pitchFamily="34" charset="-127"/>
                <a:cs typeface="Times New Roman" pitchFamily="18" charset="0"/>
              </a:rPr>
              <a:t>]</a:t>
            </a:r>
          </a:p>
          <a:p>
            <a:r>
              <a:rPr lang="ko-KR" altLang="en-US" sz="1000" dirty="0">
                <a:latin typeface="Times New Roman" pitchFamily="18" charset="0"/>
                <a:ea typeface="Nanum Gothic" panose="020D0604000000000000" pitchFamily="34" charset="-127"/>
                <a:cs typeface="Times New Roman" pitchFamily="18" charset="0"/>
              </a:rPr>
              <a:t>구매일 </a:t>
            </a:r>
            <a:r>
              <a:rPr lang="en-US" altLang="ko-KR" sz="1000" dirty="0">
                <a:latin typeface="Times New Roman" pitchFamily="18" charset="0"/>
                <a:ea typeface="Nanum Gothic" panose="020D0604000000000000" pitchFamily="34" charset="-127"/>
                <a:cs typeface="Times New Roman" pitchFamily="18" charset="0"/>
              </a:rPr>
              <a:t>: 2020-02-01 </a:t>
            </a:r>
          </a:p>
        </p:txBody>
      </p:sp>
      <p:sp>
        <p:nvSpPr>
          <p:cNvPr id="105" name="직사각형 104">
            <a:extLst>
              <a:ext uri="{FF2B5EF4-FFF2-40B4-BE49-F238E27FC236}">
                <a16:creationId xmlns="" xmlns:a16="http://schemas.microsoft.com/office/drawing/2014/main" id="{DC4E1E87-31EB-3449-9118-04C3F953057B}"/>
              </a:ext>
            </a:extLst>
          </p:cNvPr>
          <p:cNvSpPr/>
          <p:nvPr/>
        </p:nvSpPr>
        <p:spPr>
          <a:xfrm>
            <a:off x="796693" y="4362695"/>
            <a:ext cx="247718" cy="24771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06" name="직사각형 105">
            <a:extLst>
              <a:ext uri="{FF2B5EF4-FFF2-40B4-BE49-F238E27FC236}">
                <a16:creationId xmlns="" xmlns:a16="http://schemas.microsoft.com/office/drawing/2014/main" id="{A07D7AD8-2BC2-9F47-B6E3-32119FF92DE3}"/>
              </a:ext>
            </a:extLst>
          </p:cNvPr>
          <p:cNvSpPr/>
          <p:nvPr/>
        </p:nvSpPr>
        <p:spPr>
          <a:xfrm>
            <a:off x="554112" y="2729856"/>
            <a:ext cx="576914"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ko-KR" altLang="en-US" sz="800" dirty="0" err="1">
                <a:solidFill>
                  <a:schemeClr val="bg1"/>
                </a:solidFill>
                <a:latin typeface="Times New Roman" pitchFamily="18" charset="0"/>
                <a:ea typeface="Nanum Gothic" panose="020D0604000000000000" pitchFamily="34" charset="-127"/>
                <a:cs typeface="Times New Roman" pitchFamily="18" charset="0"/>
              </a:rPr>
              <a:t>구매완료</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107" name="직사각형 106">
            <a:extLst>
              <a:ext uri="{FF2B5EF4-FFF2-40B4-BE49-F238E27FC236}">
                <a16:creationId xmlns="" xmlns:a16="http://schemas.microsoft.com/office/drawing/2014/main" id="{161FEF71-F4E2-814D-B7DD-D39F91C80FB7}"/>
              </a:ext>
            </a:extLst>
          </p:cNvPr>
          <p:cNvSpPr/>
          <p:nvPr/>
        </p:nvSpPr>
        <p:spPr>
          <a:xfrm>
            <a:off x="560512" y="3995893"/>
            <a:ext cx="576914"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ko-KR" altLang="en-US" sz="800" dirty="0" err="1">
                <a:solidFill>
                  <a:schemeClr val="bg1"/>
                </a:solidFill>
                <a:latin typeface="Times New Roman" pitchFamily="18" charset="0"/>
                <a:ea typeface="Nanum Gothic" panose="020D0604000000000000" pitchFamily="34" charset="-127"/>
                <a:cs typeface="Times New Roman" pitchFamily="18" charset="0"/>
              </a:rPr>
              <a:t>사용완료</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108" name="TextBox 107">
            <a:extLst>
              <a:ext uri="{FF2B5EF4-FFF2-40B4-BE49-F238E27FC236}">
                <a16:creationId xmlns="" xmlns:a16="http://schemas.microsoft.com/office/drawing/2014/main" id="{3CA8DA17-270A-9543-8C6E-802374916310}"/>
              </a:ext>
            </a:extLst>
          </p:cNvPr>
          <p:cNvSpPr txBox="1"/>
          <p:nvPr/>
        </p:nvSpPr>
        <p:spPr>
          <a:xfrm>
            <a:off x="741397" y="805122"/>
            <a:ext cx="1563249" cy="307777"/>
          </a:xfrm>
          <a:prstGeom prst="rect">
            <a:avLst/>
          </a:prstGeom>
          <a:noFill/>
        </p:spPr>
        <p:txBody>
          <a:bodyPr wrap="none" rtlCol="0">
            <a:spAutoFit/>
          </a:bodyPr>
          <a:lstStyle/>
          <a:p>
            <a:pPr lvl="0" algn="ctr"/>
            <a:r>
              <a:rPr lang="vi-VN" altLang="ko-KR" b="1" smtClean="0">
                <a:solidFill>
                  <a:schemeClr val="dk1"/>
                </a:solidFill>
                <a:latin typeface="Times New Roman" pitchFamily="18" charset="0"/>
                <a:ea typeface="Nanum Gothic"/>
                <a:cs typeface="Times New Roman" pitchFamily="18" charset="0"/>
                <a:sym typeface="Nanum Gothic"/>
              </a:rPr>
              <a:t>Quản lý đơn hàng</a:t>
            </a:r>
            <a:endParaRPr lang="vi-VN" b="1">
              <a:solidFill>
                <a:schemeClr val="dk1"/>
              </a:solidFill>
              <a:latin typeface="Times New Roman" pitchFamily="18" charset="0"/>
              <a:ea typeface="Nanum Gothic"/>
              <a:cs typeface="Times New Roman" pitchFamily="18" charset="0"/>
              <a:sym typeface="Nanum Gothic"/>
            </a:endParaRPr>
          </a:p>
        </p:txBody>
      </p:sp>
      <p:pic>
        <p:nvPicPr>
          <p:cNvPr id="109" name="그림 108">
            <a:extLst>
              <a:ext uri="{FF2B5EF4-FFF2-40B4-BE49-F238E27FC236}">
                <a16:creationId xmlns="" xmlns:a16="http://schemas.microsoft.com/office/drawing/2014/main" id="{FCD86A53-744A-D24B-B62A-6B258B8812C4}"/>
              </a:ext>
            </a:extLst>
          </p:cNvPr>
          <p:cNvPicPr>
            <a:picLocks noChangeAspect="1"/>
          </p:cNvPicPr>
          <p:nvPr/>
        </p:nvPicPr>
        <p:blipFill>
          <a:blip r:embed="rId4" cstate="print"/>
          <a:stretch>
            <a:fillRect/>
          </a:stretch>
        </p:blipFill>
        <p:spPr>
          <a:xfrm>
            <a:off x="669537" y="5624767"/>
            <a:ext cx="3000375" cy="301408"/>
          </a:xfrm>
          <a:prstGeom prst="rect">
            <a:avLst/>
          </a:prstGeom>
        </p:spPr>
      </p:pic>
      <p:pic>
        <p:nvPicPr>
          <p:cNvPr id="117" name="그림 116">
            <a:extLst>
              <a:ext uri="{FF2B5EF4-FFF2-40B4-BE49-F238E27FC236}">
                <a16:creationId xmlns="" xmlns:a16="http://schemas.microsoft.com/office/drawing/2014/main" id="{220EC9BE-62CF-B04E-B9AF-5DCC8AD38859}"/>
              </a:ext>
            </a:extLst>
          </p:cNvPr>
          <p:cNvPicPr>
            <a:picLocks noChangeAspect="1"/>
          </p:cNvPicPr>
          <p:nvPr/>
        </p:nvPicPr>
        <p:blipFill>
          <a:blip r:embed="rId5" cstate="print"/>
          <a:stretch>
            <a:fillRect/>
          </a:stretch>
        </p:blipFill>
        <p:spPr>
          <a:xfrm>
            <a:off x="3454814" y="2088404"/>
            <a:ext cx="139900" cy="155512"/>
          </a:xfrm>
          <a:prstGeom prst="rect">
            <a:avLst/>
          </a:prstGeom>
        </p:spPr>
      </p:pic>
      <p:sp>
        <p:nvSpPr>
          <p:cNvPr id="118" name="직사각형 117">
            <a:extLst>
              <a:ext uri="{FF2B5EF4-FFF2-40B4-BE49-F238E27FC236}">
                <a16:creationId xmlns="" xmlns:a16="http://schemas.microsoft.com/office/drawing/2014/main" id="{8234C12D-95FD-E143-AFB2-35B8F3443752}"/>
              </a:ext>
            </a:extLst>
          </p:cNvPr>
          <p:cNvSpPr/>
          <p:nvPr/>
        </p:nvSpPr>
        <p:spPr>
          <a:xfrm>
            <a:off x="2652499" y="2510207"/>
            <a:ext cx="511907"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rgbClr val="C00000"/>
                </a:solidFill>
                <a:latin typeface="Times New Roman" pitchFamily="18" charset="0"/>
                <a:ea typeface="Nanum Gothic" panose="020D0604000000000000" pitchFamily="34" charset="-127"/>
                <a:cs typeface="Times New Roman" pitchFamily="18" charset="0"/>
              </a:rPr>
              <a:t>사용처리</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19" name="직사각형 118">
            <a:extLst>
              <a:ext uri="{FF2B5EF4-FFF2-40B4-BE49-F238E27FC236}">
                <a16:creationId xmlns="" xmlns:a16="http://schemas.microsoft.com/office/drawing/2014/main" id="{91ECFB53-81AF-FB45-AE81-D6A4A5FF1953}"/>
              </a:ext>
            </a:extLst>
          </p:cNvPr>
          <p:cNvSpPr/>
          <p:nvPr/>
        </p:nvSpPr>
        <p:spPr>
          <a:xfrm>
            <a:off x="3207649" y="2510207"/>
            <a:ext cx="511907"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rgbClr val="C00000"/>
                </a:solidFill>
                <a:latin typeface="Times New Roman" pitchFamily="18" charset="0"/>
                <a:ea typeface="Nanum Gothic" panose="020D0604000000000000" pitchFamily="34" charset="-127"/>
                <a:cs typeface="Times New Roman" pitchFamily="18" charset="0"/>
              </a:rPr>
              <a:t>복원처리</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20" name="직사각형 119">
            <a:extLst>
              <a:ext uri="{FF2B5EF4-FFF2-40B4-BE49-F238E27FC236}">
                <a16:creationId xmlns="" xmlns:a16="http://schemas.microsoft.com/office/drawing/2014/main" id="{15796D05-A910-7B45-920B-EEB375E46287}"/>
              </a:ext>
            </a:extLst>
          </p:cNvPr>
          <p:cNvSpPr/>
          <p:nvPr/>
        </p:nvSpPr>
        <p:spPr>
          <a:xfrm>
            <a:off x="2093961" y="2510207"/>
            <a:ext cx="511907" cy="157932"/>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err="1">
                <a:solidFill>
                  <a:schemeClr val="tx1"/>
                </a:solidFill>
                <a:latin typeface="Times New Roman" pitchFamily="18" charset="0"/>
                <a:ea typeface="Nanum Gothic" panose="020D0604000000000000" pitchFamily="34" charset="-127"/>
                <a:cs typeface="Times New Roman" pitchFamily="18" charset="0"/>
              </a:rPr>
              <a:t>전체선택</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121" name="직사각형 120">
            <a:extLst>
              <a:ext uri="{FF2B5EF4-FFF2-40B4-BE49-F238E27FC236}">
                <a16:creationId xmlns="" xmlns:a16="http://schemas.microsoft.com/office/drawing/2014/main" id="{51FB332E-96A7-284B-AD11-D45360205F8C}"/>
              </a:ext>
            </a:extLst>
          </p:cNvPr>
          <p:cNvSpPr/>
          <p:nvPr/>
        </p:nvSpPr>
        <p:spPr>
          <a:xfrm>
            <a:off x="546022" y="2481451"/>
            <a:ext cx="564578" cy="215444"/>
          </a:xfrm>
          <a:prstGeom prst="rect">
            <a:avLst/>
          </a:prstGeom>
        </p:spPr>
        <p:txBody>
          <a:bodyPr wrap="none">
            <a:spAutoFit/>
          </a:bodyPr>
          <a:lstStyle/>
          <a:p>
            <a:pPr algn="ctr"/>
            <a:r>
              <a:rPr lang="ko-KR" altLang="en-US" sz="800" dirty="0">
                <a:latin typeface="Times New Roman" pitchFamily="18" charset="0"/>
                <a:ea typeface="Nanum Gothic" panose="020D0604000000000000" pitchFamily="34" charset="-127"/>
                <a:cs typeface="Times New Roman" pitchFamily="18" charset="0"/>
              </a:rPr>
              <a:t>총</a:t>
            </a:r>
            <a:r>
              <a:rPr lang="en-US" altLang="ko-KR" sz="800" dirty="0">
                <a:latin typeface="Times New Roman" pitchFamily="18" charset="0"/>
                <a:ea typeface="Nanum Gothic" panose="020D0604000000000000" pitchFamily="34" charset="-127"/>
                <a:cs typeface="Times New Roman" pitchFamily="18" charset="0"/>
              </a:rPr>
              <a:t>231</a:t>
            </a:r>
            <a:r>
              <a:rPr lang="ko-KR" altLang="en-US" sz="800" dirty="0">
                <a:latin typeface="Times New Roman" pitchFamily="18" charset="0"/>
                <a:ea typeface="Nanum Gothic" panose="020D0604000000000000" pitchFamily="34" charset="-127"/>
                <a:cs typeface="Times New Roman" pitchFamily="18" charset="0"/>
              </a:rPr>
              <a:t>건</a:t>
            </a:r>
            <a:endParaRPr lang="en-US" altLang="ko-KR" sz="800" dirty="0">
              <a:latin typeface="Times New Roman" pitchFamily="18" charset="0"/>
              <a:ea typeface="Nanum Gothic" panose="020D0604000000000000" pitchFamily="34" charset="-127"/>
              <a:cs typeface="Times New Roman" pitchFamily="18" charset="0"/>
            </a:endParaRPr>
          </a:p>
        </p:txBody>
      </p:sp>
      <p:sp>
        <p:nvSpPr>
          <p:cNvPr id="122" name="직사각형 121">
            <a:extLst>
              <a:ext uri="{FF2B5EF4-FFF2-40B4-BE49-F238E27FC236}">
                <a16:creationId xmlns="" xmlns:a16="http://schemas.microsoft.com/office/drawing/2014/main" id="{7E4413C4-562C-0F48-ABCF-CAF9161F0A60}"/>
              </a:ext>
            </a:extLst>
          </p:cNvPr>
          <p:cNvSpPr/>
          <p:nvPr/>
        </p:nvSpPr>
        <p:spPr>
          <a:xfrm>
            <a:off x="416496" y="6149189"/>
            <a:ext cx="3456384" cy="486516"/>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ko-KR" altLang="en-US" sz="1050" dirty="0" err="1">
                <a:solidFill>
                  <a:schemeClr val="tx1"/>
                </a:solidFill>
                <a:latin typeface="Times New Roman" pitchFamily="18" charset="0"/>
                <a:ea typeface="Nanum Gothic" panose="020D0604000000000000" pitchFamily="34" charset="-127"/>
                <a:cs typeface="Times New Roman" pitchFamily="18" charset="0"/>
              </a:rPr>
              <a:t>풋터</a:t>
            </a:r>
            <a:endParaRPr lang="ko-KR" altLang="en-US" sz="1050" dirty="0">
              <a:solidFill>
                <a:schemeClr val="tx1"/>
              </a:solidFill>
              <a:latin typeface="Times New Roman" pitchFamily="18" charset="0"/>
              <a:ea typeface="Nanum Gothic" panose="020D0604000000000000" pitchFamily="34" charset="-127"/>
              <a:cs typeface="Times New Roman" pitchFamily="18" charset="0"/>
            </a:endParaRPr>
          </a:p>
        </p:txBody>
      </p:sp>
      <p:pic>
        <p:nvPicPr>
          <p:cNvPr id="123" name="그림 122">
            <a:extLst>
              <a:ext uri="{FF2B5EF4-FFF2-40B4-BE49-F238E27FC236}">
                <a16:creationId xmlns="" xmlns:a16="http://schemas.microsoft.com/office/drawing/2014/main" id="{87B383FC-4AB7-9E4F-BF4C-03E8D8699789}"/>
              </a:ext>
            </a:extLst>
          </p:cNvPr>
          <p:cNvPicPr>
            <a:picLocks noChangeAspect="1"/>
          </p:cNvPicPr>
          <p:nvPr/>
        </p:nvPicPr>
        <p:blipFill>
          <a:blip r:embed="rId6" cstate="print">
            <a:duotone>
              <a:schemeClr val="accent2">
                <a:shade val="45000"/>
                <a:satMod val="135000"/>
              </a:schemeClr>
              <a:prstClr val="white"/>
            </a:duotone>
          </a:blip>
          <a:stretch>
            <a:fillRect/>
          </a:stretch>
        </p:blipFill>
        <p:spPr>
          <a:xfrm>
            <a:off x="681426" y="3122085"/>
            <a:ext cx="346038" cy="184553"/>
          </a:xfrm>
          <a:prstGeom prst="rect">
            <a:avLst/>
          </a:prstGeom>
          <a:noFill/>
          <a:ln>
            <a:noFill/>
          </a:ln>
        </p:spPr>
      </p:pic>
      <p:sp>
        <p:nvSpPr>
          <p:cNvPr id="124" name="직사각형 123">
            <a:extLst>
              <a:ext uri="{FF2B5EF4-FFF2-40B4-BE49-F238E27FC236}">
                <a16:creationId xmlns="" xmlns:a16="http://schemas.microsoft.com/office/drawing/2014/main" id="{64EBA4FA-C235-334C-9D49-E3F0C49D31B5}"/>
              </a:ext>
            </a:extLst>
          </p:cNvPr>
          <p:cNvSpPr/>
          <p:nvPr/>
        </p:nvSpPr>
        <p:spPr>
          <a:xfrm>
            <a:off x="3279640" y="1999204"/>
            <a:ext cx="439916" cy="300114"/>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27" name="왼쪽 중괄호[L] 126">
            <a:extLst>
              <a:ext uri="{FF2B5EF4-FFF2-40B4-BE49-F238E27FC236}">
                <a16:creationId xmlns="" xmlns:a16="http://schemas.microsoft.com/office/drawing/2014/main" id="{8D210D25-7507-EF44-AC95-D62C172CF684}"/>
              </a:ext>
            </a:extLst>
          </p:cNvPr>
          <p:cNvSpPr/>
          <p:nvPr/>
        </p:nvSpPr>
        <p:spPr>
          <a:xfrm>
            <a:off x="4107282" y="2988113"/>
            <a:ext cx="305096" cy="500916"/>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125" name="타원 124">
            <a:extLst>
              <a:ext uri="{FF2B5EF4-FFF2-40B4-BE49-F238E27FC236}">
                <a16:creationId xmlns="" xmlns:a16="http://schemas.microsoft.com/office/drawing/2014/main" id="{06C1694E-05EE-2946-8AE8-0B13AA719B5B}"/>
              </a:ext>
            </a:extLst>
          </p:cNvPr>
          <p:cNvSpPr/>
          <p:nvPr/>
        </p:nvSpPr>
        <p:spPr>
          <a:xfrm>
            <a:off x="4054655" y="3154659"/>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1</a:t>
            </a:r>
            <a:endParaRPr lang="ko-KR" altLang="en-US" sz="800" b="1" dirty="0">
              <a:latin typeface="Times New Roman" pitchFamily="18" charset="0"/>
              <a:ea typeface="나눔고딕" pitchFamily="50" charset="-127"/>
              <a:cs typeface="Times New Roman" pitchFamily="18" charset="0"/>
            </a:endParaRPr>
          </a:p>
        </p:txBody>
      </p:sp>
      <p:sp>
        <p:nvSpPr>
          <p:cNvPr id="129" name="왼쪽 중괄호[L] 128">
            <a:extLst>
              <a:ext uri="{FF2B5EF4-FFF2-40B4-BE49-F238E27FC236}">
                <a16:creationId xmlns="" xmlns:a16="http://schemas.microsoft.com/office/drawing/2014/main" id="{B0864170-CE8E-4F46-A0BE-432A841AB317}"/>
              </a:ext>
            </a:extLst>
          </p:cNvPr>
          <p:cNvSpPr/>
          <p:nvPr/>
        </p:nvSpPr>
        <p:spPr>
          <a:xfrm>
            <a:off x="4082638" y="4722405"/>
            <a:ext cx="305096" cy="500916"/>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130" name="타원 129">
            <a:extLst>
              <a:ext uri="{FF2B5EF4-FFF2-40B4-BE49-F238E27FC236}">
                <a16:creationId xmlns="" xmlns:a16="http://schemas.microsoft.com/office/drawing/2014/main" id="{4B32A9B8-1F54-B346-AFA3-F84A2859CF46}"/>
              </a:ext>
            </a:extLst>
          </p:cNvPr>
          <p:cNvSpPr/>
          <p:nvPr/>
        </p:nvSpPr>
        <p:spPr>
          <a:xfrm>
            <a:off x="4030011" y="4888951"/>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2</a:t>
            </a:r>
            <a:endParaRPr lang="ko-KR" altLang="en-US" sz="800" b="1" dirty="0">
              <a:latin typeface="Times New Roman" pitchFamily="18" charset="0"/>
              <a:ea typeface="나눔고딕" pitchFamily="50" charset="-127"/>
              <a:cs typeface="Times New Roman" pitchFamily="18" charset="0"/>
            </a:endParaRPr>
          </a:p>
        </p:txBody>
      </p:sp>
      <p:sp>
        <p:nvSpPr>
          <p:cNvPr id="131" name="직사각형 130">
            <a:extLst>
              <a:ext uri="{FF2B5EF4-FFF2-40B4-BE49-F238E27FC236}">
                <a16:creationId xmlns="" xmlns:a16="http://schemas.microsoft.com/office/drawing/2014/main" id="{51654C06-6D64-E842-9960-EC086B8650B8}"/>
              </a:ext>
            </a:extLst>
          </p:cNvPr>
          <p:cNvSpPr/>
          <p:nvPr/>
        </p:nvSpPr>
        <p:spPr>
          <a:xfrm>
            <a:off x="4953951" y="4744380"/>
            <a:ext cx="98826" cy="10376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32" name="직사각형 131">
            <a:extLst>
              <a:ext uri="{FF2B5EF4-FFF2-40B4-BE49-F238E27FC236}">
                <a16:creationId xmlns="" xmlns:a16="http://schemas.microsoft.com/office/drawing/2014/main" id="{99B7A856-261C-2142-BAA5-4331D10EF358}"/>
              </a:ext>
            </a:extLst>
          </p:cNvPr>
          <p:cNvSpPr/>
          <p:nvPr/>
        </p:nvSpPr>
        <p:spPr>
          <a:xfrm>
            <a:off x="5652400" y="4751414"/>
            <a:ext cx="98826" cy="10376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33" name="직사각형 132">
            <a:extLst>
              <a:ext uri="{FF2B5EF4-FFF2-40B4-BE49-F238E27FC236}">
                <a16:creationId xmlns="" xmlns:a16="http://schemas.microsoft.com/office/drawing/2014/main" id="{A9E006E8-E611-A14B-A1F2-509329EAA63F}"/>
              </a:ext>
            </a:extLst>
          </p:cNvPr>
          <p:cNvSpPr/>
          <p:nvPr/>
        </p:nvSpPr>
        <p:spPr>
          <a:xfrm>
            <a:off x="6245176" y="4751414"/>
            <a:ext cx="98826" cy="10376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34" name="직사각형 133">
            <a:extLst>
              <a:ext uri="{FF2B5EF4-FFF2-40B4-BE49-F238E27FC236}">
                <a16:creationId xmlns="" xmlns:a16="http://schemas.microsoft.com/office/drawing/2014/main" id="{168C1DEE-0B53-BC43-90D7-CDEBE6E26A17}"/>
              </a:ext>
            </a:extLst>
          </p:cNvPr>
          <p:cNvSpPr/>
          <p:nvPr/>
        </p:nvSpPr>
        <p:spPr>
          <a:xfrm>
            <a:off x="4381165" y="5066372"/>
            <a:ext cx="98826" cy="10376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35" name="직사각형 134">
            <a:extLst>
              <a:ext uri="{FF2B5EF4-FFF2-40B4-BE49-F238E27FC236}">
                <a16:creationId xmlns="" xmlns:a16="http://schemas.microsoft.com/office/drawing/2014/main" id="{47DADB7F-9B9C-DC45-B582-4A58CB88D065}"/>
              </a:ext>
            </a:extLst>
          </p:cNvPr>
          <p:cNvSpPr/>
          <p:nvPr/>
        </p:nvSpPr>
        <p:spPr>
          <a:xfrm>
            <a:off x="4996481" y="5063188"/>
            <a:ext cx="98826" cy="10376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36" name="직사각형 135">
            <a:extLst>
              <a:ext uri="{FF2B5EF4-FFF2-40B4-BE49-F238E27FC236}">
                <a16:creationId xmlns="" xmlns:a16="http://schemas.microsoft.com/office/drawing/2014/main" id="{B5EBAC74-C036-4142-A268-20F58554A1B1}"/>
              </a:ext>
            </a:extLst>
          </p:cNvPr>
          <p:cNvSpPr/>
          <p:nvPr/>
        </p:nvSpPr>
        <p:spPr>
          <a:xfrm>
            <a:off x="5652400" y="5063188"/>
            <a:ext cx="98826" cy="10376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37" name="왼쪽 중괄호[L] 136">
            <a:extLst>
              <a:ext uri="{FF2B5EF4-FFF2-40B4-BE49-F238E27FC236}">
                <a16:creationId xmlns="" xmlns:a16="http://schemas.microsoft.com/office/drawing/2014/main" id="{9C3CBA4A-A782-044A-9CA6-A4945FF10509}"/>
              </a:ext>
            </a:extLst>
          </p:cNvPr>
          <p:cNvSpPr/>
          <p:nvPr/>
        </p:nvSpPr>
        <p:spPr>
          <a:xfrm>
            <a:off x="4107282" y="5706914"/>
            <a:ext cx="305096" cy="500916"/>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138" name="타원 137">
            <a:extLst>
              <a:ext uri="{FF2B5EF4-FFF2-40B4-BE49-F238E27FC236}">
                <a16:creationId xmlns="" xmlns:a16="http://schemas.microsoft.com/office/drawing/2014/main" id="{AF931481-B275-C342-A3A2-04681650A399}"/>
              </a:ext>
            </a:extLst>
          </p:cNvPr>
          <p:cNvSpPr/>
          <p:nvPr/>
        </p:nvSpPr>
        <p:spPr>
          <a:xfrm>
            <a:off x="4054655" y="5873460"/>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3</a:t>
            </a:r>
            <a:endParaRPr lang="ko-KR" altLang="en-US" sz="800" b="1" dirty="0">
              <a:latin typeface="Times New Roman" pitchFamily="18" charset="0"/>
              <a:ea typeface="나눔고딕" pitchFamily="50" charset="-127"/>
              <a:cs typeface="Times New Roman" pitchFamily="18" charset="0"/>
            </a:endParaRPr>
          </a:p>
        </p:txBody>
      </p:sp>
      <p:sp>
        <p:nvSpPr>
          <p:cNvPr id="139" name="타원 138">
            <a:extLst>
              <a:ext uri="{FF2B5EF4-FFF2-40B4-BE49-F238E27FC236}">
                <a16:creationId xmlns="" xmlns:a16="http://schemas.microsoft.com/office/drawing/2014/main" id="{AB4F553A-2067-A744-BB31-7C78CC176F27}"/>
              </a:ext>
            </a:extLst>
          </p:cNvPr>
          <p:cNvSpPr/>
          <p:nvPr/>
        </p:nvSpPr>
        <p:spPr>
          <a:xfrm>
            <a:off x="4827022" y="6450172"/>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4</a:t>
            </a:r>
            <a:endParaRPr lang="ko-KR" altLang="en-US" sz="800" b="1" dirty="0">
              <a:latin typeface="Times New Roman" pitchFamily="18" charset="0"/>
              <a:ea typeface="나눔고딕" pitchFamily="50" charset="-127"/>
              <a:cs typeface="Times New Roman" pitchFamily="18" charset="0"/>
            </a:endParaRPr>
          </a:p>
        </p:txBody>
      </p:sp>
      <p:sp>
        <p:nvSpPr>
          <p:cNvPr id="144" name="왼쪽 중괄호[L] 143">
            <a:extLst>
              <a:ext uri="{FF2B5EF4-FFF2-40B4-BE49-F238E27FC236}">
                <a16:creationId xmlns="" xmlns:a16="http://schemas.microsoft.com/office/drawing/2014/main" id="{412E39DA-6ED2-CB4A-B40E-675B1EB45804}"/>
              </a:ext>
            </a:extLst>
          </p:cNvPr>
          <p:cNvSpPr/>
          <p:nvPr/>
        </p:nvSpPr>
        <p:spPr>
          <a:xfrm rot="10800000">
            <a:off x="7073557" y="2818966"/>
            <a:ext cx="621165" cy="2989278"/>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145" name="TextBox 144">
            <a:extLst>
              <a:ext uri="{FF2B5EF4-FFF2-40B4-BE49-F238E27FC236}">
                <a16:creationId xmlns="" xmlns:a16="http://schemas.microsoft.com/office/drawing/2014/main" id="{16CE9B52-C1AF-1D49-9E21-9CC186B3ED81}"/>
              </a:ext>
            </a:extLst>
          </p:cNvPr>
          <p:cNvSpPr txBox="1"/>
          <p:nvPr/>
        </p:nvSpPr>
        <p:spPr>
          <a:xfrm>
            <a:off x="7634743" y="4192952"/>
            <a:ext cx="490840" cy="246221"/>
          </a:xfrm>
          <a:prstGeom prst="rect">
            <a:avLst/>
          </a:prstGeom>
          <a:noFill/>
        </p:spPr>
        <p:txBody>
          <a:bodyPr wrap="none" rtlCol="0">
            <a:spAutoFit/>
          </a:bodyPr>
          <a:lstStyle/>
          <a:p>
            <a:r>
              <a:rPr kumimoji="1" lang="en-US" altLang="ko-KR" sz="1000" i="1" smtClean="0">
                <a:solidFill>
                  <a:srgbClr val="0070C0"/>
                </a:solidFill>
                <a:latin typeface="Times New Roman" pitchFamily="18" charset="0"/>
                <a:ea typeface="Nanum Gothic" panose="020D0604000000000000" pitchFamily="34" charset="-127"/>
                <a:cs typeface="Times New Roman" pitchFamily="18" charset="0"/>
              </a:rPr>
              <a:t>Scroll</a:t>
            </a:r>
            <a:endParaRPr kumimoji="1" lang="en-US" altLang="ko-KR" sz="1000" i="1" dirty="0">
              <a:solidFill>
                <a:srgbClr val="0070C0"/>
              </a:solidFill>
              <a:latin typeface="Times New Roman" pitchFamily="18" charset="0"/>
              <a:ea typeface="Nanum Gothic" panose="020D0604000000000000" pitchFamily="34" charset="-127"/>
              <a:cs typeface="Times New Roman" pitchFamily="18" charset="0"/>
            </a:endParaRPr>
          </a:p>
        </p:txBody>
      </p:sp>
      <p:sp>
        <p:nvSpPr>
          <p:cNvPr id="147" name="왼쪽 중괄호[L] 146">
            <a:extLst>
              <a:ext uri="{FF2B5EF4-FFF2-40B4-BE49-F238E27FC236}">
                <a16:creationId xmlns="" xmlns:a16="http://schemas.microsoft.com/office/drawing/2014/main" id="{582BA5C3-B3F8-F445-B4C7-8FF47235F2DB}"/>
              </a:ext>
            </a:extLst>
          </p:cNvPr>
          <p:cNvSpPr/>
          <p:nvPr/>
        </p:nvSpPr>
        <p:spPr>
          <a:xfrm rot="10800000">
            <a:off x="7139662" y="6385079"/>
            <a:ext cx="362570" cy="247512"/>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148" name="TextBox 147">
            <a:extLst>
              <a:ext uri="{FF2B5EF4-FFF2-40B4-BE49-F238E27FC236}">
                <a16:creationId xmlns="" xmlns:a16="http://schemas.microsoft.com/office/drawing/2014/main" id="{BB9AB993-9C57-C34D-A5F1-B14467C5F338}"/>
              </a:ext>
            </a:extLst>
          </p:cNvPr>
          <p:cNvSpPr txBox="1"/>
          <p:nvPr/>
        </p:nvSpPr>
        <p:spPr>
          <a:xfrm>
            <a:off x="7508887" y="6496724"/>
            <a:ext cx="957115" cy="246221"/>
          </a:xfrm>
          <a:prstGeom prst="rect">
            <a:avLst/>
          </a:prstGeom>
          <a:noFill/>
        </p:spPr>
        <p:txBody>
          <a:bodyPr wrap="square" rtlCol="0">
            <a:spAutoFit/>
          </a:bodyPr>
          <a:lstStyle/>
          <a:p>
            <a:r>
              <a:rPr kumimoji="1" lang="en-US" altLang="ko-KR" sz="1000" i="1" smtClean="0">
                <a:solidFill>
                  <a:srgbClr val="0070C0"/>
                </a:solidFill>
                <a:latin typeface="Times New Roman" pitchFamily="18" charset="0"/>
                <a:ea typeface="Nanum Gothic" panose="020D0604000000000000" pitchFamily="34" charset="-127"/>
                <a:cs typeface="Times New Roman" pitchFamily="18" charset="0"/>
              </a:rPr>
              <a:t>Cố định</a:t>
            </a:r>
            <a:endParaRPr kumimoji="1" lang="en-US" altLang="ko-KR" sz="1000" i="1" dirty="0">
              <a:solidFill>
                <a:srgbClr val="0070C0"/>
              </a:solidFill>
              <a:latin typeface="Times New Roman" pitchFamily="18" charset="0"/>
              <a:ea typeface="Nanum Gothic" panose="020D0604000000000000" pitchFamily="34" charset="-127"/>
              <a:cs typeface="Times New Roman" pitchFamily="18" charset="0"/>
            </a:endParaRPr>
          </a:p>
        </p:txBody>
      </p:sp>
      <p:sp>
        <p:nvSpPr>
          <p:cNvPr id="149" name="왼쪽 중괄호[L] 148">
            <a:extLst>
              <a:ext uri="{FF2B5EF4-FFF2-40B4-BE49-F238E27FC236}">
                <a16:creationId xmlns="" xmlns:a16="http://schemas.microsoft.com/office/drawing/2014/main" id="{21F9F53B-760E-F644-A0A6-1E752A66870A}"/>
              </a:ext>
            </a:extLst>
          </p:cNvPr>
          <p:cNvSpPr/>
          <p:nvPr/>
        </p:nvSpPr>
        <p:spPr>
          <a:xfrm rot="10800000">
            <a:off x="7214698" y="2469253"/>
            <a:ext cx="362570" cy="247512"/>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150" name="TextBox 149">
            <a:extLst>
              <a:ext uri="{FF2B5EF4-FFF2-40B4-BE49-F238E27FC236}">
                <a16:creationId xmlns="" xmlns:a16="http://schemas.microsoft.com/office/drawing/2014/main" id="{DB065A78-9407-694D-A884-777FE657FF2D}"/>
              </a:ext>
            </a:extLst>
          </p:cNvPr>
          <p:cNvSpPr txBox="1"/>
          <p:nvPr/>
        </p:nvSpPr>
        <p:spPr>
          <a:xfrm>
            <a:off x="7583923" y="2495147"/>
            <a:ext cx="957115" cy="246221"/>
          </a:xfrm>
          <a:prstGeom prst="rect">
            <a:avLst/>
          </a:prstGeom>
          <a:noFill/>
        </p:spPr>
        <p:txBody>
          <a:bodyPr wrap="square" rtlCol="0">
            <a:spAutoFit/>
          </a:bodyPr>
          <a:lstStyle/>
          <a:p>
            <a:r>
              <a:rPr kumimoji="1" lang="en-US" altLang="ko-KR" sz="1000" i="1" smtClean="0">
                <a:solidFill>
                  <a:srgbClr val="0070C0"/>
                </a:solidFill>
                <a:latin typeface="Times New Roman" pitchFamily="18" charset="0"/>
                <a:ea typeface="Nanum Gothic" panose="020D0604000000000000" pitchFamily="34" charset="-127"/>
                <a:cs typeface="Times New Roman" pitchFamily="18" charset="0"/>
              </a:rPr>
              <a:t>Cố định</a:t>
            </a:r>
            <a:endParaRPr kumimoji="1" lang="en-US" altLang="ko-KR" sz="1000" i="1" dirty="0">
              <a:solidFill>
                <a:srgbClr val="0070C0"/>
              </a:solidFill>
              <a:latin typeface="Times New Roman" pitchFamily="18" charset="0"/>
              <a:ea typeface="Nanum Gothic" panose="020D0604000000000000" pitchFamily="34" charset="-127"/>
              <a:cs typeface="Times New Roman" pitchFamily="18" charset="0"/>
            </a:endParaRPr>
          </a:p>
        </p:txBody>
      </p:sp>
      <p:sp>
        <p:nvSpPr>
          <p:cNvPr id="88" name="직사각형 87">
            <a:extLst>
              <a:ext uri="{FF2B5EF4-FFF2-40B4-BE49-F238E27FC236}">
                <a16:creationId xmlns="" xmlns:a16="http://schemas.microsoft.com/office/drawing/2014/main" id="{F0CA1C33-73AD-D647-90C7-3E9B99F99A37}"/>
              </a:ext>
            </a:extLst>
          </p:cNvPr>
          <p:cNvSpPr/>
          <p:nvPr/>
        </p:nvSpPr>
        <p:spPr>
          <a:xfrm>
            <a:off x="4259830" y="3628321"/>
            <a:ext cx="2954868" cy="374382"/>
          </a:xfrm>
          <a:prstGeom prst="rect">
            <a:avLst/>
          </a:prstGeom>
          <a:solidFill>
            <a:schemeClr val="bg1">
              <a:lumMod val="85000"/>
            </a:schemeClr>
          </a:solidFill>
        </p:spPr>
        <p:txBody>
          <a:bodyPr wrap="square" anchor="ctr">
            <a:noAutofit/>
          </a:bodyPr>
          <a:lstStyle/>
          <a:p>
            <a:r>
              <a:rPr lang="en-US" altLang="ko-KR" sz="900" b="1" smtClean="0">
                <a:latin typeface="Times New Roman" pitchFamily="18" charset="0"/>
                <a:ea typeface="Nanum Gothic" panose="020D0604000000000000" pitchFamily="34" charset="-127"/>
                <a:cs typeface="Times New Roman" pitchFamily="18" charset="0"/>
              </a:rPr>
              <a:t>Nhập trực tiếp</a:t>
            </a:r>
          </a:p>
          <a:p>
            <a:r>
              <a:rPr lang="en-US" altLang="ko-KR" sz="900" b="1" smtClean="0">
                <a:latin typeface="Times New Roman" pitchFamily="18" charset="0"/>
                <a:ea typeface="Nanum Gothic" panose="020D0604000000000000" pitchFamily="34" charset="-127"/>
                <a:cs typeface="Times New Roman" pitchFamily="18" charset="0"/>
              </a:rPr>
              <a:t> thời gian</a:t>
            </a:r>
            <a:endParaRPr lang="en-US" altLang="ko-KR" sz="500" dirty="0">
              <a:latin typeface="Times New Roman" pitchFamily="18" charset="0"/>
              <a:ea typeface="Nanum Gothic" panose="020D0604000000000000" pitchFamily="34" charset="-127"/>
              <a:cs typeface="Times New Roman" pitchFamily="18" charset="0"/>
            </a:endParaRPr>
          </a:p>
        </p:txBody>
      </p:sp>
      <p:sp>
        <p:nvSpPr>
          <p:cNvPr id="93" name="직사각형 92">
            <a:extLst>
              <a:ext uri="{FF2B5EF4-FFF2-40B4-BE49-F238E27FC236}">
                <a16:creationId xmlns="" xmlns:a16="http://schemas.microsoft.com/office/drawing/2014/main" id="{F36C8CD6-35C2-4045-B79F-662212726530}"/>
              </a:ext>
            </a:extLst>
          </p:cNvPr>
          <p:cNvSpPr/>
          <p:nvPr/>
        </p:nvSpPr>
        <p:spPr>
          <a:xfrm>
            <a:off x="6499732" y="3273241"/>
            <a:ext cx="681906"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700" b="1" smtClean="0">
                <a:solidFill>
                  <a:schemeClr val="tx1"/>
                </a:solidFill>
                <a:latin typeface="Times New Roman" pitchFamily="18" charset="0"/>
                <a:ea typeface="Nanum Gothic" panose="020D0604000000000000" pitchFamily="34" charset="-127"/>
                <a:cs typeface="Times New Roman" pitchFamily="18" charset="0"/>
              </a:rPr>
              <a:t>Nhập trực tiếp</a:t>
            </a:r>
            <a:endParaRPr lang="ko-KR" altLang="en-US" sz="7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82" name="직사각형 81">
            <a:extLst>
              <a:ext uri="{FF2B5EF4-FFF2-40B4-BE49-F238E27FC236}">
                <a16:creationId xmlns="" xmlns:a16="http://schemas.microsoft.com/office/drawing/2014/main" id="{8BA78027-2197-D746-96F6-1D51FA069AB7}"/>
              </a:ext>
            </a:extLst>
          </p:cNvPr>
          <p:cNvSpPr/>
          <p:nvPr/>
        </p:nvSpPr>
        <p:spPr>
          <a:xfrm>
            <a:off x="5072515" y="3681466"/>
            <a:ext cx="843022" cy="272987"/>
          </a:xfrm>
          <a:prstGeom prst="rect">
            <a:avLst/>
          </a:prstGeom>
          <a:solidFill>
            <a:schemeClr val="bg2"/>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1"/>
                </a:solidFill>
                <a:latin typeface="Times New Roman" pitchFamily="18" charset="0"/>
                <a:ea typeface="Nanum Gothic" panose="020D0604000000000000" pitchFamily="34" charset="-127"/>
                <a:cs typeface="Times New Roman" pitchFamily="18" charset="0"/>
              </a:rPr>
              <a:t>2020-06-06</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90" name="직사각형 89">
            <a:extLst>
              <a:ext uri="{FF2B5EF4-FFF2-40B4-BE49-F238E27FC236}">
                <a16:creationId xmlns="" xmlns:a16="http://schemas.microsoft.com/office/drawing/2014/main" id="{8C539A01-9B67-974B-91CB-DC0D63117E36}"/>
              </a:ext>
            </a:extLst>
          </p:cNvPr>
          <p:cNvSpPr/>
          <p:nvPr/>
        </p:nvSpPr>
        <p:spPr>
          <a:xfrm>
            <a:off x="6233877" y="3677634"/>
            <a:ext cx="843022" cy="272987"/>
          </a:xfrm>
          <a:prstGeom prst="rect">
            <a:avLst/>
          </a:prstGeom>
          <a:solidFill>
            <a:schemeClr val="bg2"/>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1"/>
                </a:solidFill>
                <a:latin typeface="Times New Roman" pitchFamily="18" charset="0"/>
                <a:ea typeface="Nanum Gothic" panose="020D0604000000000000" pitchFamily="34" charset="-127"/>
                <a:cs typeface="Times New Roman" pitchFamily="18" charset="0"/>
              </a:rPr>
              <a:t>2020-06-06</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91" name="직사각형 90">
            <a:extLst>
              <a:ext uri="{FF2B5EF4-FFF2-40B4-BE49-F238E27FC236}">
                <a16:creationId xmlns="" xmlns:a16="http://schemas.microsoft.com/office/drawing/2014/main" id="{A9C4A1CC-2239-E444-BB51-02F00CB46113}"/>
              </a:ext>
            </a:extLst>
          </p:cNvPr>
          <p:cNvSpPr/>
          <p:nvPr/>
        </p:nvSpPr>
        <p:spPr>
          <a:xfrm>
            <a:off x="5963587" y="3725466"/>
            <a:ext cx="243978" cy="230832"/>
          </a:xfrm>
          <a:prstGeom prst="rect">
            <a:avLst/>
          </a:prstGeom>
        </p:spPr>
        <p:txBody>
          <a:bodyPr wrap="none">
            <a:spAutoFit/>
          </a:bodyPr>
          <a:lstStyle/>
          <a:p>
            <a:r>
              <a:rPr lang="en-US" altLang="ko-KR" sz="900" b="1" dirty="0">
                <a:latin typeface="Times New Roman" pitchFamily="18" charset="0"/>
                <a:ea typeface="Nanum Gothic" panose="020D0604000000000000" pitchFamily="34" charset="-127"/>
                <a:cs typeface="Times New Roman" pitchFamily="18" charset="0"/>
              </a:rPr>
              <a:t>~</a:t>
            </a:r>
            <a:endParaRPr lang="en-US" altLang="ko-KR" sz="500" dirty="0">
              <a:latin typeface="Times New Roman" pitchFamily="18" charset="0"/>
              <a:ea typeface="Nanum Gothic" panose="020D0604000000000000" pitchFamily="34" charset="-127"/>
              <a:cs typeface="Times New Roman" pitchFamily="18" charset="0"/>
            </a:endParaRPr>
          </a:p>
        </p:txBody>
      </p:sp>
      <p:sp>
        <p:nvSpPr>
          <p:cNvPr id="94" name="직사각형 93">
            <a:extLst>
              <a:ext uri="{FF2B5EF4-FFF2-40B4-BE49-F238E27FC236}">
                <a16:creationId xmlns="" xmlns:a16="http://schemas.microsoft.com/office/drawing/2014/main" id="{A00C8807-3EF6-8B46-A83D-8A54FE18D81C}"/>
              </a:ext>
            </a:extLst>
          </p:cNvPr>
          <p:cNvSpPr/>
          <p:nvPr/>
        </p:nvSpPr>
        <p:spPr>
          <a:xfrm>
            <a:off x="5377197" y="2473166"/>
            <a:ext cx="511907" cy="157932"/>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Reset</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126" name="Google Shape;640;p11"/>
          <p:cNvSpPr/>
          <p:nvPr/>
        </p:nvSpPr>
        <p:spPr>
          <a:xfrm>
            <a:off x="416496" y="1150309"/>
            <a:ext cx="4248472" cy="362975"/>
          </a:xfrm>
          <a:prstGeom prst="rect">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dk1"/>
              </a:solidFill>
              <a:latin typeface="Times New Roman" pitchFamily="18" charset="0"/>
              <a:ea typeface="Nanum Gothic"/>
              <a:cs typeface="Times New Roman" pitchFamily="18" charset="0"/>
              <a:sym typeface="Nanum Gothic"/>
            </a:endParaRPr>
          </a:p>
        </p:txBody>
      </p:sp>
      <p:sp>
        <p:nvSpPr>
          <p:cNvPr id="128" name="Google Shape;641;p11"/>
          <p:cNvSpPr/>
          <p:nvPr/>
        </p:nvSpPr>
        <p:spPr>
          <a:xfrm>
            <a:off x="1042339" y="1210874"/>
            <a:ext cx="620683"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900" b="1" smtClean="0">
                <a:solidFill>
                  <a:schemeClr val="dk1"/>
                </a:solidFill>
                <a:latin typeface="Times New Roman" pitchFamily="18" charset="0"/>
                <a:ea typeface="Nanum Gothic"/>
                <a:cs typeface="Times New Roman" pitchFamily="18" charset="0"/>
                <a:sym typeface="Nanum Gothic"/>
              </a:rPr>
              <a:t>Mua xong</a:t>
            </a:r>
            <a:endParaRPr sz="900" b="1">
              <a:solidFill>
                <a:schemeClr val="dk1"/>
              </a:solidFill>
              <a:latin typeface="Times New Roman" pitchFamily="18" charset="0"/>
              <a:ea typeface="Nanum Gothic"/>
              <a:cs typeface="Times New Roman" pitchFamily="18" charset="0"/>
              <a:sym typeface="Nanum Gothic"/>
            </a:endParaRPr>
          </a:p>
        </p:txBody>
      </p:sp>
      <p:cxnSp>
        <p:nvCxnSpPr>
          <p:cNvPr id="140" name="Google Shape;642;p11"/>
          <p:cNvCxnSpPr/>
          <p:nvPr/>
        </p:nvCxnSpPr>
        <p:spPr>
          <a:xfrm>
            <a:off x="503269" y="1491555"/>
            <a:ext cx="559642" cy="0"/>
          </a:xfrm>
          <a:prstGeom prst="straightConnector1">
            <a:avLst/>
          </a:prstGeom>
          <a:noFill/>
          <a:ln w="38100" cap="flat" cmpd="sng">
            <a:solidFill>
              <a:srgbClr val="C00000"/>
            </a:solidFill>
            <a:prstDash val="solid"/>
            <a:round/>
            <a:headEnd type="none" w="sm" len="sm"/>
            <a:tailEnd type="none" w="sm" len="sm"/>
          </a:ln>
        </p:spPr>
      </p:cxnSp>
      <p:sp>
        <p:nvSpPr>
          <p:cNvPr id="141" name="Google Shape;643;p11"/>
          <p:cNvSpPr/>
          <p:nvPr/>
        </p:nvSpPr>
        <p:spPr>
          <a:xfrm>
            <a:off x="1634058" y="1210874"/>
            <a:ext cx="620683"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900" b="1" smtClean="0">
                <a:solidFill>
                  <a:schemeClr val="dk1"/>
                </a:solidFill>
                <a:latin typeface="Times New Roman" pitchFamily="18" charset="0"/>
                <a:ea typeface="Nanum Gothic"/>
                <a:cs typeface="Times New Roman" pitchFamily="18" charset="0"/>
                <a:sym typeface="Nanum Gothic"/>
              </a:rPr>
              <a:t>Sử dụng xong</a:t>
            </a:r>
            <a:endParaRPr sz="900" b="1">
              <a:solidFill>
                <a:schemeClr val="dk1"/>
              </a:solidFill>
              <a:latin typeface="Times New Roman" pitchFamily="18" charset="0"/>
              <a:ea typeface="Nanum Gothic"/>
              <a:cs typeface="Times New Roman" pitchFamily="18" charset="0"/>
              <a:sym typeface="Nanum Gothic"/>
            </a:endParaRPr>
          </a:p>
        </p:txBody>
      </p:sp>
      <p:sp>
        <p:nvSpPr>
          <p:cNvPr id="142" name="Google Shape;644;p11"/>
          <p:cNvSpPr/>
          <p:nvPr/>
        </p:nvSpPr>
        <p:spPr>
          <a:xfrm>
            <a:off x="2867270" y="1067653"/>
            <a:ext cx="620683" cy="5077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900" b="1" smtClean="0">
                <a:solidFill>
                  <a:schemeClr val="dk1"/>
                </a:solidFill>
                <a:latin typeface="Times New Roman" pitchFamily="18" charset="0"/>
                <a:ea typeface="Nanum Gothic"/>
                <a:cs typeface="Times New Roman" pitchFamily="18" charset="0"/>
                <a:sym typeface="Nanum Gothic"/>
              </a:rPr>
              <a:t>Hoàn tiền xong</a:t>
            </a:r>
            <a:endParaRPr sz="900" b="1">
              <a:solidFill>
                <a:schemeClr val="dk1"/>
              </a:solidFill>
              <a:latin typeface="Times New Roman" pitchFamily="18" charset="0"/>
              <a:ea typeface="Nanum Gothic"/>
              <a:cs typeface="Times New Roman" pitchFamily="18" charset="0"/>
              <a:sym typeface="Nanum Gothic"/>
            </a:endParaRPr>
          </a:p>
        </p:txBody>
      </p:sp>
      <p:sp>
        <p:nvSpPr>
          <p:cNvPr id="143" name="Google Shape;645;p11"/>
          <p:cNvSpPr/>
          <p:nvPr/>
        </p:nvSpPr>
        <p:spPr>
          <a:xfrm>
            <a:off x="3524692" y="1210874"/>
            <a:ext cx="838691"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900" b="1" smtClean="0">
                <a:solidFill>
                  <a:schemeClr val="dk1"/>
                </a:solidFill>
                <a:latin typeface="Times New Roman" pitchFamily="18" charset="0"/>
                <a:ea typeface="Nanum Gothic"/>
                <a:cs typeface="Times New Roman" pitchFamily="18" charset="0"/>
                <a:sym typeface="Nanum Gothic"/>
              </a:rPr>
              <a:t>Hết hạn sử dụng</a:t>
            </a:r>
            <a:endParaRPr>
              <a:latin typeface="Times New Roman" pitchFamily="18" charset="0"/>
              <a:cs typeface="Times New Roman" pitchFamily="18" charset="0"/>
            </a:endParaRPr>
          </a:p>
        </p:txBody>
      </p:sp>
      <p:sp>
        <p:nvSpPr>
          <p:cNvPr id="146" name="Google Shape;646;p11"/>
          <p:cNvSpPr/>
          <p:nvPr/>
        </p:nvSpPr>
        <p:spPr>
          <a:xfrm>
            <a:off x="451692" y="1210874"/>
            <a:ext cx="616944" cy="2307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900" b="1" smtClean="0">
                <a:solidFill>
                  <a:srgbClr val="C00000"/>
                </a:solidFill>
                <a:latin typeface="Times New Roman" pitchFamily="18" charset="0"/>
                <a:ea typeface="Nanum Gothic"/>
                <a:cs typeface="Times New Roman" pitchFamily="18" charset="0"/>
                <a:sym typeface="Nanum Gothic"/>
              </a:rPr>
              <a:t>Toàn bộ</a:t>
            </a:r>
            <a:endParaRPr sz="900" b="1">
              <a:solidFill>
                <a:srgbClr val="C00000"/>
              </a:solidFill>
              <a:latin typeface="Times New Roman" pitchFamily="18" charset="0"/>
              <a:ea typeface="Nanum Gothic"/>
              <a:cs typeface="Times New Roman" pitchFamily="18" charset="0"/>
              <a:sym typeface="Nanum Gothic"/>
            </a:endParaRPr>
          </a:p>
        </p:txBody>
      </p:sp>
      <p:sp>
        <p:nvSpPr>
          <p:cNvPr id="151" name="Google Shape;647;p11"/>
          <p:cNvSpPr/>
          <p:nvPr/>
        </p:nvSpPr>
        <p:spPr>
          <a:xfrm>
            <a:off x="2186925" y="1067614"/>
            <a:ext cx="729687" cy="5077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ko-KR" sz="900" b="1" smtClean="0">
                <a:solidFill>
                  <a:schemeClr val="dk1"/>
                </a:solidFill>
                <a:latin typeface="Times New Roman" pitchFamily="18" charset="0"/>
                <a:ea typeface="Nanum Gothic"/>
                <a:cs typeface="Times New Roman" pitchFamily="18" charset="0"/>
                <a:sym typeface="Nanum Gothic"/>
              </a:rPr>
              <a:t>Đang yêu cầu hoàn tiền</a:t>
            </a:r>
            <a:endParaRPr sz="900" b="1">
              <a:solidFill>
                <a:schemeClr val="dk1"/>
              </a:solidFill>
              <a:latin typeface="Times New Roman" pitchFamily="18" charset="0"/>
              <a:ea typeface="Nanum Gothic"/>
              <a:cs typeface="Times New Roman" pitchFamily="18" charset="0"/>
              <a:sym typeface="Nanum Gothic"/>
            </a:endParaRPr>
          </a:p>
        </p:txBody>
      </p:sp>
    </p:spTree>
    <p:extLst>
      <p:ext uri="{BB962C8B-B14F-4D97-AF65-F5344CB8AC3E}">
        <p14:creationId xmlns="" xmlns:p14="http://schemas.microsoft.com/office/powerpoint/2010/main" val="2160445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mtClean="0">
                <a:latin typeface="Times New Roman" pitchFamily="18" charset="0"/>
                <a:ea typeface="Nanum Gothic" panose="020D0604000000000000" pitchFamily="34" charset="-127"/>
                <a:cs typeface="Times New Roman" pitchFamily="18" charset="0"/>
              </a:rPr>
              <a:t>Main</a:t>
            </a:r>
            <a:r>
              <a:rPr lang="ko-KR" altLang="en-US" smtClean="0">
                <a:latin typeface="Times New Roman" pitchFamily="18" charset="0"/>
                <a:ea typeface="Nanum Gothic" panose="020D0604000000000000" pitchFamily="34" charset="-127"/>
                <a:cs typeface="Times New Roman" pitchFamily="18" charset="0"/>
              </a:rPr>
              <a:t> </a:t>
            </a:r>
            <a:r>
              <a:rPr lang="en-US" altLang="ko-KR">
                <a:latin typeface="Times New Roman" pitchFamily="18" charset="0"/>
                <a:ea typeface="Nanum Gothic" panose="020D0604000000000000" pitchFamily="34" charset="-127"/>
                <a:cs typeface="Times New Roman" pitchFamily="18" charset="0"/>
              </a:rPr>
              <a:t>&gt; </a:t>
            </a:r>
            <a:r>
              <a:rPr lang="en-US" altLang="ko-KR" smtClean="0">
                <a:latin typeface="Times New Roman" pitchFamily="18" charset="0"/>
                <a:ea typeface="Nanum Gothic" panose="020D0604000000000000" pitchFamily="34" charset="-127"/>
                <a:cs typeface="Times New Roman" pitchFamily="18" charset="0"/>
              </a:rPr>
              <a:t>Quản lý đơn hàng</a:t>
            </a:r>
            <a:r>
              <a:rPr lang="ko-KR" altLang="en-US" smtClean="0">
                <a:latin typeface="Times New Roman" pitchFamily="18" charset="0"/>
                <a:ea typeface="Nanum Gothic" panose="020D0604000000000000" pitchFamily="34" charset="-127"/>
                <a:cs typeface="Times New Roman" pitchFamily="18" charset="0"/>
              </a:rPr>
              <a:t> </a:t>
            </a:r>
            <a:r>
              <a:rPr lang="en-US" altLang="ko-KR">
                <a:latin typeface="Times New Roman" pitchFamily="18" charset="0"/>
                <a:ea typeface="Nanum Gothic" panose="020D0604000000000000" pitchFamily="34" charset="-127"/>
                <a:cs typeface="Times New Roman" pitchFamily="18" charset="0"/>
              </a:rPr>
              <a:t>&gt;</a:t>
            </a:r>
            <a:r>
              <a:rPr lang="ko-KR" altLang="en-US">
                <a:latin typeface="Times New Roman" pitchFamily="18" charset="0"/>
                <a:ea typeface="Nanum Gothic" panose="020D0604000000000000" pitchFamily="34" charset="-127"/>
                <a:cs typeface="Times New Roman" pitchFamily="18" charset="0"/>
              </a:rPr>
              <a:t> </a:t>
            </a:r>
            <a:r>
              <a:rPr lang="en-US" altLang="ko-KR" smtClean="0">
                <a:latin typeface="Times New Roman" pitchFamily="18" charset="0"/>
                <a:ea typeface="Nanum Gothic" panose="020D0604000000000000" pitchFamily="34" charset="-127"/>
                <a:cs typeface="Times New Roman" pitchFamily="18" charset="0"/>
              </a:rPr>
              <a:t>Filter</a:t>
            </a:r>
            <a:r>
              <a:rPr lang="ko-KR" altLang="en-US" smtClean="0">
                <a:latin typeface="Times New Roman" pitchFamily="18" charset="0"/>
                <a:ea typeface="Nanum Gothic" panose="020D0604000000000000" pitchFamily="34" charset="-127"/>
                <a:cs typeface="Times New Roman" pitchFamily="18" charset="0"/>
              </a:rPr>
              <a:t> </a:t>
            </a:r>
            <a:r>
              <a:rPr lang="en-US" altLang="ko-KR" smtClean="0">
                <a:latin typeface="Times New Roman" pitchFamily="18" charset="0"/>
                <a:ea typeface="Nanum Gothic" panose="020D0604000000000000" pitchFamily="34" charset="-127"/>
                <a:cs typeface="Times New Roman" pitchFamily="18" charset="0"/>
              </a:rPr>
              <a:t>(Modal pop-up)</a:t>
            </a:r>
            <a:r>
              <a:rPr lang="ko-KR" altLang="en-US" smtClean="0">
                <a:latin typeface="Times New Roman" pitchFamily="18" charset="0"/>
                <a:ea typeface="Nanum Gothic" panose="020D0604000000000000" pitchFamily="34" charset="-127"/>
                <a:cs typeface="Times New Roman" pitchFamily="18" charset="0"/>
              </a:rPr>
              <a:t> </a:t>
            </a:r>
            <a:r>
              <a:rPr lang="en-US" altLang="ko-KR">
                <a:latin typeface="Times New Roman" pitchFamily="18" charset="0"/>
                <a:ea typeface="Nanum Gothic" panose="020D0604000000000000" pitchFamily="34" charset="-127"/>
                <a:cs typeface="Times New Roman" pitchFamily="18" charset="0"/>
              </a:rPr>
              <a:t>&gt;</a:t>
            </a:r>
            <a:r>
              <a:rPr lang="ko-KR" altLang="en-US">
                <a:latin typeface="Times New Roman" pitchFamily="18" charset="0"/>
                <a:ea typeface="Nanum Gothic" panose="020D0604000000000000" pitchFamily="34" charset="-127"/>
                <a:cs typeface="Times New Roman" pitchFamily="18" charset="0"/>
              </a:rPr>
              <a:t> </a:t>
            </a:r>
            <a:r>
              <a:rPr lang="en-US" altLang="ko-KR" smtClean="0">
                <a:latin typeface="Times New Roman" pitchFamily="18" charset="0"/>
                <a:ea typeface="Nanum Gothic" panose="020D0604000000000000" pitchFamily="34" charset="-127"/>
                <a:cs typeface="Times New Roman" pitchFamily="18" charset="0"/>
              </a:rPr>
              <a:t>Nhập trực tiếp thời gian</a:t>
            </a:r>
            <a:endParaRPr lang="ko-KR" altLang="en-US" dirty="0">
              <a:latin typeface="Times New Roman" pitchFamily="18" charset="0"/>
              <a:ea typeface="Nanum Gothic" panose="020D0604000000000000" pitchFamily="34" charset="-127"/>
              <a:cs typeface="Times New Roman" pitchFamily="18" charset="0"/>
            </a:endParaRPr>
          </a:p>
        </p:txBody>
      </p:sp>
      <p:graphicFrame>
        <p:nvGraphicFramePr>
          <p:cNvPr id="89" name="표 88">
            <a:extLst>
              <a:ext uri="{FF2B5EF4-FFF2-40B4-BE49-F238E27FC236}">
                <a16:creationId xmlns="" xmlns:a16="http://schemas.microsoft.com/office/drawing/2014/main" id="{2C10C65E-0E9E-844F-B1E1-6039F2D08D34}"/>
              </a:ext>
            </a:extLst>
          </p:cNvPr>
          <p:cNvGraphicFramePr>
            <a:graphicFrameLocks noGrp="1"/>
          </p:cNvGraphicFramePr>
          <p:nvPr>
            <p:extLst>
              <p:ext uri="{D42A27DB-BD31-4B8C-83A1-F6EECF244321}">
                <p14:modId xmlns="" xmlns:p14="http://schemas.microsoft.com/office/powerpoint/2010/main" val="1396928529"/>
              </p:ext>
            </p:extLst>
          </p:nvPr>
        </p:nvGraphicFramePr>
        <p:xfrm>
          <a:off x="7453089" y="807470"/>
          <a:ext cx="2357214" cy="3096360"/>
        </p:xfrm>
        <a:graphic>
          <a:graphicData uri="http://schemas.openxmlformats.org/drawingml/2006/table">
            <a:tbl>
              <a:tblPr firstRow="1" bandRow="1">
                <a:tableStyleId>{5940675A-B579-460E-94D1-54222C63F5DA}</a:tableStyleId>
              </a:tblPr>
              <a:tblGrid>
                <a:gridCol w="196974">
                  <a:extLst>
                    <a:ext uri="{9D8B030D-6E8A-4147-A177-3AD203B41FA5}">
                      <a16:colId xmlns="" xmlns:a16="http://schemas.microsoft.com/office/drawing/2014/main" val="20000"/>
                    </a:ext>
                  </a:extLst>
                </a:gridCol>
                <a:gridCol w="2160240">
                  <a:extLst>
                    <a:ext uri="{9D8B030D-6E8A-4147-A177-3AD203B41FA5}">
                      <a16:colId xmlns="" xmlns:a16="http://schemas.microsoft.com/office/drawing/2014/main" val="20001"/>
                    </a:ext>
                  </a:extLst>
                </a:gridCol>
              </a:tblGrid>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1</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Kích hoạt khi chọn trực tiếp nhập</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429399338"/>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2</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Kích hoạt chọn lịch</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Tương tác:</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Kích hoạt từ dưới lên trên</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chọn ngày trên lịch thì layer lịch đóng lại và áp dụng ngay giá trị đã chọn</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vi-VN"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bấm ngày bắt đầu </a:t>
                      </a: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a:t>
                      </a:r>
                      <a:r>
                        <a:rPr lang="vi-VN"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hiện lịch </a:t>
                      </a: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vi-VN"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chọn ngày trên lịch </a:t>
                      </a: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vi-VN"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áp dụng vào ngày bắt đầu và ngay lập tức hiện lịch để chọn ngày kết thúc</a:t>
                      </a:r>
                    </a:p>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endParaRPr lang="vi-VN"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vi-VN"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bấm ngày kết thúc thì chỉ hiện lịch để chọn ngày kết thúc </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1" u="sng"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[Ngày có thể chọn trên lịch]</a:t>
                      </a:r>
                      <a:endParaRPr lang="en-US" altLang="ko-KR" sz="900" b="1" u="sng"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Ngày bắt đầu:</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Hôm nay~1 năm gần nhất</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Ngày kết thúc:</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Ngày bắt đầu~1 năm gần nhất tính từ hôm nay</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709897334"/>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3</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Đóng lịch lại.</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0" marR="0" lvl="0" indent="0" algn="l" defTabSz="914400" rtl="0" eaLnBrk="1" fontAlgn="auto" latinLnBrk="1" hangingPunct="1">
                        <a:lnSpc>
                          <a:spcPct val="100000"/>
                        </a:lnSpc>
                        <a:spcBef>
                          <a:spcPts val="0"/>
                        </a:spcBef>
                        <a:spcAft>
                          <a:spcPts val="0"/>
                        </a:spcAft>
                        <a:buClrTx/>
                        <a:buSzTx/>
                        <a:buFont typeface="Arial" pitchFamily="34" charset="0"/>
                        <a:buNone/>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Tương tác:</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Đóng từ trên xuống dưới.</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638483204"/>
                  </a:ext>
                </a:extLst>
              </a:tr>
            </a:tbl>
          </a:graphicData>
        </a:graphic>
      </p:graphicFrame>
      <p:sp>
        <p:nvSpPr>
          <p:cNvPr id="67" name="직사각형 66">
            <a:extLst>
              <a:ext uri="{FF2B5EF4-FFF2-40B4-BE49-F238E27FC236}">
                <a16:creationId xmlns="" xmlns:a16="http://schemas.microsoft.com/office/drawing/2014/main" id="{3D28B16D-F97A-6946-8365-FC988F3EB0C2}"/>
              </a:ext>
            </a:extLst>
          </p:cNvPr>
          <p:cNvSpPr/>
          <p:nvPr/>
        </p:nvSpPr>
        <p:spPr>
          <a:xfrm>
            <a:off x="344488" y="1844824"/>
            <a:ext cx="3079055" cy="4313767"/>
          </a:xfrm>
          <a:prstGeom prst="rect">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sz="1100" b="1" dirty="0" err="1">
                <a:solidFill>
                  <a:schemeClr val="tx1"/>
                </a:solidFill>
                <a:latin typeface="Times New Roman" pitchFamily="18" charset="0"/>
                <a:ea typeface="Nanum Gothic" panose="020D0604000000000000" pitchFamily="34" charset="-127"/>
                <a:cs typeface="Times New Roman" pitchFamily="18" charset="0"/>
              </a:rPr>
              <a:t>상세조건</a:t>
            </a:r>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rgbClr val="000000"/>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68" name="직사각형 67">
            <a:extLst>
              <a:ext uri="{FF2B5EF4-FFF2-40B4-BE49-F238E27FC236}">
                <a16:creationId xmlns="" xmlns:a16="http://schemas.microsoft.com/office/drawing/2014/main" id="{478DE87C-F9FB-5F4A-9A90-1B96A8A48353}"/>
              </a:ext>
            </a:extLst>
          </p:cNvPr>
          <p:cNvSpPr/>
          <p:nvPr/>
        </p:nvSpPr>
        <p:spPr>
          <a:xfrm>
            <a:off x="1058813" y="5850545"/>
            <a:ext cx="1802730" cy="222295"/>
          </a:xfrm>
          <a:prstGeom prst="rect">
            <a:avLst/>
          </a:prstGeom>
          <a:solidFill>
            <a:schemeClr val="tx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900" b="1" dirty="0">
                <a:solidFill>
                  <a:schemeClr val="bg1"/>
                </a:solidFill>
                <a:latin typeface="Times New Roman" pitchFamily="18" charset="0"/>
                <a:ea typeface="Nanum Gothic" panose="020D0604000000000000" pitchFamily="34" charset="-127"/>
                <a:cs typeface="Times New Roman" pitchFamily="18" charset="0"/>
              </a:rPr>
              <a:t>적용</a:t>
            </a:r>
          </a:p>
        </p:txBody>
      </p:sp>
      <p:sp>
        <p:nvSpPr>
          <p:cNvPr id="69" name="TextBox 68">
            <a:extLst>
              <a:ext uri="{FF2B5EF4-FFF2-40B4-BE49-F238E27FC236}">
                <a16:creationId xmlns="" xmlns:a16="http://schemas.microsoft.com/office/drawing/2014/main" id="{0927D6D7-66B2-CA4A-8C1E-B0C5F52D9968}"/>
              </a:ext>
            </a:extLst>
          </p:cNvPr>
          <p:cNvSpPr txBox="1"/>
          <p:nvPr/>
        </p:nvSpPr>
        <p:spPr>
          <a:xfrm>
            <a:off x="3078686" y="1867314"/>
            <a:ext cx="332142" cy="338554"/>
          </a:xfrm>
          <a:prstGeom prst="rect">
            <a:avLst/>
          </a:prstGeom>
          <a:noFill/>
        </p:spPr>
        <p:txBody>
          <a:bodyPr wrap="none" rtlCol="0">
            <a:spAutoFit/>
          </a:bodyPr>
          <a:lstStyle/>
          <a:p>
            <a:r>
              <a:rPr lang="en-US" altLang="ko-KR" sz="1600" b="1" dirty="0">
                <a:latin typeface="Times New Roman" pitchFamily="18" charset="0"/>
                <a:ea typeface="Nanum Gothic" panose="020D0604000000000000" pitchFamily="34" charset="-127"/>
                <a:cs typeface="Times New Roman" pitchFamily="18" charset="0"/>
              </a:rPr>
              <a:t>X</a:t>
            </a:r>
            <a:endParaRPr lang="ko-KR" altLang="en-US" sz="1600" b="1" dirty="0">
              <a:latin typeface="Times New Roman" pitchFamily="18" charset="0"/>
              <a:ea typeface="Nanum Gothic" panose="020D0604000000000000" pitchFamily="34" charset="-127"/>
              <a:cs typeface="Times New Roman" pitchFamily="18" charset="0"/>
            </a:endParaRPr>
          </a:p>
        </p:txBody>
      </p:sp>
      <p:sp>
        <p:nvSpPr>
          <p:cNvPr id="28" name="직사각형 27">
            <a:extLst>
              <a:ext uri="{FF2B5EF4-FFF2-40B4-BE49-F238E27FC236}">
                <a16:creationId xmlns="" xmlns:a16="http://schemas.microsoft.com/office/drawing/2014/main" id="{0FDD871C-BAC3-004B-9561-D0B18996EF94}"/>
              </a:ext>
            </a:extLst>
          </p:cNvPr>
          <p:cNvSpPr/>
          <p:nvPr/>
        </p:nvSpPr>
        <p:spPr>
          <a:xfrm>
            <a:off x="1592548" y="2416213"/>
            <a:ext cx="559224" cy="240391"/>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당일</a:t>
            </a:r>
          </a:p>
        </p:txBody>
      </p:sp>
      <p:sp>
        <p:nvSpPr>
          <p:cNvPr id="3" name="직사각형 2">
            <a:extLst>
              <a:ext uri="{FF2B5EF4-FFF2-40B4-BE49-F238E27FC236}">
                <a16:creationId xmlns="" xmlns:a16="http://schemas.microsoft.com/office/drawing/2014/main" id="{EDAAA980-7984-BA4E-8DC2-CFB7459FD0C4}"/>
              </a:ext>
            </a:extLst>
          </p:cNvPr>
          <p:cNvSpPr/>
          <p:nvPr/>
        </p:nvSpPr>
        <p:spPr>
          <a:xfrm>
            <a:off x="438130" y="2178919"/>
            <a:ext cx="639919" cy="230832"/>
          </a:xfrm>
          <a:prstGeom prst="rect">
            <a:avLst/>
          </a:prstGeom>
        </p:spPr>
        <p:txBody>
          <a:bodyPr wrap="none">
            <a:spAutoFit/>
          </a:bodyPr>
          <a:lstStyle/>
          <a:p>
            <a:r>
              <a:rPr lang="ko-KR" altLang="en-US" sz="900" b="1" dirty="0" err="1">
                <a:latin typeface="Times New Roman" pitchFamily="18" charset="0"/>
                <a:ea typeface="Nanum Gothic" panose="020D0604000000000000" pitchFamily="34" charset="-127"/>
                <a:cs typeface="Times New Roman" pitchFamily="18" charset="0"/>
              </a:rPr>
              <a:t>조회기간</a:t>
            </a:r>
            <a:endParaRPr lang="en-US" altLang="ko-KR" sz="500" dirty="0">
              <a:latin typeface="Times New Roman" pitchFamily="18" charset="0"/>
              <a:ea typeface="Nanum Gothic" panose="020D0604000000000000" pitchFamily="34" charset="-127"/>
              <a:cs typeface="Times New Roman" pitchFamily="18" charset="0"/>
            </a:endParaRPr>
          </a:p>
        </p:txBody>
      </p:sp>
      <p:sp>
        <p:nvSpPr>
          <p:cNvPr id="30" name="직사각형 29">
            <a:extLst>
              <a:ext uri="{FF2B5EF4-FFF2-40B4-BE49-F238E27FC236}">
                <a16:creationId xmlns="" xmlns:a16="http://schemas.microsoft.com/office/drawing/2014/main" id="{1413FB50-DAD5-5D47-A3DA-FC39AFB689EC}"/>
              </a:ext>
            </a:extLst>
          </p:cNvPr>
          <p:cNvSpPr/>
          <p:nvPr/>
        </p:nvSpPr>
        <p:spPr>
          <a:xfrm>
            <a:off x="1016203" y="2416213"/>
            <a:ext cx="523718"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어제</a:t>
            </a:r>
          </a:p>
        </p:txBody>
      </p:sp>
      <p:sp>
        <p:nvSpPr>
          <p:cNvPr id="31" name="직사각형 30">
            <a:extLst>
              <a:ext uri="{FF2B5EF4-FFF2-40B4-BE49-F238E27FC236}">
                <a16:creationId xmlns="" xmlns:a16="http://schemas.microsoft.com/office/drawing/2014/main" id="{3C299A56-D1DA-0847-AB9A-AF5E448C0F38}"/>
              </a:ext>
            </a:extLst>
          </p:cNvPr>
          <p:cNvSpPr/>
          <p:nvPr/>
        </p:nvSpPr>
        <p:spPr>
          <a:xfrm>
            <a:off x="2239547" y="2416213"/>
            <a:ext cx="681906"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최근</a:t>
            </a:r>
            <a:r>
              <a:rPr lang="en-US" altLang="ko-KR" sz="800" b="1" dirty="0">
                <a:solidFill>
                  <a:schemeClr val="tx1"/>
                </a:solidFill>
                <a:latin typeface="Times New Roman" pitchFamily="18" charset="0"/>
                <a:ea typeface="Nanum Gothic" panose="020D0604000000000000" pitchFamily="34" charset="-127"/>
                <a:cs typeface="Times New Roman" pitchFamily="18" charset="0"/>
              </a:rPr>
              <a:t>7</a:t>
            </a:r>
            <a:r>
              <a:rPr lang="ko-KR" altLang="en-US" sz="800" b="1" dirty="0">
                <a:solidFill>
                  <a:schemeClr val="tx1"/>
                </a:solidFill>
                <a:latin typeface="Times New Roman" pitchFamily="18" charset="0"/>
                <a:ea typeface="Nanum Gothic" panose="020D0604000000000000" pitchFamily="34" charset="-127"/>
                <a:cs typeface="Times New Roman" pitchFamily="18" charset="0"/>
              </a:rPr>
              <a:t>일</a:t>
            </a:r>
          </a:p>
        </p:txBody>
      </p:sp>
      <p:sp>
        <p:nvSpPr>
          <p:cNvPr id="32" name="직사각형 31">
            <a:extLst>
              <a:ext uri="{FF2B5EF4-FFF2-40B4-BE49-F238E27FC236}">
                <a16:creationId xmlns="" xmlns:a16="http://schemas.microsoft.com/office/drawing/2014/main" id="{3165FB2E-8B62-FD4F-923D-FF4576F11F62}"/>
              </a:ext>
            </a:extLst>
          </p:cNvPr>
          <p:cNvSpPr/>
          <p:nvPr/>
        </p:nvSpPr>
        <p:spPr>
          <a:xfrm>
            <a:off x="465502" y="2701035"/>
            <a:ext cx="636773" cy="272987"/>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최근</a:t>
            </a:r>
            <a:r>
              <a:rPr lang="en-US" altLang="ko-KR" sz="800" b="1" dirty="0">
                <a:solidFill>
                  <a:schemeClr val="tx1"/>
                </a:solidFill>
                <a:latin typeface="Times New Roman" pitchFamily="18" charset="0"/>
                <a:ea typeface="Nanum Gothic" panose="020D0604000000000000" pitchFamily="34" charset="-127"/>
                <a:cs typeface="Times New Roman" pitchFamily="18" charset="0"/>
              </a:rPr>
              <a:t>1</a:t>
            </a:r>
            <a:r>
              <a:rPr lang="ko-KR" altLang="en-US" sz="800" b="1" dirty="0">
                <a:solidFill>
                  <a:schemeClr val="tx1"/>
                </a:solidFill>
                <a:latin typeface="Times New Roman" pitchFamily="18" charset="0"/>
                <a:ea typeface="Nanum Gothic" panose="020D0604000000000000" pitchFamily="34" charset="-127"/>
                <a:cs typeface="Times New Roman" pitchFamily="18" charset="0"/>
              </a:rPr>
              <a:t>개월</a:t>
            </a:r>
          </a:p>
        </p:txBody>
      </p:sp>
      <p:sp>
        <p:nvSpPr>
          <p:cNvPr id="33" name="직사각형 32">
            <a:extLst>
              <a:ext uri="{FF2B5EF4-FFF2-40B4-BE49-F238E27FC236}">
                <a16:creationId xmlns="" xmlns:a16="http://schemas.microsoft.com/office/drawing/2014/main" id="{F242FD57-7CB4-8A40-B2CE-E7B4D51430DF}"/>
              </a:ext>
            </a:extLst>
          </p:cNvPr>
          <p:cNvSpPr/>
          <p:nvPr/>
        </p:nvSpPr>
        <p:spPr>
          <a:xfrm>
            <a:off x="1157230" y="2717333"/>
            <a:ext cx="681906"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최근</a:t>
            </a:r>
            <a:r>
              <a:rPr lang="en-US" altLang="ko-KR" sz="800" b="1" dirty="0">
                <a:solidFill>
                  <a:schemeClr val="tx1"/>
                </a:solidFill>
                <a:latin typeface="Times New Roman" pitchFamily="18" charset="0"/>
                <a:ea typeface="Nanum Gothic" panose="020D0604000000000000" pitchFamily="34" charset="-127"/>
                <a:cs typeface="Times New Roman" pitchFamily="18" charset="0"/>
              </a:rPr>
              <a:t>3</a:t>
            </a:r>
            <a:r>
              <a:rPr lang="ko-KR" altLang="en-US" sz="800" b="1" dirty="0">
                <a:solidFill>
                  <a:schemeClr val="tx1"/>
                </a:solidFill>
                <a:latin typeface="Times New Roman" pitchFamily="18" charset="0"/>
                <a:ea typeface="Nanum Gothic" panose="020D0604000000000000" pitchFamily="34" charset="-127"/>
                <a:cs typeface="Times New Roman" pitchFamily="18" charset="0"/>
              </a:rPr>
              <a:t>개월</a:t>
            </a:r>
          </a:p>
        </p:txBody>
      </p:sp>
      <p:sp>
        <p:nvSpPr>
          <p:cNvPr id="34" name="직사각형 33">
            <a:extLst>
              <a:ext uri="{FF2B5EF4-FFF2-40B4-BE49-F238E27FC236}">
                <a16:creationId xmlns="" xmlns:a16="http://schemas.microsoft.com/office/drawing/2014/main" id="{EE3F767E-154B-9C4F-B004-8E7A23CA846E}"/>
              </a:ext>
            </a:extLst>
          </p:cNvPr>
          <p:cNvSpPr/>
          <p:nvPr/>
        </p:nvSpPr>
        <p:spPr>
          <a:xfrm>
            <a:off x="1907779" y="2717333"/>
            <a:ext cx="681906"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최근</a:t>
            </a:r>
            <a:r>
              <a:rPr lang="en-US" altLang="ko-KR" sz="800" b="1" dirty="0">
                <a:solidFill>
                  <a:schemeClr val="tx1"/>
                </a:solidFill>
                <a:latin typeface="Times New Roman" pitchFamily="18" charset="0"/>
                <a:ea typeface="Nanum Gothic" panose="020D0604000000000000" pitchFamily="34" charset="-127"/>
                <a:cs typeface="Times New Roman" pitchFamily="18" charset="0"/>
              </a:rPr>
              <a:t>6</a:t>
            </a:r>
            <a:r>
              <a:rPr lang="ko-KR" altLang="en-US" sz="800" b="1" dirty="0">
                <a:solidFill>
                  <a:schemeClr val="tx1"/>
                </a:solidFill>
                <a:latin typeface="Times New Roman" pitchFamily="18" charset="0"/>
                <a:ea typeface="Nanum Gothic" panose="020D0604000000000000" pitchFamily="34" charset="-127"/>
                <a:cs typeface="Times New Roman" pitchFamily="18" charset="0"/>
              </a:rPr>
              <a:t>개월</a:t>
            </a:r>
          </a:p>
        </p:txBody>
      </p:sp>
      <p:sp>
        <p:nvSpPr>
          <p:cNvPr id="37" name="직사각형 36">
            <a:extLst>
              <a:ext uri="{FF2B5EF4-FFF2-40B4-BE49-F238E27FC236}">
                <a16:creationId xmlns="" xmlns:a16="http://schemas.microsoft.com/office/drawing/2014/main" id="{BC464DF6-D69D-6640-ACFB-BBA8647052C2}"/>
              </a:ext>
            </a:extLst>
          </p:cNvPr>
          <p:cNvSpPr/>
          <p:nvPr/>
        </p:nvSpPr>
        <p:spPr>
          <a:xfrm>
            <a:off x="391387" y="3826599"/>
            <a:ext cx="1200970" cy="230832"/>
          </a:xfrm>
          <a:prstGeom prst="rect">
            <a:avLst/>
          </a:prstGeom>
        </p:spPr>
        <p:txBody>
          <a:bodyPr wrap="none">
            <a:spAutoFit/>
          </a:bodyPr>
          <a:lstStyle/>
          <a:p>
            <a:r>
              <a:rPr lang="ko-KR" altLang="en-US" sz="900" b="1" dirty="0">
                <a:latin typeface="Times New Roman" pitchFamily="18" charset="0"/>
                <a:ea typeface="Nanum Gothic" panose="020D0604000000000000" pitchFamily="34" charset="-127"/>
                <a:cs typeface="Times New Roman" pitchFamily="18" charset="0"/>
              </a:rPr>
              <a:t>채널</a:t>
            </a:r>
            <a:r>
              <a:rPr lang="en-US" altLang="ko-KR" sz="900" b="1" dirty="0">
                <a:latin typeface="Times New Roman" pitchFamily="18" charset="0"/>
                <a:ea typeface="Nanum Gothic" panose="020D0604000000000000" pitchFamily="34" charset="-127"/>
                <a:cs typeface="Times New Roman" pitchFamily="18" charset="0"/>
              </a:rPr>
              <a:t>(</a:t>
            </a:r>
            <a:r>
              <a:rPr lang="ko-KR" altLang="en-US" sz="900" b="1" dirty="0" err="1">
                <a:latin typeface="Times New Roman" pitchFamily="18" charset="0"/>
                <a:ea typeface="Nanum Gothic" panose="020D0604000000000000" pitchFamily="34" charset="-127"/>
                <a:cs typeface="Times New Roman" pitchFamily="18" charset="0"/>
              </a:rPr>
              <a:t>다중선택</a:t>
            </a:r>
            <a:r>
              <a:rPr lang="ko-KR" altLang="en-US" sz="900" b="1" dirty="0">
                <a:latin typeface="Times New Roman" pitchFamily="18" charset="0"/>
                <a:ea typeface="Nanum Gothic" panose="020D0604000000000000" pitchFamily="34" charset="-127"/>
                <a:cs typeface="Times New Roman" pitchFamily="18" charset="0"/>
              </a:rPr>
              <a:t> 가능</a:t>
            </a:r>
            <a:r>
              <a:rPr lang="en-US" altLang="ko-KR" sz="900" b="1" dirty="0">
                <a:latin typeface="Times New Roman" pitchFamily="18" charset="0"/>
                <a:ea typeface="Nanum Gothic" panose="020D0604000000000000" pitchFamily="34" charset="-127"/>
                <a:cs typeface="Times New Roman" pitchFamily="18" charset="0"/>
              </a:rPr>
              <a:t>)</a:t>
            </a:r>
            <a:endParaRPr lang="en-US" altLang="ko-KR" sz="500" dirty="0">
              <a:latin typeface="Times New Roman" pitchFamily="18" charset="0"/>
              <a:ea typeface="Nanum Gothic" panose="020D0604000000000000" pitchFamily="34" charset="-127"/>
              <a:cs typeface="Times New Roman" pitchFamily="18" charset="0"/>
            </a:endParaRPr>
          </a:p>
        </p:txBody>
      </p:sp>
      <p:sp>
        <p:nvSpPr>
          <p:cNvPr id="38" name="직사각형 37">
            <a:extLst>
              <a:ext uri="{FF2B5EF4-FFF2-40B4-BE49-F238E27FC236}">
                <a16:creationId xmlns="" xmlns:a16="http://schemas.microsoft.com/office/drawing/2014/main" id="{8E806D4E-610D-2A42-9C51-2BCF94DC8E60}"/>
              </a:ext>
            </a:extLst>
          </p:cNvPr>
          <p:cNvSpPr/>
          <p:nvPr/>
        </p:nvSpPr>
        <p:spPr>
          <a:xfrm>
            <a:off x="465503" y="4108219"/>
            <a:ext cx="595240" cy="240391"/>
          </a:xfrm>
          <a:prstGeom prst="rect">
            <a:avLst/>
          </a:prstGeom>
          <a:solidFill>
            <a:schemeClr val="accent6">
              <a:lumMod val="20000"/>
              <a:lumOff val="80000"/>
            </a:schemeClr>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rgbClr val="C00000"/>
                </a:solidFill>
                <a:latin typeface="Times New Roman" pitchFamily="18" charset="0"/>
                <a:ea typeface="Nanum Gothic" panose="020D0604000000000000" pitchFamily="34" charset="-127"/>
                <a:cs typeface="Times New Roman" pitchFamily="18" charset="0"/>
              </a:rPr>
              <a:t>전체</a:t>
            </a:r>
          </a:p>
        </p:txBody>
      </p:sp>
      <p:sp>
        <p:nvSpPr>
          <p:cNvPr id="40" name="직사각형 39">
            <a:extLst>
              <a:ext uri="{FF2B5EF4-FFF2-40B4-BE49-F238E27FC236}">
                <a16:creationId xmlns="" xmlns:a16="http://schemas.microsoft.com/office/drawing/2014/main" id="{738C8985-515D-AC4A-9DBD-3A4DA459B06C}"/>
              </a:ext>
            </a:extLst>
          </p:cNvPr>
          <p:cNvSpPr/>
          <p:nvPr/>
        </p:nvSpPr>
        <p:spPr>
          <a:xfrm>
            <a:off x="1103260" y="4108219"/>
            <a:ext cx="595240"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err="1">
                <a:solidFill>
                  <a:schemeClr val="tx1"/>
                </a:solidFill>
                <a:latin typeface="Times New Roman" pitchFamily="18" charset="0"/>
                <a:ea typeface="Nanum Gothic" panose="020D0604000000000000" pitchFamily="34" charset="-127"/>
                <a:cs typeface="Times New Roman" pitchFamily="18" charset="0"/>
              </a:rPr>
              <a:t>쿠팡</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41" name="직사각형 40">
            <a:extLst>
              <a:ext uri="{FF2B5EF4-FFF2-40B4-BE49-F238E27FC236}">
                <a16:creationId xmlns="" xmlns:a16="http://schemas.microsoft.com/office/drawing/2014/main" id="{524C2AAA-8FD7-174C-A583-6D3BC365968A}"/>
              </a:ext>
            </a:extLst>
          </p:cNvPr>
          <p:cNvSpPr/>
          <p:nvPr/>
        </p:nvSpPr>
        <p:spPr>
          <a:xfrm>
            <a:off x="1751332" y="4108219"/>
            <a:ext cx="595240"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err="1">
                <a:solidFill>
                  <a:schemeClr val="tx1"/>
                </a:solidFill>
                <a:latin typeface="Times New Roman" pitchFamily="18" charset="0"/>
                <a:ea typeface="Nanum Gothic" panose="020D0604000000000000" pitchFamily="34" charset="-127"/>
                <a:cs typeface="Times New Roman" pitchFamily="18" charset="0"/>
              </a:rPr>
              <a:t>티몬</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42" name="직사각형 41">
            <a:extLst>
              <a:ext uri="{FF2B5EF4-FFF2-40B4-BE49-F238E27FC236}">
                <a16:creationId xmlns="" xmlns:a16="http://schemas.microsoft.com/office/drawing/2014/main" id="{10D2E052-4EE5-C44F-B4F8-A29AFE08C08E}"/>
              </a:ext>
            </a:extLst>
          </p:cNvPr>
          <p:cNvSpPr/>
          <p:nvPr/>
        </p:nvSpPr>
        <p:spPr>
          <a:xfrm>
            <a:off x="465502" y="4427903"/>
            <a:ext cx="595240"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err="1">
                <a:solidFill>
                  <a:schemeClr val="tx1"/>
                </a:solidFill>
                <a:latin typeface="Times New Roman" pitchFamily="18" charset="0"/>
                <a:ea typeface="Nanum Gothic" panose="020D0604000000000000" pitchFamily="34" charset="-127"/>
                <a:cs typeface="Times New Roman" pitchFamily="18" charset="0"/>
              </a:rPr>
              <a:t>채널명</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43" name="직사각형 42">
            <a:extLst>
              <a:ext uri="{FF2B5EF4-FFF2-40B4-BE49-F238E27FC236}">
                <a16:creationId xmlns="" xmlns:a16="http://schemas.microsoft.com/office/drawing/2014/main" id="{AAA4D85A-40B4-EA4D-BD60-2B3BE73DF5E7}"/>
              </a:ext>
            </a:extLst>
          </p:cNvPr>
          <p:cNvSpPr/>
          <p:nvPr/>
        </p:nvSpPr>
        <p:spPr>
          <a:xfrm>
            <a:off x="1110566" y="4427903"/>
            <a:ext cx="595240"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err="1">
                <a:solidFill>
                  <a:schemeClr val="tx1"/>
                </a:solidFill>
                <a:latin typeface="Times New Roman" pitchFamily="18" charset="0"/>
                <a:ea typeface="Nanum Gothic" panose="020D0604000000000000" pitchFamily="34" charset="-127"/>
                <a:cs typeface="Times New Roman" pitchFamily="18" charset="0"/>
              </a:rPr>
              <a:t>채널명</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44" name="직사각형 43">
            <a:extLst>
              <a:ext uri="{FF2B5EF4-FFF2-40B4-BE49-F238E27FC236}">
                <a16:creationId xmlns="" xmlns:a16="http://schemas.microsoft.com/office/drawing/2014/main" id="{26FE8704-FF43-D747-BF27-863B2E7A7E44}"/>
              </a:ext>
            </a:extLst>
          </p:cNvPr>
          <p:cNvSpPr/>
          <p:nvPr/>
        </p:nvSpPr>
        <p:spPr>
          <a:xfrm>
            <a:off x="1769752" y="4427903"/>
            <a:ext cx="595240"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err="1">
                <a:solidFill>
                  <a:schemeClr val="tx1"/>
                </a:solidFill>
                <a:latin typeface="Times New Roman" pitchFamily="18" charset="0"/>
                <a:ea typeface="Nanum Gothic" panose="020D0604000000000000" pitchFamily="34" charset="-127"/>
                <a:cs typeface="Times New Roman" pitchFamily="18" charset="0"/>
              </a:rPr>
              <a:t>채널명</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45" name="직사각형 44">
            <a:extLst>
              <a:ext uri="{FF2B5EF4-FFF2-40B4-BE49-F238E27FC236}">
                <a16:creationId xmlns="" xmlns:a16="http://schemas.microsoft.com/office/drawing/2014/main" id="{95B614D1-4430-3B48-87C3-034ED0B492F3}"/>
              </a:ext>
            </a:extLst>
          </p:cNvPr>
          <p:cNvSpPr/>
          <p:nvPr/>
        </p:nvSpPr>
        <p:spPr>
          <a:xfrm>
            <a:off x="2403959" y="4108219"/>
            <a:ext cx="595240"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err="1">
                <a:solidFill>
                  <a:schemeClr val="tx1"/>
                </a:solidFill>
                <a:latin typeface="Times New Roman" pitchFamily="18" charset="0"/>
                <a:ea typeface="Nanum Gothic" panose="020D0604000000000000" pitchFamily="34" charset="-127"/>
                <a:cs typeface="Times New Roman" pitchFamily="18" charset="0"/>
              </a:rPr>
              <a:t>지마켓</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47" name="직사각형 46">
            <a:extLst>
              <a:ext uri="{FF2B5EF4-FFF2-40B4-BE49-F238E27FC236}">
                <a16:creationId xmlns="" xmlns:a16="http://schemas.microsoft.com/office/drawing/2014/main" id="{A805834E-8610-7641-8366-16784E08B4B8}"/>
              </a:ext>
            </a:extLst>
          </p:cNvPr>
          <p:cNvSpPr/>
          <p:nvPr/>
        </p:nvSpPr>
        <p:spPr>
          <a:xfrm>
            <a:off x="448491" y="4866030"/>
            <a:ext cx="526106" cy="230832"/>
          </a:xfrm>
          <a:prstGeom prst="rect">
            <a:avLst/>
          </a:prstGeom>
        </p:spPr>
        <p:txBody>
          <a:bodyPr wrap="none">
            <a:spAutoFit/>
          </a:bodyPr>
          <a:lstStyle/>
          <a:p>
            <a:r>
              <a:rPr lang="ko-KR" altLang="en-US" sz="900" b="1" dirty="0" err="1">
                <a:latin typeface="Times New Roman" pitchFamily="18" charset="0"/>
                <a:ea typeface="Nanum Gothic" panose="020D0604000000000000" pitchFamily="34" charset="-127"/>
                <a:cs typeface="Times New Roman" pitchFamily="18" charset="0"/>
              </a:rPr>
              <a:t>시설사</a:t>
            </a:r>
            <a:endParaRPr lang="en-US" altLang="ko-KR" sz="500" dirty="0">
              <a:latin typeface="Times New Roman" pitchFamily="18" charset="0"/>
              <a:ea typeface="Nanum Gothic" panose="020D0604000000000000" pitchFamily="34" charset="-127"/>
              <a:cs typeface="Times New Roman" pitchFamily="18" charset="0"/>
            </a:endParaRPr>
          </a:p>
        </p:txBody>
      </p:sp>
      <p:sp>
        <p:nvSpPr>
          <p:cNvPr id="66" name="직사각형 65">
            <a:extLst>
              <a:ext uri="{FF2B5EF4-FFF2-40B4-BE49-F238E27FC236}">
                <a16:creationId xmlns="" xmlns:a16="http://schemas.microsoft.com/office/drawing/2014/main" id="{B5AE80E2-C71C-3644-A060-247514005729}"/>
              </a:ext>
            </a:extLst>
          </p:cNvPr>
          <p:cNvSpPr/>
          <p:nvPr/>
        </p:nvSpPr>
        <p:spPr>
          <a:xfrm>
            <a:off x="465501" y="2416213"/>
            <a:ext cx="489787"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전체</a:t>
            </a:r>
          </a:p>
        </p:txBody>
      </p:sp>
      <p:sp>
        <p:nvSpPr>
          <p:cNvPr id="83" name="직사각형 82">
            <a:extLst>
              <a:ext uri="{FF2B5EF4-FFF2-40B4-BE49-F238E27FC236}">
                <a16:creationId xmlns="" xmlns:a16="http://schemas.microsoft.com/office/drawing/2014/main" id="{F80A72A8-4EA2-9F44-807C-EB02B835BBDB}"/>
              </a:ext>
            </a:extLst>
          </p:cNvPr>
          <p:cNvSpPr/>
          <p:nvPr/>
        </p:nvSpPr>
        <p:spPr>
          <a:xfrm>
            <a:off x="483923" y="5133405"/>
            <a:ext cx="595240" cy="240391"/>
          </a:xfrm>
          <a:prstGeom prst="rect">
            <a:avLst/>
          </a:prstGeom>
          <a:solidFill>
            <a:schemeClr val="accent6">
              <a:lumMod val="20000"/>
              <a:lumOff val="80000"/>
            </a:schemeClr>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rgbClr val="C00000"/>
                </a:solidFill>
                <a:latin typeface="Times New Roman" pitchFamily="18" charset="0"/>
                <a:ea typeface="Nanum Gothic" panose="020D0604000000000000" pitchFamily="34" charset="-127"/>
                <a:cs typeface="Times New Roman" pitchFamily="18" charset="0"/>
              </a:rPr>
              <a:t>전체</a:t>
            </a:r>
          </a:p>
        </p:txBody>
      </p:sp>
      <p:sp>
        <p:nvSpPr>
          <p:cNvPr id="84" name="직사각형 83">
            <a:extLst>
              <a:ext uri="{FF2B5EF4-FFF2-40B4-BE49-F238E27FC236}">
                <a16:creationId xmlns="" xmlns:a16="http://schemas.microsoft.com/office/drawing/2014/main" id="{71CE72FA-0C03-9B41-9AD3-ACD8B06B1298}"/>
              </a:ext>
            </a:extLst>
          </p:cNvPr>
          <p:cNvSpPr/>
          <p:nvPr/>
        </p:nvSpPr>
        <p:spPr>
          <a:xfrm>
            <a:off x="1121679" y="5133405"/>
            <a:ext cx="908021"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err="1">
                <a:solidFill>
                  <a:schemeClr val="tx1"/>
                </a:solidFill>
                <a:latin typeface="Times New Roman" pitchFamily="18" charset="0"/>
                <a:ea typeface="Nanum Gothic" panose="020D0604000000000000" pitchFamily="34" charset="-127"/>
                <a:cs typeface="Times New Roman" pitchFamily="18" charset="0"/>
              </a:rPr>
              <a:t>시설사명</a:t>
            </a:r>
            <a:r>
              <a:rPr lang="en-US" altLang="ko-KR" sz="800" b="1" dirty="0">
                <a:solidFill>
                  <a:schemeClr val="tx1"/>
                </a:solidFill>
                <a:latin typeface="Times New Roman" pitchFamily="18" charset="0"/>
                <a:ea typeface="Nanum Gothic" panose="020D0604000000000000" pitchFamily="34" charset="-127"/>
                <a:cs typeface="Times New Roman" pitchFamily="18" charset="0"/>
              </a:rPr>
              <a:t>1</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86" name="직사각형 85">
            <a:extLst>
              <a:ext uri="{FF2B5EF4-FFF2-40B4-BE49-F238E27FC236}">
                <a16:creationId xmlns="" xmlns:a16="http://schemas.microsoft.com/office/drawing/2014/main" id="{555BB6A1-45AA-4C4E-8778-E71D6D2E96F0}"/>
              </a:ext>
            </a:extLst>
          </p:cNvPr>
          <p:cNvSpPr/>
          <p:nvPr/>
        </p:nvSpPr>
        <p:spPr>
          <a:xfrm>
            <a:off x="2091178" y="5133405"/>
            <a:ext cx="908021"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err="1">
                <a:solidFill>
                  <a:schemeClr val="tx1"/>
                </a:solidFill>
                <a:latin typeface="Times New Roman" pitchFamily="18" charset="0"/>
                <a:ea typeface="Nanum Gothic" panose="020D0604000000000000" pitchFamily="34" charset="-127"/>
                <a:cs typeface="Times New Roman" pitchFamily="18" charset="0"/>
              </a:rPr>
              <a:t>시설사명</a:t>
            </a:r>
            <a:r>
              <a:rPr lang="en-US" altLang="ko-KR" sz="800" b="1" dirty="0">
                <a:solidFill>
                  <a:schemeClr val="tx1"/>
                </a:solidFill>
                <a:latin typeface="Times New Roman" pitchFamily="18" charset="0"/>
                <a:ea typeface="Nanum Gothic" panose="020D0604000000000000" pitchFamily="34" charset="-127"/>
                <a:cs typeface="Times New Roman" pitchFamily="18" charset="0"/>
              </a:rPr>
              <a:t>2</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87" name="직사각형 86">
            <a:extLst>
              <a:ext uri="{FF2B5EF4-FFF2-40B4-BE49-F238E27FC236}">
                <a16:creationId xmlns="" xmlns:a16="http://schemas.microsoft.com/office/drawing/2014/main" id="{D7347777-E301-D441-8421-033185B7F12C}"/>
              </a:ext>
            </a:extLst>
          </p:cNvPr>
          <p:cNvSpPr/>
          <p:nvPr/>
        </p:nvSpPr>
        <p:spPr>
          <a:xfrm>
            <a:off x="483923" y="5423507"/>
            <a:ext cx="908021"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err="1">
                <a:solidFill>
                  <a:schemeClr val="tx1"/>
                </a:solidFill>
                <a:latin typeface="Times New Roman" pitchFamily="18" charset="0"/>
                <a:ea typeface="Nanum Gothic" panose="020D0604000000000000" pitchFamily="34" charset="-127"/>
                <a:cs typeface="Times New Roman" pitchFamily="18" charset="0"/>
              </a:rPr>
              <a:t>시설사명</a:t>
            </a:r>
            <a:r>
              <a:rPr lang="en-US" altLang="ko-KR" sz="800" b="1" dirty="0">
                <a:solidFill>
                  <a:schemeClr val="tx1"/>
                </a:solidFill>
                <a:latin typeface="Times New Roman" pitchFamily="18" charset="0"/>
                <a:ea typeface="Nanum Gothic" panose="020D0604000000000000" pitchFamily="34" charset="-127"/>
                <a:cs typeface="Times New Roman" pitchFamily="18" charset="0"/>
              </a:rPr>
              <a:t>3</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131" name="직사각형 130">
            <a:extLst>
              <a:ext uri="{FF2B5EF4-FFF2-40B4-BE49-F238E27FC236}">
                <a16:creationId xmlns="" xmlns:a16="http://schemas.microsoft.com/office/drawing/2014/main" id="{51654C06-6D64-E842-9960-EC086B8650B8}"/>
              </a:ext>
            </a:extLst>
          </p:cNvPr>
          <p:cNvSpPr/>
          <p:nvPr/>
        </p:nvSpPr>
        <p:spPr>
          <a:xfrm>
            <a:off x="1160646" y="4191663"/>
            <a:ext cx="98826" cy="10376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32" name="직사각형 131">
            <a:extLst>
              <a:ext uri="{FF2B5EF4-FFF2-40B4-BE49-F238E27FC236}">
                <a16:creationId xmlns="" xmlns:a16="http://schemas.microsoft.com/office/drawing/2014/main" id="{99B7A856-261C-2142-BAA5-4331D10EF358}"/>
              </a:ext>
            </a:extLst>
          </p:cNvPr>
          <p:cNvSpPr/>
          <p:nvPr/>
        </p:nvSpPr>
        <p:spPr>
          <a:xfrm>
            <a:off x="1802823" y="4191663"/>
            <a:ext cx="98826" cy="10376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33" name="직사각형 132">
            <a:extLst>
              <a:ext uri="{FF2B5EF4-FFF2-40B4-BE49-F238E27FC236}">
                <a16:creationId xmlns="" xmlns:a16="http://schemas.microsoft.com/office/drawing/2014/main" id="{A9E006E8-E611-A14B-A1F2-509329EAA63F}"/>
              </a:ext>
            </a:extLst>
          </p:cNvPr>
          <p:cNvSpPr/>
          <p:nvPr/>
        </p:nvSpPr>
        <p:spPr>
          <a:xfrm>
            <a:off x="2423735" y="4191663"/>
            <a:ext cx="98826" cy="10376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35" name="직사각형 134">
            <a:extLst>
              <a:ext uri="{FF2B5EF4-FFF2-40B4-BE49-F238E27FC236}">
                <a16:creationId xmlns="" xmlns:a16="http://schemas.microsoft.com/office/drawing/2014/main" id="{47DADB7F-9B9C-DC45-B582-4A58CB88D065}"/>
              </a:ext>
            </a:extLst>
          </p:cNvPr>
          <p:cNvSpPr/>
          <p:nvPr/>
        </p:nvSpPr>
        <p:spPr>
          <a:xfrm>
            <a:off x="1146904" y="4503437"/>
            <a:ext cx="98826" cy="10376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136" name="직사각형 135">
            <a:extLst>
              <a:ext uri="{FF2B5EF4-FFF2-40B4-BE49-F238E27FC236}">
                <a16:creationId xmlns="" xmlns:a16="http://schemas.microsoft.com/office/drawing/2014/main" id="{B5EBAC74-C036-4142-A268-20F58554A1B1}"/>
              </a:ext>
            </a:extLst>
          </p:cNvPr>
          <p:cNvSpPr/>
          <p:nvPr/>
        </p:nvSpPr>
        <p:spPr>
          <a:xfrm>
            <a:off x="1802823" y="4503437"/>
            <a:ext cx="98826" cy="103768"/>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ko-KR" altLang="en-US" sz="800">
              <a:solidFill>
                <a:schemeClr val="tx1"/>
              </a:solidFill>
              <a:latin typeface="Times New Roman" pitchFamily="18" charset="0"/>
              <a:cs typeface="Times New Roman" pitchFamily="18" charset="0"/>
            </a:endParaRPr>
          </a:p>
        </p:txBody>
      </p:sp>
      <p:sp>
        <p:nvSpPr>
          <p:cNvPr id="88" name="직사각형 87">
            <a:extLst>
              <a:ext uri="{FF2B5EF4-FFF2-40B4-BE49-F238E27FC236}">
                <a16:creationId xmlns="" xmlns:a16="http://schemas.microsoft.com/office/drawing/2014/main" id="{F0CA1C33-73AD-D647-90C7-3E9B99F99A37}"/>
              </a:ext>
            </a:extLst>
          </p:cNvPr>
          <p:cNvSpPr/>
          <p:nvPr/>
        </p:nvSpPr>
        <p:spPr>
          <a:xfrm>
            <a:off x="410253" y="3068570"/>
            <a:ext cx="2954868" cy="374382"/>
          </a:xfrm>
          <a:prstGeom prst="rect">
            <a:avLst/>
          </a:prstGeom>
          <a:solidFill>
            <a:schemeClr val="bg1">
              <a:lumMod val="85000"/>
            </a:schemeClr>
          </a:solidFill>
        </p:spPr>
        <p:txBody>
          <a:bodyPr wrap="square" anchor="ctr">
            <a:noAutofit/>
          </a:bodyPr>
          <a:lstStyle/>
          <a:p>
            <a:r>
              <a:rPr lang="ko-KR" altLang="en-US" sz="900" b="1" dirty="0">
                <a:latin typeface="Times New Roman" pitchFamily="18" charset="0"/>
                <a:ea typeface="Nanum Gothic" panose="020D0604000000000000" pitchFamily="34" charset="-127"/>
                <a:cs typeface="Times New Roman" pitchFamily="18" charset="0"/>
              </a:rPr>
              <a:t>기간 직접입력</a:t>
            </a:r>
            <a:endParaRPr lang="en-US" altLang="ko-KR" sz="500" dirty="0">
              <a:latin typeface="Times New Roman" pitchFamily="18" charset="0"/>
              <a:ea typeface="Nanum Gothic" panose="020D0604000000000000" pitchFamily="34" charset="-127"/>
              <a:cs typeface="Times New Roman" pitchFamily="18" charset="0"/>
            </a:endParaRPr>
          </a:p>
        </p:txBody>
      </p:sp>
      <p:sp>
        <p:nvSpPr>
          <p:cNvPr id="93" name="직사각형 92">
            <a:extLst>
              <a:ext uri="{FF2B5EF4-FFF2-40B4-BE49-F238E27FC236}">
                <a16:creationId xmlns="" xmlns:a16="http://schemas.microsoft.com/office/drawing/2014/main" id="{F36C8CD6-35C2-4045-B79F-662212726530}"/>
              </a:ext>
            </a:extLst>
          </p:cNvPr>
          <p:cNvSpPr/>
          <p:nvPr/>
        </p:nvSpPr>
        <p:spPr>
          <a:xfrm>
            <a:off x="2650155" y="2713490"/>
            <a:ext cx="681906" cy="240391"/>
          </a:xfrm>
          <a:prstGeom prst="rect">
            <a:avLst/>
          </a:prstGeom>
          <a:solidFill>
            <a:schemeClr val="accent6">
              <a:lumMod val="20000"/>
              <a:lumOff val="80000"/>
            </a:schemeClr>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rgbClr val="C00000"/>
                </a:solidFill>
                <a:latin typeface="Times New Roman" pitchFamily="18" charset="0"/>
                <a:ea typeface="Nanum Gothic" panose="020D0604000000000000" pitchFamily="34" charset="-127"/>
                <a:cs typeface="Times New Roman" pitchFamily="18" charset="0"/>
              </a:rPr>
              <a:t>직접입력</a:t>
            </a:r>
          </a:p>
        </p:txBody>
      </p:sp>
      <p:sp>
        <p:nvSpPr>
          <p:cNvPr id="82" name="직사각형 81">
            <a:extLst>
              <a:ext uri="{FF2B5EF4-FFF2-40B4-BE49-F238E27FC236}">
                <a16:creationId xmlns="" xmlns:a16="http://schemas.microsoft.com/office/drawing/2014/main" id="{8BA78027-2197-D746-96F6-1D51FA069AB7}"/>
              </a:ext>
            </a:extLst>
          </p:cNvPr>
          <p:cNvSpPr/>
          <p:nvPr/>
        </p:nvSpPr>
        <p:spPr>
          <a:xfrm>
            <a:off x="1222938" y="3121715"/>
            <a:ext cx="843022" cy="272987"/>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1"/>
                </a:solidFill>
                <a:latin typeface="Times New Roman" pitchFamily="18" charset="0"/>
                <a:ea typeface="Nanum Gothic" panose="020D0604000000000000" pitchFamily="34" charset="-127"/>
                <a:cs typeface="Times New Roman" pitchFamily="18" charset="0"/>
              </a:rPr>
              <a:t>2020-06-06</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90" name="직사각형 89">
            <a:extLst>
              <a:ext uri="{FF2B5EF4-FFF2-40B4-BE49-F238E27FC236}">
                <a16:creationId xmlns="" xmlns:a16="http://schemas.microsoft.com/office/drawing/2014/main" id="{8C539A01-9B67-974B-91CB-DC0D63117E36}"/>
              </a:ext>
            </a:extLst>
          </p:cNvPr>
          <p:cNvSpPr/>
          <p:nvPr/>
        </p:nvSpPr>
        <p:spPr>
          <a:xfrm>
            <a:off x="2384300" y="3117883"/>
            <a:ext cx="843022" cy="272987"/>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1"/>
                </a:solidFill>
                <a:latin typeface="Times New Roman" pitchFamily="18" charset="0"/>
                <a:ea typeface="Nanum Gothic" panose="020D0604000000000000" pitchFamily="34" charset="-127"/>
                <a:cs typeface="Times New Roman" pitchFamily="18" charset="0"/>
              </a:rPr>
              <a:t>2020-06-06</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91" name="직사각형 90">
            <a:extLst>
              <a:ext uri="{FF2B5EF4-FFF2-40B4-BE49-F238E27FC236}">
                <a16:creationId xmlns="" xmlns:a16="http://schemas.microsoft.com/office/drawing/2014/main" id="{A9C4A1CC-2239-E444-BB51-02F00CB46113}"/>
              </a:ext>
            </a:extLst>
          </p:cNvPr>
          <p:cNvSpPr/>
          <p:nvPr/>
        </p:nvSpPr>
        <p:spPr>
          <a:xfrm>
            <a:off x="2114010" y="3165715"/>
            <a:ext cx="243978" cy="230832"/>
          </a:xfrm>
          <a:prstGeom prst="rect">
            <a:avLst/>
          </a:prstGeom>
        </p:spPr>
        <p:txBody>
          <a:bodyPr wrap="none">
            <a:spAutoFit/>
          </a:bodyPr>
          <a:lstStyle/>
          <a:p>
            <a:r>
              <a:rPr lang="en-US" altLang="ko-KR" sz="900" b="1" dirty="0">
                <a:latin typeface="Times New Roman" pitchFamily="18" charset="0"/>
                <a:ea typeface="Nanum Gothic" panose="020D0604000000000000" pitchFamily="34" charset="-127"/>
                <a:cs typeface="Times New Roman" pitchFamily="18" charset="0"/>
              </a:rPr>
              <a:t>~</a:t>
            </a:r>
            <a:endParaRPr lang="en-US" altLang="ko-KR" sz="500" dirty="0">
              <a:latin typeface="Times New Roman" pitchFamily="18" charset="0"/>
              <a:ea typeface="Nanum Gothic" panose="020D0604000000000000" pitchFamily="34" charset="-127"/>
              <a:cs typeface="Times New Roman" pitchFamily="18" charset="0"/>
            </a:endParaRPr>
          </a:p>
        </p:txBody>
      </p:sp>
      <p:sp>
        <p:nvSpPr>
          <p:cNvPr id="94" name="직사각형 93">
            <a:extLst>
              <a:ext uri="{FF2B5EF4-FFF2-40B4-BE49-F238E27FC236}">
                <a16:creationId xmlns="" xmlns:a16="http://schemas.microsoft.com/office/drawing/2014/main" id="{65305145-D37F-934B-BC1B-6F3C71C1D6CF}"/>
              </a:ext>
            </a:extLst>
          </p:cNvPr>
          <p:cNvSpPr/>
          <p:nvPr/>
        </p:nvSpPr>
        <p:spPr>
          <a:xfrm>
            <a:off x="3601720" y="1856042"/>
            <a:ext cx="3079055" cy="4313767"/>
          </a:xfrm>
          <a:prstGeom prst="rect">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sz="1100" b="1" dirty="0" err="1">
                <a:solidFill>
                  <a:schemeClr val="tx1"/>
                </a:solidFill>
                <a:latin typeface="Times New Roman" pitchFamily="18" charset="0"/>
                <a:ea typeface="Nanum Gothic" panose="020D0604000000000000" pitchFamily="34" charset="-127"/>
                <a:cs typeface="Times New Roman" pitchFamily="18" charset="0"/>
              </a:rPr>
              <a:t>상세조건</a:t>
            </a:r>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rgbClr val="000000"/>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128" name="TextBox 127">
            <a:extLst>
              <a:ext uri="{FF2B5EF4-FFF2-40B4-BE49-F238E27FC236}">
                <a16:creationId xmlns="" xmlns:a16="http://schemas.microsoft.com/office/drawing/2014/main" id="{C670A379-4B0A-FA43-9F94-92343AE0E8D9}"/>
              </a:ext>
            </a:extLst>
          </p:cNvPr>
          <p:cNvSpPr txBox="1"/>
          <p:nvPr/>
        </p:nvSpPr>
        <p:spPr>
          <a:xfrm>
            <a:off x="6335918" y="1878532"/>
            <a:ext cx="332142" cy="338554"/>
          </a:xfrm>
          <a:prstGeom prst="rect">
            <a:avLst/>
          </a:prstGeom>
          <a:noFill/>
        </p:spPr>
        <p:txBody>
          <a:bodyPr wrap="none" rtlCol="0">
            <a:spAutoFit/>
          </a:bodyPr>
          <a:lstStyle/>
          <a:p>
            <a:r>
              <a:rPr lang="en-US" altLang="ko-KR" sz="1600" b="1" dirty="0">
                <a:latin typeface="Times New Roman" pitchFamily="18" charset="0"/>
                <a:ea typeface="Nanum Gothic" panose="020D0604000000000000" pitchFamily="34" charset="-127"/>
                <a:cs typeface="Times New Roman" pitchFamily="18" charset="0"/>
              </a:rPr>
              <a:t>X</a:t>
            </a:r>
            <a:endParaRPr lang="ko-KR" altLang="en-US" sz="1600" b="1" dirty="0">
              <a:latin typeface="Times New Roman" pitchFamily="18" charset="0"/>
              <a:ea typeface="Nanum Gothic" panose="020D0604000000000000" pitchFamily="34" charset="-127"/>
              <a:cs typeface="Times New Roman" pitchFamily="18" charset="0"/>
            </a:endParaRPr>
          </a:p>
        </p:txBody>
      </p:sp>
      <p:sp>
        <p:nvSpPr>
          <p:cNvPr id="140" name="직사각형 139">
            <a:extLst>
              <a:ext uri="{FF2B5EF4-FFF2-40B4-BE49-F238E27FC236}">
                <a16:creationId xmlns="" xmlns:a16="http://schemas.microsoft.com/office/drawing/2014/main" id="{E83F1A54-2332-6E4C-A645-18A1698EAC16}"/>
              </a:ext>
            </a:extLst>
          </p:cNvPr>
          <p:cNvSpPr/>
          <p:nvPr/>
        </p:nvSpPr>
        <p:spPr>
          <a:xfrm>
            <a:off x="4849780" y="2427431"/>
            <a:ext cx="559224" cy="240391"/>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당일</a:t>
            </a:r>
          </a:p>
        </p:txBody>
      </p:sp>
      <p:sp>
        <p:nvSpPr>
          <p:cNvPr id="141" name="직사각형 140">
            <a:extLst>
              <a:ext uri="{FF2B5EF4-FFF2-40B4-BE49-F238E27FC236}">
                <a16:creationId xmlns="" xmlns:a16="http://schemas.microsoft.com/office/drawing/2014/main" id="{00E3FC68-3E59-BB4C-B544-4A3FC5714774}"/>
              </a:ext>
            </a:extLst>
          </p:cNvPr>
          <p:cNvSpPr/>
          <p:nvPr/>
        </p:nvSpPr>
        <p:spPr>
          <a:xfrm>
            <a:off x="3695362" y="2190137"/>
            <a:ext cx="639919" cy="230832"/>
          </a:xfrm>
          <a:prstGeom prst="rect">
            <a:avLst/>
          </a:prstGeom>
        </p:spPr>
        <p:txBody>
          <a:bodyPr wrap="none">
            <a:spAutoFit/>
          </a:bodyPr>
          <a:lstStyle/>
          <a:p>
            <a:r>
              <a:rPr lang="ko-KR" altLang="en-US" sz="900" b="1" dirty="0" err="1">
                <a:latin typeface="Times New Roman" pitchFamily="18" charset="0"/>
                <a:ea typeface="Nanum Gothic" panose="020D0604000000000000" pitchFamily="34" charset="-127"/>
                <a:cs typeface="Times New Roman" pitchFamily="18" charset="0"/>
              </a:rPr>
              <a:t>조회기간</a:t>
            </a:r>
            <a:endParaRPr lang="en-US" altLang="ko-KR" sz="500" dirty="0">
              <a:latin typeface="Times New Roman" pitchFamily="18" charset="0"/>
              <a:ea typeface="Nanum Gothic" panose="020D0604000000000000" pitchFamily="34" charset="-127"/>
              <a:cs typeface="Times New Roman" pitchFamily="18" charset="0"/>
            </a:endParaRPr>
          </a:p>
        </p:txBody>
      </p:sp>
      <p:sp>
        <p:nvSpPr>
          <p:cNvPr id="142" name="직사각형 141">
            <a:extLst>
              <a:ext uri="{FF2B5EF4-FFF2-40B4-BE49-F238E27FC236}">
                <a16:creationId xmlns="" xmlns:a16="http://schemas.microsoft.com/office/drawing/2014/main" id="{511B8087-6167-DB40-8D4A-FB5046E8FB16}"/>
              </a:ext>
            </a:extLst>
          </p:cNvPr>
          <p:cNvSpPr/>
          <p:nvPr/>
        </p:nvSpPr>
        <p:spPr>
          <a:xfrm>
            <a:off x="4273435" y="2427431"/>
            <a:ext cx="523718"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어제</a:t>
            </a:r>
          </a:p>
        </p:txBody>
      </p:sp>
      <p:sp>
        <p:nvSpPr>
          <p:cNvPr id="143" name="직사각형 142">
            <a:extLst>
              <a:ext uri="{FF2B5EF4-FFF2-40B4-BE49-F238E27FC236}">
                <a16:creationId xmlns="" xmlns:a16="http://schemas.microsoft.com/office/drawing/2014/main" id="{A68D6631-DA70-444F-BC2E-64E69D819103}"/>
              </a:ext>
            </a:extLst>
          </p:cNvPr>
          <p:cNvSpPr/>
          <p:nvPr/>
        </p:nvSpPr>
        <p:spPr>
          <a:xfrm>
            <a:off x="5496779" y="2427431"/>
            <a:ext cx="681906"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최근</a:t>
            </a:r>
            <a:r>
              <a:rPr lang="en-US" altLang="ko-KR" sz="800" b="1" dirty="0">
                <a:solidFill>
                  <a:schemeClr val="tx1"/>
                </a:solidFill>
                <a:latin typeface="Times New Roman" pitchFamily="18" charset="0"/>
                <a:ea typeface="Nanum Gothic" panose="020D0604000000000000" pitchFamily="34" charset="-127"/>
                <a:cs typeface="Times New Roman" pitchFamily="18" charset="0"/>
              </a:rPr>
              <a:t>7</a:t>
            </a:r>
            <a:r>
              <a:rPr lang="ko-KR" altLang="en-US" sz="800" b="1" dirty="0">
                <a:solidFill>
                  <a:schemeClr val="tx1"/>
                </a:solidFill>
                <a:latin typeface="Times New Roman" pitchFamily="18" charset="0"/>
                <a:ea typeface="Nanum Gothic" panose="020D0604000000000000" pitchFamily="34" charset="-127"/>
                <a:cs typeface="Times New Roman" pitchFamily="18" charset="0"/>
              </a:rPr>
              <a:t>일</a:t>
            </a:r>
          </a:p>
        </p:txBody>
      </p:sp>
      <p:sp>
        <p:nvSpPr>
          <p:cNvPr id="146" name="직사각형 145">
            <a:extLst>
              <a:ext uri="{FF2B5EF4-FFF2-40B4-BE49-F238E27FC236}">
                <a16:creationId xmlns="" xmlns:a16="http://schemas.microsoft.com/office/drawing/2014/main" id="{0CB2A4A5-8704-3C4B-9AC6-CABDA50CFB34}"/>
              </a:ext>
            </a:extLst>
          </p:cNvPr>
          <p:cNvSpPr/>
          <p:nvPr/>
        </p:nvSpPr>
        <p:spPr>
          <a:xfrm>
            <a:off x="3722734" y="2712253"/>
            <a:ext cx="636773" cy="272987"/>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최근</a:t>
            </a:r>
            <a:r>
              <a:rPr lang="en-US" altLang="ko-KR" sz="800" b="1" dirty="0">
                <a:solidFill>
                  <a:schemeClr val="tx1"/>
                </a:solidFill>
                <a:latin typeface="Times New Roman" pitchFamily="18" charset="0"/>
                <a:ea typeface="Nanum Gothic" panose="020D0604000000000000" pitchFamily="34" charset="-127"/>
                <a:cs typeface="Times New Roman" pitchFamily="18" charset="0"/>
              </a:rPr>
              <a:t>1</a:t>
            </a:r>
            <a:r>
              <a:rPr lang="ko-KR" altLang="en-US" sz="800" b="1" dirty="0">
                <a:solidFill>
                  <a:schemeClr val="tx1"/>
                </a:solidFill>
                <a:latin typeface="Times New Roman" pitchFamily="18" charset="0"/>
                <a:ea typeface="Nanum Gothic" panose="020D0604000000000000" pitchFamily="34" charset="-127"/>
                <a:cs typeface="Times New Roman" pitchFamily="18" charset="0"/>
              </a:rPr>
              <a:t>개월</a:t>
            </a:r>
          </a:p>
        </p:txBody>
      </p:sp>
      <p:sp>
        <p:nvSpPr>
          <p:cNvPr id="151" name="직사각형 150">
            <a:extLst>
              <a:ext uri="{FF2B5EF4-FFF2-40B4-BE49-F238E27FC236}">
                <a16:creationId xmlns="" xmlns:a16="http://schemas.microsoft.com/office/drawing/2014/main" id="{BA40B3F5-0379-D146-9D86-E2233C1ECB9B}"/>
              </a:ext>
            </a:extLst>
          </p:cNvPr>
          <p:cNvSpPr/>
          <p:nvPr/>
        </p:nvSpPr>
        <p:spPr>
          <a:xfrm>
            <a:off x="4414462" y="2728551"/>
            <a:ext cx="681906"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최근</a:t>
            </a:r>
            <a:r>
              <a:rPr lang="en-US" altLang="ko-KR" sz="800" b="1" dirty="0">
                <a:solidFill>
                  <a:schemeClr val="tx1"/>
                </a:solidFill>
                <a:latin typeface="Times New Roman" pitchFamily="18" charset="0"/>
                <a:ea typeface="Nanum Gothic" panose="020D0604000000000000" pitchFamily="34" charset="-127"/>
                <a:cs typeface="Times New Roman" pitchFamily="18" charset="0"/>
              </a:rPr>
              <a:t>3</a:t>
            </a:r>
            <a:r>
              <a:rPr lang="ko-KR" altLang="en-US" sz="800" b="1" dirty="0">
                <a:solidFill>
                  <a:schemeClr val="tx1"/>
                </a:solidFill>
                <a:latin typeface="Times New Roman" pitchFamily="18" charset="0"/>
                <a:ea typeface="Nanum Gothic" panose="020D0604000000000000" pitchFamily="34" charset="-127"/>
                <a:cs typeface="Times New Roman" pitchFamily="18" charset="0"/>
              </a:rPr>
              <a:t>개월</a:t>
            </a:r>
          </a:p>
        </p:txBody>
      </p:sp>
      <p:sp>
        <p:nvSpPr>
          <p:cNvPr id="152" name="직사각형 151">
            <a:extLst>
              <a:ext uri="{FF2B5EF4-FFF2-40B4-BE49-F238E27FC236}">
                <a16:creationId xmlns="" xmlns:a16="http://schemas.microsoft.com/office/drawing/2014/main" id="{168B5774-B0AD-B946-876F-19C39106B701}"/>
              </a:ext>
            </a:extLst>
          </p:cNvPr>
          <p:cNvSpPr/>
          <p:nvPr/>
        </p:nvSpPr>
        <p:spPr>
          <a:xfrm>
            <a:off x="5165011" y="2728551"/>
            <a:ext cx="681906"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최근</a:t>
            </a:r>
            <a:r>
              <a:rPr lang="en-US" altLang="ko-KR" sz="800" b="1" dirty="0">
                <a:solidFill>
                  <a:schemeClr val="tx1"/>
                </a:solidFill>
                <a:latin typeface="Times New Roman" pitchFamily="18" charset="0"/>
                <a:ea typeface="Nanum Gothic" panose="020D0604000000000000" pitchFamily="34" charset="-127"/>
                <a:cs typeface="Times New Roman" pitchFamily="18" charset="0"/>
              </a:rPr>
              <a:t>6</a:t>
            </a:r>
            <a:r>
              <a:rPr lang="ko-KR" altLang="en-US" sz="800" b="1" dirty="0">
                <a:solidFill>
                  <a:schemeClr val="tx1"/>
                </a:solidFill>
                <a:latin typeface="Times New Roman" pitchFamily="18" charset="0"/>
                <a:ea typeface="Nanum Gothic" panose="020D0604000000000000" pitchFamily="34" charset="-127"/>
                <a:cs typeface="Times New Roman" pitchFamily="18" charset="0"/>
              </a:rPr>
              <a:t>개월</a:t>
            </a:r>
          </a:p>
        </p:txBody>
      </p:sp>
      <p:sp>
        <p:nvSpPr>
          <p:cNvPr id="162" name="직사각형 161">
            <a:extLst>
              <a:ext uri="{FF2B5EF4-FFF2-40B4-BE49-F238E27FC236}">
                <a16:creationId xmlns="" xmlns:a16="http://schemas.microsoft.com/office/drawing/2014/main" id="{7573B5ED-4AEB-9546-B21E-4CE8E4D2A2F2}"/>
              </a:ext>
            </a:extLst>
          </p:cNvPr>
          <p:cNvSpPr/>
          <p:nvPr/>
        </p:nvSpPr>
        <p:spPr>
          <a:xfrm>
            <a:off x="3722733" y="2427431"/>
            <a:ext cx="489787" cy="240391"/>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chemeClr val="tx1"/>
                </a:solidFill>
                <a:latin typeface="Times New Roman" pitchFamily="18" charset="0"/>
                <a:ea typeface="Nanum Gothic" panose="020D0604000000000000" pitchFamily="34" charset="-127"/>
                <a:cs typeface="Times New Roman" pitchFamily="18" charset="0"/>
              </a:rPr>
              <a:t>전체</a:t>
            </a:r>
          </a:p>
        </p:txBody>
      </p:sp>
      <p:sp>
        <p:nvSpPr>
          <p:cNvPr id="172" name="직사각형 171">
            <a:extLst>
              <a:ext uri="{FF2B5EF4-FFF2-40B4-BE49-F238E27FC236}">
                <a16:creationId xmlns="" xmlns:a16="http://schemas.microsoft.com/office/drawing/2014/main" id="{97E72DCF-C7CE-054F-B149-B07716B371A4}"/>
              </a:ext>
            </a:extLst>
          </p:cNvPr>
          <p:cNvSpPr/>
          <p:nvPr/>
        </p:nvSpPr>
        <p:spPr>
          <a:xfrm>
            <a:off x="3667485" y="3079788"/>
            <a:ext cx="2954868" cy="374382"/>
          </a:xfrm>
          <a:prstGeom prst="rect">
            <a:avLst/>
          </a:prstGeom>
          <a:solidFill>
            <a:schemeClr val="bg1">
              <a:lumMod val="85000"/>
            </a:schemeClr>
          </a:solidFill>
        </p:spPr>
        <p:txBody>
          <a:bodyPr wrap="square" anchor="ctr">
            <a:noAutofit/>
          </a:bodyPr>
          <a:lstStyle/>
          <a:p>
            <a:r>
              <a:rPr lang="ko-KR" altLang="en-US" sz="900" b="1" dirty="0">
                <a:latin typeface="Times New Roman" pitchFamily="18" charset="0"/>
                <a:ea typeface="Nanum Gothic" panose="020D0604000000000000" pitchFamily="34" charset="-127"/>
                <a:cs typeface="Times New Roman" pitchFamily="18" charset="0"/>
              </a:rPr>
              <a:t>기간 직접입력</a:t>
            </a:r>
            <a:endParaRPr lang="en-US" altLang="ko-KR" sz="500" dirty="0">
              <a:latin typeface="Times New Roman" pitchFamily="18" charset="0"/>
              <a:ea typeface="Nanum Gothic" panose="020D0604000000000000" pitchFamily="34" charset="-127"/>
              <a:cs typeface="Times New Roman" pitchFamily="18" charset="0"/>
            </a:endParaRPr>
          </a:p>
        </p:txBody>
      </p:sp>
      <p:sp>
        <p:nvSpPr>
          <p:cNvPr id="173" name="직사각형 172">
            <a:extLst>
              <a:ext uri="{FF2B5EF4-FFF2-40B4-BE49-F238E27FC236}">
                <a16:creationId xmlns="" xmlns:a16="http://schemas.microsoft.com/office/drawing/2014/main" id="{972431B5-E331-0643-A18C-E38A373CE4B7}"/>
              </a:ext>
            </a:extLst>
          </p:cNvPr>
          <p:cNvSpPr/>
          <p:nvPr/>
        </p:nvSpPr>
        <p:spPr>
          <a:xfrm>
            <a:off x="5907387" y="2724708"/>
            <a:ext cx="681906" cy="240391"/>
          </a:xfrm>
          <a:prstGeom prst="rect">
            <a:avLst/>
          </a:prstGeom>
          <a:solidFill>
            <a:schemeClr val="accent6">
              <a:lumMod val="20000"/>
              <a:lumOff val="80000"/>
            </a:schemeClr>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rgbClr val="C00000"/>
                </a:solidFill>
                <a:latin typeface="Times New Roman" pitchFamily="18" charset="0"/>
                <a:ea typeface="Nanum Gothic" panose="020D0604000000000000" pitchFamily="34" charset="-127"/>
                <a:cs typeface="Times New Roman" pitchFamily="18" charset="0"/>
              </a:rPr>
              <a:t>직접입력</a:t>
            </a:r>
          </a:p>
        </p:txBody>
      </p:sp>
      <p:sp>
        <p:nvSpPr>
          <p:cNvPr id="174" name="직사각형 173">
            <a:extLst>
              <a:ext uri="{FF2B5EF4-FFF2-40B4-BE49-F238E27FC236}">
                <a16:creationId xmlns="" xmlns:a16="http://schemas.microsoft.com/office/drawing/2014/main" id="{8868F96A-5FEC-CF42-BA20-5A28F395109D}"/>
              </a:ext>
            </a:extLst>
          </p:cNvPr>
          <p:cNvSpPr/>
          <p:nvPr/>
        </p:nvSpPr>
        <p:spPr>
          <a:xfrm>
            <a:off x="4480170" y="3132933"/>
            <a:ext cx="843022" cy="272987"/>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1"/>
                </a:solidFill>
                <a:latin typeface="Times New Roman" pitchFamily="18" charset="0"/>
                <a:ea typeface="Nanum Gothic" panose="020D0604000000000000" pitchFamily="34" charset="-127"/>
                <a:cs typeface="Times New Roman" pitchFamily="18" charset="0"/>
              </a:rPr>
              <a:t>2020-06-06</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175" name="직사각형 174">
            <a:extLst>
              <a:ext uri="{FF2B5EF4-FFF2-40B4-BE49-F238E27FC236}">
                <a16:creationId xmlns="" xmlns:a16="http://schemas.microsoft.com/office/drawing/2014/main" id="{81C08066-C6EC-EC4D-9EA1-45E1979AD05F}"/>
              </a:ext>
            </a:extLst>
          </p:cNvPr>
          <p:cNvSpPr/>
          <p:nvPr/>
        </p:nvSpPr>
        <p:spPr>
          <a:xfrm>
            <a:off x="5641532" y="3129101"/>
            <a:ext cx="843022" cy="272987"/>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1"/>
                </a:solidFill>
                <a:latin typeface="Times New Roman" pitchFamily="18" charset="0"/>
                <a:ea typeface="Nanum Gothic" panose="020D0604000000000000" pitchFamily="34" charset="-127"/>
                <a:cs typeface="Times New Roman" pitchFamily="18" charset="0"/>
              </a:rPr>
              <a:t>2020-06-06</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176" name="직사각형 175">
            <a:extLst>
              <a:ext uri="{FF2B5EF4-FFF2-40B4-BE49-F238E27FC236}">
                <a16:creationId xmlns="" xmlns:a16="http://schemas.microsoft.com/office/drawing/2014/main" id="{7735F206-8339-4144-B2AC-961A84DE5804}"/>
              </a:ext>
            </a:extLst>
          </p:cNvPr>
          <p:cNvSpPr/>
          <p:nvPr/>
        </p:nvSpPr>
        <p:spPr>
          <a:xfrm>
            <a:off x="5371242" y="3176933"/>
            <a:ext cx="243978" cy="230832"/>
          </a:xfrm>
          <a:prstGeom prst="rect">
            <a:avLst/>
          </a:prstGeom>
        </p:spPr>
        <p:txBody>
          <a:bodyPr wrap="none">
            <a:spAutoFit/>
          </a:bodyPr>
          <a:lstStyle/>
          <a:p>
            <a:r>
              <a:rPr lang="en-US" altLang="ko-KR" sz="900" b="1" dirty="0">
                <a:latin typeface="Times New Roman" pitchFamily="18" charset="0"/>
                <a:ea typeface="Nanum Gothic" panose="020D0604000000000000" pitchFamily="34" charset="-127"/>
                <a:cs typeface="Times New Roman" pitchFamily="18" charset="0"/>
              </a:rPr>
              <a:t>~</a:t>
            </a:r>
            <a:endParaRPr lang="en-US" altLang="ko-KR" sz="500" dirty="0">
              <a:latin typeface="Times New Roman" pitchFamily="18" charset="0"/>
              <a:ea typeface="Nanum Gothic" panose="020D0604000000000000" pitchFamily="34" charset="-127"/>
              <a:cs typeface="Times New Roman" pitchFamily="18" charset="0"/>
            </a:endParaRPr>
          </a:p>
        </p:txBody>
      </p:sp>
      <p:pic>
        <p:nvPicPr>
          <p:cNvPr id="5" name="그림 4">
            <a:extLst>
              <a:ext uri="{FF2B5EF4-FFF2-40B4-BE49-F238E27FC236}">
                <a16:creationId xmlns="" xmlns:a16="http://schemas.microsoft.com/office/drawing/2014/main" id="{3BD34ACF-3C45-2F47-A7B6-2A852977C5C0}"/>
              </a:ext>
            </a:extLst>
          </p:cNvPr>
          <p:cNvPicPr>
            <a:picLocks noChangeAspect="1"/>
          </p:cNvPicPr>
          <p:nvPr/>
        </p:nvPicPr>
        <p:blipFill>
          <a:blip r:embed="rId2" cstate="print"/>
          <a:stretch>
            <a:fillRect/>
          </a:stretch>
        </p:blipFill>
        <p:spPr>
          <a:xfrm>
            <a:off x="3601720" y="3821481"/>
            <a:ext cx="3079055" cy="2362180"/>
          </a:xfrm>
          <a:prstGeom prst="rect">
            <a:avLst/>
          </a:prstGeom>
          <a:solidFill>
            <a:schemeClr val="bg1">
              <a:lumMod val="50000"/>
            </a:schemeClr>
          </a:solidFill>
          <a:ln>
            <a:solidFill>
              <a:schemeClr val="bg1">
                <a:lumMod val="50000"/>
              </a:schemeClr>
            </a:solidFill>
          </a:ln>
        </p:spPr>
      </p:pic>
      <p:sp>
        <p:nvSpPr>
          <p:cNvPr id="177" name="직사각형 176">
            <a:extLst>
              <a:ext uri="{FF2B5EF4-FFF2-40B4-BE49-F238E27FC236}">
                <a16:creationId xmlns="" xmlns:a16="http://schemas.microsoft.com/office/drawing/2014/main" id="{40D4B3DE-19D4-B640-91DF-DBE546A3F5A6}"/>
              </a:ext>
            </a:extLst>
          </p:cNvPr>
          <p:cNvSpPr/>
          <p:nvPr/>
        </p:nvSpPr>
        <p:spPr>
          <a:xfrm>
            <a:off x="3601720" y="3644059"/>
            <a:ext cx="3079055" cy="197392"/>
          </a:xfrm>
          <a:prstGeom prst="rect">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chemeClr val="tx1"/>
                </a:solidFill>
                <a:latin typeface="Times New Roman" pitchFamily="18" charset="0"/>
                <a:ea typeface="Nanum Gothic" panose="020D0604000000000000" pitchFamily="34" charset="-127"/>
                <a:cs typeface="Times New Roman" pitchFamily="18" charset="0"/>
              </a:rPr>
              <a:t>V</a:t>
            </a:r>
            <a:endParaRPr lang="ko-KR" altLang="en-US" sz="800" b="1" dirty="0">
              <a:solidFill>
                <a:schemeClr val="tx1"/>
              </a:solidFill>
              <a:latin typeface="Times New Roman" pitchFamily="18" charset="0"/>
              <a:ea typeface="Nanum Gothic" panose="020D0604000000000000" pitchFamily="34" charset="-127"/>
              <a:cs typeface="Times New Roman" pitchFamily="18" charset="0"/>
            </a:endParaRPr>
          </a:p>
        </p:txBody>
      </p:sp>
      <p:cxnSp>
        <p:nvCxnSpPr>
          <p:cNvPr id="178" name="꺾인 연결선[E] 177">
            <a:extLst>
              <a:ext uri="{FF2B5EF4-FFF2-40B4-BE49-F238E27FC236}">
                <a16:creationId xmlns="" xmlns:a16="http://schemas.microsoft.com/office/drawing/2014/main" id="{26961034-FCB0-8E4D-94F5-02DC1074EE2C}"/>
              </a:ext>
            </a:extLst>
          </p:cNvPr>
          <p:cNvCxnSpPr>
            <a:cxnSpLocks/>
            <a:stCxn id="82" idx="3"/>
            <a:endCxn id="5" idx="1"/>
          </p:cNvCxnSpPr>
          <p:nvPr/>
        </p:nvCxnSpPr>
        <p:spPr>
          <a:xfrm>
            <a:off x="2065960" y="3258209"/>
            <a:ext cx="1535760" cy="1744362"/>
          </a:xfrm>
          <a:prstGeom prst="bentConnector3">
            <a:avLst>
              <a:gd name="adj1" fmla="val 50000"/>
            </a:avLst>
          </a:prstGeom>
          <a:ln w="3175">
            <a:solidFill>
              <a:srgbClr val="0070C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 name="타원 55">
            <a:extLst>
              <a:ext uri="{FF2B5EF4-FFF2-40B4-BE49-F238E27FC236}">
                <a16:creationId xmlns="" xmlns:a16="http://schemas.microsoft.com/office/drawing/2014/main" id="{81457BB6-3BDF-D347-B94F-C640BA4881DF}"/>
              </a:ext>
            </a:extLst>
          </p:cNvPr>
          <p:cNvSpPr/>
          <p:nvPr/>
        </p:nvSpPr>
        <p:spPr>
          <a:xfrm>
            <a:off x="321200" y="3155600"/>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1</a:t>
            </a:r>
            <a:endParaRPr lang="ko-KR" altLang="en-US" sz="800" b="1" dirty="0">
              <a:latin typeface="Times New Roman" pitchFamily="18" charset="0"/>
              <a:ea typeface="나눔고딕" pitchFamily="50" charset="-127"/>
              <a:cs typeface="Times New Roman" pitchFamily="18" charset="0"/>
            </a:endParaRPr>
          </a:p>
        </p:txBody>
      </p:sp>
      <p:sp>
        <p:nvSpPr>
          <p:cNvPr id="58" name="왼쪽 중괄호[L] 57">
            <a:extLst>
              <a:ext uri="{FF2B5EF4-FFF2-40B4-BE49-F238E27FC236}">
                <a16:creationId xmlns="" xmlns:a16="http://schemas.microsoft.com/office/drawing/2014/main" id="{BBA2B9E5-573F-F444-99FB-1921E944F2AA}"/>
              </a:ext>
            </a:extLst>
          </p:cNvPr>
          <p:cNvSpPr/>
          <p:nvPr/>
        </p:nvSpPr>
        <p:spPr>
          <a:xfrm>
            <a:off x="3517612" y="4072041"/>
            <a:ext cx="380363" cy="1921677"/>
          </a:xfrm>
          <a:prstGeom prst="leftBrace">
            <a:avLst>
              <a:gd name="adj1" fmla="val 8333"/>
              <a:gd name="adj2" fmla="val 18194"/>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57" name="타원 56">
            <a:extLst>
              <a:ext uri="{FF2B5EF4-FFF2-40B4-BE49-F238E27FC236}">
                <a16:creationId xmlns="" xmlns:a16="http://schemas.microsoft.com/office/drawing/2014/main" id="{8F0A5B85-A69C-254C-A317-EC09ADA93EBA}"/>
              </a:ext>
            </a:extLst>
          </p:cNvPr>
          <p:cNvSpPr/>
          <p:nvPr/>
        </p:nvSpPr>
        <p:spPr>
          <a:xfrm>
            <a:off x="3446831" y="4335549"/>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2</a:t>
            </a:r>
            <a:endParaRPr lang="ko-KR" altLang="en-US" sz="800" b="1" dirty="0">
              <a:latin typeface="Times New Roman" pitchFamily="18" charset="0"/>
              <a:ea typeface="나눔고딕" pitchFamily="50" charset="-127"/>
              <a:cs typeface="Times New Roman" pitchFamily="18" charset="0"/>
            </a:endParaRPr>
          </a:p>
        </p:txBody>
      </p:sp>
      <p:sp>
        <p:nvSpPr>
          <p:cNvPr id="60" name="타원 59">
            <a:extLst>
              <a:ext uri="{FF2B5EF4-FFF2-40B4-BE49-F238E27FC236}">
                <a16:creationId xmlns="" xmlns:a16="http://schemas.microsoft.com/office/drawing/2014/main" id="{52817A57-93F6-2645-9B79-40B869FE24D0}"/>
              </a:ext>
            </a:extLst>
          </p:cNvPr>
          <p:cNvSpPr/>
          <p:nvPr/>
        </p:nvSpPr>
        <p:spPr>
          <a:xfrm>
            <a:off x="5322779" y="3658843"/>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3</a:t>
            </a:r>
            <a:endParaRPr lang="ko-KR" altLang="en-US" sz="800" b="1" dirty="0">
              <a:latin typeface="Times New Roman" pitchFamily="18" charset="0"/>
              <a:ea typeface="나눔고딕" pitchFamily="50" charset="-127"/>
              <a:cs typeface="Times New Roman" pitchFamily="18" charset="0"/>
            </a:endParaRPr>
          </a:p>
        </p:txBody>
      </p:sp>
    </p:spTree>
    <p:extLst>
      <p:ext uri="{BB962C8B-B14F-4D97-AF65-F5344CB8AC3E}">
        <p14:creationId xmlns="" xmlns:p14="http://schemas.microsoft.com/office/powerpoint/2010/main" val="2830528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28464" y="27460"/>
            <a:ext cx="7957637" cy="521221"/>
          </a:xfrm>
        </p:spPr>
        <p:txBody>
          <a:bodyPr/>
          <a:lstStyle/>
          <a:p>
            <a:r>
              <a:rPr lang="en-US" altLang="ko-KR" smtClean="0">
                <a:latin typeface="Times New Roman" pitchFamily="18" charset="0"/>
                <a:ea typeface="Nanum Gothic" panose="020D0604000000000000" pitchFamily="34" charset="-127"/>
                <a:cs typeface="Times New Roman" pitchFamily="18" charset="0"/>
              </a:rPr>
              <a:t>Main</a:t>
            </a:r>
            <a:r>
              <a:rPr lang="ko-KR" altLang="en-US" smtClean="0">
                <a:latin typeface="Times New Roman" pitchFamily="18" charset="0"/>
                <a:ea typeface="Nanum Gothic" panose="020D0604000000000000" pitchFamily="34" charset="-127"/>
                <a:cs typeface="Times New Roman" pitchFamily="18" charset="0"/>
              </a:rPr>
              <a:t> </a:t>
            </a:r>
            <a:r>
              <a:rPr lang="en-US" altLang="ko-KR">
                <a:latin typeface="Times New Roman" pitchFamily="18" charset="0"/>
                <a:ea typeface="Nanum Gothic" panose="020D0604000000000000" pitchFamily="34" charset="-127"/>
                <a:cs typeface="Times New Roman" pitchFamily="18" charset="0"/>
              </a:rPr>
              <a:t>&gt;</a:t>
            </a:r>
            <a:r>
              <a:rPr lang="ko-KR" altLang="en-US">
                <a:latin typeface="Times New Roman" pitchFamily="18" charset="0"/>
                <a:ea typeface="Nanum Gothic" panose="020D0604000000000000" pitchFamily="34" charset="-127"/>
                <a:cs typeface="Times New Roman" pitchFamily="18" charset="0"/>
              </a:rPr>
              <a:t> </a:t>
            </a:r>
            <a:r>
              <a:rPr lang="en-US" altLang="ko-KR" smtClean="0">
                <a:latin typeface="Times New Roman" pitchFamily="18" charset="0"/>
                <a:ea typeface="Nanum Gothic" panose="020D0604000000000000" pitchFamily="34" charset="-127"/>
                <a:cs typeface="Times New Roman" pitchFamily="18" charset="0"/>
              </a:rPr>
              <a:t>Câu hỏi chưa trả lời</a:t>
            </a:r>
            <a:endParaRPr lang="ko-KR" altLang="en-US" dirty="0">
              <a:latin typeface="Times New Roman" pitchFamily="18" charset="0"/>
              <a:ea typeface="Nanum Gothic" panose="020D0604000000000000" pitchFamily="34" charset="-127"/>
              <a:cs typeface="Times New Roman" pitchFamily="18" charset="0"/>
            </a:endParaRPr>
          </a:p>
        </p:txBody>
      </p:sp>
      <p:sp>
        <p:nvSpPr>
          <p:cNvPr id="93" name="직사각형 92">
            <a:extLst>
              <a:ext uri="{FF2B5EF4-FFF2-40B4-BE49-F238E27FC236}">
                <a16:creationId xmlns="" xmlns:a16="http://schemas.microsoft.com/office/drawing/2014/main" id="{EB161DE0-B224-844A-8200-790428F7686A}"/>
              </a:ext>
            </a:extLst>
          </p:cNvPr>
          <p:cNvSpPr/>
          <p:nvPr/>
        </p:nvSpPr>
        <p:spPr>
          <a:xfrm>
            <a:off x="272480" y="980728"/>
            <a:ext cx="3456384" cy="520285"/>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pic>
        <p:nvPicPr>
          <p:cNvPr id="4" name="그림 3">
            <a:extLst>
              <a:ext uri="{FF2B5EF4-FFF2-40B4-BE49-F238E27FC236}">
                <a16:creationId xmlns="" xmlns:a16="http://schemas.microsoft.com/office/drawing/2014/main" id="{16BDDE59-B809-354F-864F-48D7F57C8BCF}"/>
              </a:ext>
            </a:extLst>
          </p:cNvPr>
          <p:cNvPicPr>
            <a:picLocks noChangeAspect="1"/>
          </p:cNvPicPr>
          <p:nvPr/>
        </p:nvPicPr>
        <p:blipFill>
          <a:blip r:embed="rId2" cstate="print"/>
          <a:stretch>
            <a:fillRect/>
          </a:stretch>
        </p:blipFill>
        <p:spPr>
          <a:xfrm>
            <a:off x="325316" y="1083272"/>
            <a:ext cx="291082" cy="291082"/>
          </a:xfrm>
          <a:prstGeom prst="rect">
            <a:avLst/>
          </a:prstGeom>
        </p:spPr>
      </p:pic>
      <p:sp>
        <p:nvSpPr>
          <p:cNvPr id="65" name="TextBox 64">
            <a:extLst>
              <a:ext uri="{FF2B5EF4-FFF2-40B4-BE49-F238E27FC236}">
                <a16:creationId xmlns="" xmlns:a16="http://schemas.microsoft.com/office/drawing/2014/main" id="{134E2EDC-E6DA-A846-AAF9-349B2F8FA253}"/>
              </a:ext>
            </a:extLst>
          </p:cNvPr>
          <p:cNvSpPr txBox="1"/>
          <p:nvPr/>
        </p:nvSpPr>
        <p:spPr>
          <a:xfrm>
            <a:off x="489941" y="1083272"/>
            <a:ext cx="1726755" cy="307777"/>
          </a:xfrm>
          <a:prstGeom prst="rect">
            <a:avLst/>
          </a:prstGeom>
          <a:noFill/>
        </p:spPr>
        <p:txBody>
          <a:bodyPr wrap="none" rtlCol="0">
            <a:spAutoFit/>
          </a:bodyPr>
          <a:lstStyle/>
          <a:p>
            <a:pPr algn="ctr"/>
            <a:r>
              <a:rPr lang="en-US" altLang="ko-KR" sz="1400" b="1" smtClean="0">
                <a:latin typeface="Times New Roman" pitchFamily="18" charset="0"/>
                <a:ea typeface="Nanum Gothic" panose="020D0604000000000000" pitchFamily="34" charset="-127"/>
                <a:cs typeface="Times New Roman" pitchFamily="18" charset="0"/>
              </a:rPr>
              <a:t>Câu hỏi chưa trả lời</a:t>
            </a:r>
            <a:endParaRPr lang="ko-KR" altLang="en-US" sz="1400" b="1" dirty="0">
              <a:latin typeface="Times New Roman" pitchFamily="18" charset="0"/>
              <a:ea typeface="Nanum Gothic" panose="020D0604000000000000" pitchFamily="34" charset="-127"/>
              <a:cs typeface="Times New Roman" pitchFamily="18" charset="0"/>
            </a:endParaRPr>
          </a:p>
        </p:txBody>
      </p:sp>
      <p:sp>
        <p:nvSpPr>
          <p:cNvPr id="25" name="직사각형 24">
            <a:extLst>
              <a:ext uri="{FF2B5EF4-FFF2-40B4-BE49-F238E27FC236}">
                <a16:creationId xmlns="" xmlns:a16="http://schemas.microsoft.com/office/drawing/2014/main" id="{828D5D94-225E-A043-9A24-A4EFBAC0C4CF}"/>
              </a:ext>
            </a:extLst>
          </p:cNvPr>
          <p:cNvSpPr/>
          <p:nvPr/>
        </p:nvSpPr>
        <p:spPr>
          <a:xfrm>
            <a:off x="394562" y="2245269"/>
            <a:ext cx="3262294" cy="823691"/>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endParaRPr lang="en-US" altLang="ko-KR" sz="1000" b="1" dirty="0">
              <a:solidFill>
                <a:srgbClr val="000000"/>
              </a:solidFill>
              <a:latin typeface="Times New Roman" pitchFamily="18" charset="0"/>
              <a:ea typeface="apple sd gothic neo" panose="02000300000000000000" pitchFamily="2" charset="-127"/>
              <a:cs typeface="Times New Roman" pitchFamily="18" charset="0"/>
            </a:endParaRPr>
          </a:p>
          <a:p>
            <a:r>
              <a:rPr lang="en-US" altLang="ko-KR" sz="1000" b="1" dirty="0" err="1">
                <a:solidFill>
                  <a:srgbClr val="000000"/>
                </a:solidFill>
                <a:latin typeface="Times New Roman" pitchFamily="18" charset="0"/>
                <a:ea typeface="apple sd gothic neo" panose="02000300000000000000" pitchFamily="2" charset="-127"/>
                <a:cs typeface="Times New Roman" pitchFamily="18" charset="0"/>
              </a:rPr>
              <a:t>nam</a:t>
            </a:r>
            <a:r>
              <a:rPr lang="en-US" altLang="ko-KR" sz="1000" b="1" dirty="0">
                <a:solidFill>
                  <a:srgbClr val="000000"/>
                </a:solidFill>
                <a:latin typeface="Times New Roman" pitchFamily="18" charset="0"/>
                <a:ea typeface="apple sd gothic neo" panose="02000300000000000000" pitchFamily="2" charset="-127"/>
                <a:cs typeface="Times New Roman" pitchFamily="18" charset="0"/>
              </a:rPr>
              <a:t>***@ho</a:t>
            </a:r>
            <a:r>
              <a:rPr lang="en-US" altLang="ko-KR" sz="1000" dirty="0">
                <a:solidFill>
                  <a:srgbClr val="888888"/>
                </a:solidFill>
                <a:latin typeface="Times New Roman" pitchFamily="18" charset="0"/>
                <a:ea typeface="apple sd gothic neo" panose="02000300000000000000" pitchFamily="2" charset="-127"/>
                <a:cs typeface="Times New Roman" pitchFamily="18" charset="0"/>
              </a:rPr>
              <a:t>2019-12-16 01:53:25</a:t>
            </a:r>
          </a:p>
        </p:txBody>
      </p:sp>
      <p:sp>
        <p:nvSpPr>
          <p:cNvPr id="26" name="직사각형 25">
            <a:extLst>
              <a:ext uri="{FF2B5EF4-FFF2-40B4-BE49-F238E27FC236}">
                <a16:creationId xmlns="" xmlns:a16="http://schemas.microsoft.com/office/drawing/2014/main" id="{059CE6B3-D233-B24E-AB78-857575C8F239}"/>
              </a:ext>
            </a:extLst>
          </p:cNvPr>
          <p:cNvSpPr/>
          <p:nvPr/>
        </p:nvSpPr>
        <p:spPr>
          <a:xfrm>
            <a:off x="410096" y="2245269"/>
            <a:ext cx="576914"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800" smtClean="0">
                <a:solidFill>
                  <a:schemeClr val="bg1"/>
                </a:solidFill>
                <a:latin typeface="Times New Roman" pitchFamily="18" charset="0"/>
                <a:ea typeface="Nanum Gothic" panose="020D0604000000000000" pitchFamily="34" charset="-127"/>
                <a:cs typeface="Times New Roman" pitchFamily="18" charset="0"/>
              </a:rPr>
              <a:t>Coupang</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33" name="직사각형 32">
            <a:extLst>
              <a:ext uri="{FF2B5EF4-FFF2-40B4-BE49-F238E27FC236}">
                <a16:creationId xmlns="" xmlns:a16="http://schemas.microsoft.com/office/drawing/2014/main" id="{F9BE3A26-2B9F-0549-ADEC-EFFB762CA03C}"/>
              </a:ext>
            </a:extLst>
          </p:cNvPr>
          <p:cNvSpPr/>
          <p:nvPr/>
        </p:nvSpPr>
        <p:spPr>
          <a:xfrm>
            <a:off x="3155873" y="2463382"/>
            <a:ext cx="432048" cy="380162"/>
          </a:xfrm>
          <a:prstGeom prst="rect">
            <a:avLst/>
          </a:prstGeom>
          <a:solidFill>
            <a:schemeClr val="bg1"/>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nchorCtr="1"/>
          <a:lstStyle/>
          <a:p>
            <a:pPr algn="ct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Trả lời</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pic>
        <p:nvPicPr>
          <p:cNvPr id="75" name="그림 74">
            <a:extLst>
              <a:ext uri="{FF2B5EF4-FFF2-40B4-BE49-F238E27FC236}">
                <a16:creationId xmlns="" xmlns:a16="http://schemas.microsoft.com/office/drawing/2014/main" id="{2C715CDA-3B87-4442-AAE1-676AED874EE7}"/>
              </a:ext>
            </a:extLst>
          </p:cNvPr>
          <p:cNvPicPr>
            <a:picLocks noChangeAspect="1"/>
          </p:cNvPicPr>
          <p:nvPr/>
        </p:nvPicPr>
        <p:blipFill>
          <a:blip r:embed="rId3" cstate="print"/>
          <a:stretch>
            <a:fillRect/>
          </a:stretch>
        </p:blipFill>
        <p:spPr>
          <a:xfrm>
            <a:off x="535445" y="5543924"/>
            <a:ext cx="3000375" cy="301408"/>
          </a:xfrm>
          <a:prstGeom prst="rect">
            <a:avLst/>
          </a:prstGeom>
        </p:spPr>
      </p:pic>
      <p:sp>
        <p:nvSpPr>
          <p:cNvPr id="76" name="직사각형 75">
            <a:extLst>
              <a:ext uri="{FF2B5EF4-FFF2-40B4-BE49-F238E27FC236}">
                <a16:creationId xmlns="" xmlns:a16="http://schemas.microsoft.com/office/drawing/2014/main" id="{1B0D37F1-9ADB-C04A-BC97-E0744A10F193}"/>
              </a:ext>
            </a:extLst>
          </p:cNvPr>
          <p:cNvSpPr/>
          <p:nvPr/>
        </p:nvSpPr>
        <p:spPr>
          <a:xfrm>
            <a:off x="474490" y="1959008"/>
            <a:ext cx="853119" cy="215444"/>
          </a:xfrm>
          <a:prstGeom prst="rect">
            <a:avLst/>
          </a:prstGeom>
        </p:spPr>
        <p:txBody>
          <a:bodyPr wrap="none">
            <a:spAutoFit/>
          </a:bodyPr>
          <a:lstStyle/>
          <a:p>
            <a:pPr algn="ctr"/>
            <a:r>
              <a:rPr lang="en-US" altLang="ko-KR" sz="800" smtClean="0">
                <a:latin typeface="Times New Roman" pitchFamily="18" charset="0"/>
                <a:ea typeface="Nanum Gothic" panose="020D0604000000000000" pitchFamily="34" charset="-127"/>
                <a:cs typeface="Times New Roman" pitchFamily="18" charset="0"/>
              </a:rPr>
              <a:t>Tổng 32 kết quả</a:t>
            </a:r>
            <a:endParaRPr lang="en-US" altLang="ko-KR" sz="800" dirty="0">
              <a:latin typeface="Times New Roman" pitchFamily="18" charset="0"/>
              <a:ea typeface="Nanum Gothic" panose="020D0604000000000000" pitchFamily="34" charset="-127"/>
              <a:cs typeface="Times New Roman" pitchFamily="18" charset="0"/>
            </a:endParaRPr>
          </a:p>
        </p:txBody>
      </p:sp>
      <p:sp>
        <p:nvSpPr>
          <p:cNvPr id="79" name="직사각형 78">
            <a:extLst>
              <a:ext uri="{FF2B5EF4-FFF2-40B4-BE49-F238E27FC236}">
                <a16:creationId xmlns="" xmlns:a16="http://schemas.microsoft.com/office/drawing/2014/main" id="{C70104F0-0D51-8E4F-9784-0826A85CF8E6}"/>
              </a:ext>
            </a:extLst>
          </p:cNvPr>
          <p:cNvSpPr/>
          <p:nvPr/>
        </p:nvSpPr>
        <p:spPr>
          <a:xfrm>
            <a:off x="277630" y="6083879"/>
            <a:ext cx="3456384" cy="486516"/>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ko-KR" sz="1050" smtClean="0">
                <a:solidFill>
                  <a:schemeClr val="tx1"/>
                </a:solidFill>
                <a:latin typeface="Times New Roman" pitchFamily="18" charset="0"/>
                <a:ea typeface="Nanum Gothic" panose="020D0604000000000000" pitchFamily="34" charset="-127"/>
                <a:cs typeface="Times New Roman" pitchFamily="18" charset="0"/>
              </a:rPr>
              <a:t>footer</a:t>
            </a:r>
            <a:endParaRPr lang="ko-KR" altLang="en-US" sz="1050" dirty="0">
              <a:solidFill>
                <a:schemeClr val="tx1"/>
              </a:solidFill>
              <a:latin typeface="Times New Roman" pitchFamily="18" charset="0"/>
              <a:ea typeface="Nanum Gothic" panose="020D0604000000000000" pitchFamily="34" charset="-127"/>
              <a:cs typeface="Times New Roman" pitchFamily="18" charset="0"/>
            </a:endParaRPr>
          </a:p>
        </p:txBody>
      </p:sp>
      <p:sp>
        <p:nvSpPr>
          <p:cNvPr id="95" name="타원 94">
            <a:extLst>
              <a:ext uri="{FF2B5EF4-FFF2-40B4-BE49-F238E27FC236}">
                <a16:creationId xmlns="" xmlns:a16="http://schemas.microsoft.com/office/drawing/2014/main" id="{F1A41C56-F0F3-AB42-8B45-D42914AE05ED}"/>
              </a:ext>
            </a:extLst>
          </p:cNvPr>
          <p:cNvSpPr/>
          <p:nvPr/>
        </p:nvSpPr>
        <p:spPr>
          <a:xfrm>
            <a:off x="3105803" y="2365655"/>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5</a:t>
            </a:r>
            <a:endParaRPr lang="ko-KR" altLang="en-US" sz="800" b="1" dirty="0">
              <a:latin typeface="Times New Roman" pitchFamily="18" charset="0"/>
              <a:ea typeface="나눔고딕" pitchFamily="50" charset="-127"/>
              <a:cs typeface="Times New Roman" pitchFamily="18" charset="0"/>
            </a:endParaRPr>
          </a:p>
        </p:txBody>
      </p:sp>
      <p:sp>
        <p:nvSpPr>
          <p:cNvPr id="54" name="직사각형 53">
            <a:extLst>
              <a:ext uri="{FF2B5EF4-FFF2-40B4-BE49-F238E27FC236}">
                <a16:creationId xmlns="" xmlns:a16="http://schemas.microsoft.com/office/drawing/2014/main" id="{C741E762-AEA6-764C-AEC7-AC4D37B678F3}"/>
              </a:ext>
            </a:extLst>
          </p:cNvPr>
          <p:cNvSpPr/>
          <p:nvPr/>
        </p:nvSpPr>
        <p:spPr>
          <a:xfrm>
            <a:off x="272480" y="1491704"/>
            <a:ext cx="3456384" cy="4592175"/>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55" name="직사각형 54">
            <a:extLst>
              <a:ext uri="{FF2B5EF4-FFF2-40B4-BE49-F238E27FC236}">
                <a16:creationId xmlns="" xmlns:a16="http://schemas.microsoft.com/office/drawing/2014/main" id="{93D5BADC-EE99-0C4B-94D9-650AF41C77FC}"/>
              </a:ext>
            </a:extLst>
          </p:cNvPr>
          <p:cNvSpPr/>
          <p:nvPr/>
        </p:nvSpPr>
        <p:spPr>
          <a:xfrm>
            <a:off x="272480" y="1491704"/>
            <a:ext cx="4027298" cy="362975"/>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63" name="직사각형 62">
            <a:extLst>
              <a:ext uri="{FF2B5EF4-FFF2-40B4-BE49-F238E27FC236}">
                <a16:creationId xmlns="" xmlns:a16="http://schemas.microsoft.com/office/drawing/2014/main" id="{73BF590E-6882-384D-ACBB-9B6992DD99EA}"/>
              </a:ext>
            </a:extLst>
          </p:cNvPr>
          <p:cNvSpPr/>
          <p:nvPr/>
        </p:nvSpPr>
        <p:spPr>
          <a:xfrm>
            <a:off x="891912" y="1551917"/>
            <a:ext cx="633507" cy="230832"/>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Coupang</a:t>
            </a:r>
            <a:endParaRPr lang="en-US" altLang="ko-KR" sz="900" b="1" dirty="0">
              <a:latin typeface="Times New Roman" pitchFamily="18" charset="0"/>
              <a:ea typeface="Nanum Gothic" panose="020D0604000000000000" pitchFamily="34" charset="-127"/>
              <a:cs typeface="Times New Roman" pitchFamily="18" charset="0"/>
            </a:endParaRPr>
          </a:p>
        </p:txBody>
      </p:sp>
      <p:cxnSp>
        <p:nvCxnSpPr>
          <p:cNvPr id="64" name="직선 연결선[R] 63">
            <a:extLst>
              <a:ext uri="{FF2B5EF4-FFF2-40B4-BE49-F238E27FC236}">
                <a16:creationId xmlns="" xmlns:a16="http://schemas.microsoft.com/office/drawing/2014/main" id="{C376B278-1AA3-1449-AE33-E8455D38A4BB}"/>
              </a:ext>
            </a:extLst>
          </p:cNvPr>
          <p:cNvCxnSpPr>
            <a:cxnSpLocks/>
          </p:cNvCxnSpPr>
          <p:nvPr/>
        </p:nvCxnSpPr>
        <p:spPr>
          <a:xfrm>
            <a:off x="359253" y="1832950"/>
            <a:ext cx="559642" cy="0"/>
          </a:xfrm>
          <a:prstGeom prst="line">
            <a:avLst/>
          </a:prstGeom>
          <a:ln w="3810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8" name="직사각형 67">
            <a:extLst>
              <a:ext uri="{FF2B5EF4-FFF2-40B4-BE49-F238E27FC236}">
                <a16:creationId xmlns="" xmlns:a16="http://schemas.microsoft.com/office/drawing/2014/main" id="{6BC4FC8C-8535-1647-8B56-2FC0F2159CF7}"/>
              </a:ext>
            </a:extLst>
          </p:cNvPr>
          <p:cNvSpPr/>
          <p:nvPr/>
        </p:nvSpPr>
        <p:spPr>
          <a:xfrm>
            <a:off x="1484335" y="1551917"/>
            <a:ext cx="479619" cy="230832"/>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Tmon</a:t>
            </a:r>
            <a:endParaRPr lang="en-US" altLang="ko-KR" sz="900" b="1" dirty="0">
              <a:latin typeface="Times New Roman" pitchFamily="18" charset="0"/>
              <a:ea typeface="Nanum Gothic" panose="020D0604000000000000" pitchFamily="34" charset="-127"/>
              <a:cs typeface="Times New Roman" pitchFamily="18" charset="0"/>
            </a:endParaRPr>
          </a:p>
        </p:txBody>
      </p:sp>
      <p:sp>
        <p:nvSpPr>
          <p:cNvPr id="82" name="직사각형 81">
            <a:extLst>
              <a:ext uri="{FF2B5EF4-FFF2-40B4-BE49-F238E27FC236}">
                <a16:creationId xmlns="" xmlns:a16="http://schemas.microsoft.com/office/drawing/2014/main" id="{D29EDE13-FF31-7742-BBA4-474EB651CA10}"/>
              </a:ext>
            </a:extLst>
          </p:cNvPr>
          <p:cNvSpPr/>
          <p:nvPr/>
        </p:nvSpPr>
        <p:spPr>
          <a:xfrm>
            <a:off x="2086614" y="1551917"/>
            <a:ext cx="486031" cy="230832"/>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Naver</a:t>
            </a:r>
            <a:endParaRPr lang="ko-KR" altLang="en-US" sz="900" b="1" dirty="0">
              <a:latin typeface="Times New Roman" pitchFamily="18" charset="0"/>
              <a:ea typeface="Nanum Gothic" panose="020D0604000000000000" pitchFamily="34" charset="-127"/>
              <a:cs typeface="Times New Roman" pitchFamily="18" charset="0"/>
            </a:endParaRPr>
          </a:p>
        </p:txBody>
      </p:sp>
      <p:sp>
        <p:nvSpPr>
          <p:cNvPr id="85" name="직사각형 84">
            <a:extLst>
              <a:ext uri="{FF2B5EF4-FFF2-40B4-BE49-F238E27FC236}">
                <a16:creationId xmlns="" xmlns:a16="http://schemas.microsoft.com/office/drawing/2014/main" id="{EA49ECDA-A69A-5542-A100-12E3E545CDFA}"/>
              </a:ext>
            </a:extLst>
          </p:cNvPr>
          <p:cNvSpPr/>
          <p:nvPr/>
        </p:nvSpPr>
        <p:spPr>
          <a:xfrm>
            <a:off x="307430" y="1551917"/>
            <a:ext cx="591829" cy="230832"/>
          </a:xfrm>
          <a:prstGeom prst="rect">
            <a:avLst/>
          </a:prstGeom>
        </p:spPr>
        <p:txBody>
          <a:bodyPr wrap="none">
            <a:spAutoFit/>
          </a:bodyPr>
          <a:lstStyle/>
          <a:p>
            <a:pPr algn="ctr"/>
            <a:r>
              <a:rPr lang="en-US" altLang="ko-KR" sz="900" b="1" smtClean="0">
                <a:solidFill>
                  <a:srgbClr val="C00000"/>
                </a:solidFill>
                <a:latin typeface="Times New Roman" pitchFamily="18" charset="0"/>
                <a:ea typeface="Nanum Gothic" panose="020D0604000000000000" pitchFamily="34" charset="-127"/>
                <a:cs typeface="Times New Roman" pitchFamily="18" charset="0"/>
              </a:rPr>
              <a:t>Toàn bộ</a:t>
            </a:r>
            <a:endParaRPr lang="en-US" altLang="ko-KR" sz="9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86" name="직사각형 85">
            <a:extLst>
              <a:ext uri="{FF2B5EF4-FFF2-40B4-BE49-F238E27FC236}">
                <a16:creationId xmlns="" xmlns:a16="http://schemas.microsoft.com/office/drawing/2014/main" id="{FB31F558-B7B6-7A4C-963D-42AE5261FE75}"/>
              </a:ext>
            </a:extLst>
          </p:cNvPr>
          <p:cNvSpPr/>
          <p:nvPr/>
        </p:nvSpPr>
        <p:spPr>
          <a:xfrm>
            <a:off x="2845769" y="1551917"/>
            <a:ext cx="383439" cy="230832"/>
          </a:xfrm>
          <a:prstGeom prst="rect">
            <a:avLst/>
          </a:prstGeom>
        </p:spPr>
        <p:txBody>
          <a:bodyPr wrap="none">
            <a:spAutoFit/>
          </a:bodyPr>
          <a:lstStyle/>
          <a:p>
            <a:pPr algn="ctr"/>
            <a:r>
              <a:rPr lang="en-US" altLang="ko-KR" sz="900" b="1" smtClean="0">
                <a:latin typeface="Times New Roman" pitchFamily="18" charset="0"/>
                <a:ea typeface="Nanum Gothic" panose="020D0604000000000000" pitchFamily="34" charset="-127"/>
                <a:cs typeface="Times New Roman" pitchFamily="18" charset="0"/>
              </a:rPr>
              <a:t>11st</a:t>
            </a:r>
            <a:endParaRPr lang="ko-KR" altLang="en-US" sz="900" b="1" dirty="0">
              <a:latin typeface="Times New Roman" pitchFamily="18" charset="0"/>
              <a:ea typeface="Nanum Gothic" panose="020D0604000000000000" pitchFamily="34" charset="-127"/>
              <a:cs typeface="Times New Roman" pitchFamily="18" charset="0"/>
            </a:endParaRPr>
          </a:p>
        </p:txBody>
      </p:sp>
      <p:sp>
        <p:nvSpPr>
          <p:cNvPr id="87" name="직사각형 86">
            <a:extLst>
              <a:ext uri="{FF2B5EF4-FFF2-40B4-BE49-F238E27FC236}">
                <a16:creationId xmlns="" xmlns:a16="http://schemas.microsoft.com/office/drawing/2014/main" id="{79200FB7-5C93-3646-9E9A-8FD696686917}"/>
              </a:ext>
            </a:extLst>
          </p:cNvPr>
          <p:cNvSpPr/>
          <p:nvPr/>
        </p:nvSpPr>
        <p:spPr>
          <a:xfrm>
            <a:off x="389412" y="2641297"/>
            <a:ext cx="2649529" cy="461665"/>
          </a:xfrm>
          <a:prstGeom prst="rect">
            <a:avLst/>
          </a:prstGeom>
        </p:spPr>
        <p:txBody>
          <a:bodyPr wrap="square">
            <a:spAutoFit/>
          </a:bodyPr>
          <a:lstStyle/>
          <a:p>
            <a:pPr marL="6350"/>
            <a:r>
              <a:rPr lang="en-US" altLang="ko-KR" sz="800" dirty="0">
                <a:solidFill>
                  <a:srgbClr val="000000"/>
                </a:solidFill>
                <a:latin typeface="Times New Roman" pitchFamily="18" charset="0"/>
                <a:ea typeface="apple sd gothic neo" panose="02000300000000000000" pitchFamily="2" charset="-127"/>
                <a:cs typeface="Times New Roman" pitchFamily="18" charset="0"/>
              </a:rPr>
              <a:t>12</a:t>
            </a:r>
            <a:r>
              <a:rPr lang="ko-KR" altLang="en-US" sz="800" dirty="0">
                <a:solidFill>
                  <a:srgbClr val="000000"/>
                </a:solidFill>
                <a:latin typeface="Times New Roman" pitchFamily="18" charset="0"/>
                <a:ea typeface="apple sd gothic neo" panose="02000300000000000000" pitchFamily="2" charset="-127"/>
                <a:cs typeface="Times New Roman" pitchFamily="18" charset="0"/>
              </a:rPr>
              <a:t>월 </a:t>
            </a:r>
            <a:r>
              <a:rPr lang="en-US" altLang="ko-KR" sz="800" dirty="0">
                <a:solidFill>
                  <a:srgbClr val="000000"/>
                </a:solidFill>
                <a:latin typeface="Times New Roman" pitchFamily="18" charset="0"/>
                <a:ea typeface="apple sd gothic neo" panose="02000300000000000000" pitchFamily="2" charset="-127"/>
                <a:cs typeface="Times New Roman" pitchFamily="18" charset="0"/>
              </a:rPr>
              <a:t>27</a:t>
            </a:r>
            <a:r>
              <a:rPr lang="ko-KR" altLang="en-US" sz="800" dirty="0">
                <a:solidFill>
                  <a:srgbClr val="000000"/>
                </a:solidFill>
                <a:latin typeface="Times New Roman" pitchFamily="18" charset="0"/>
                <a:ea typeface="apple sd gothic neo" panose="02000300000000000000" pitchFamily="2" charset="-127"/>
                <a:cs typeface="Times New Roman" pitchFamily="18" charset="0"/>
              </a:rPr>
              <a:t>일</a:t>
            </a:r>
            <a:r>
              <a:rPr lang="en-US" altLang="ko-KR" sz="800" dirty="0">
                <a:solidFill>
                  <a:srgbClr val="000000"/>
                </a:solidFill>
                <a:latin typeface="Times New Roman" pitchFamily="18" charset="0"/>
                <a:ea typeface="apple sd gothic neo" panose="02000300000000000000" pitchFamily="2" charset="-127"/>
                <a:cs typeface="Times New Roman" pitchFamily="18" charset="0"/>
              </a:rPr>
              <a:t>~28</a:t>
            </a:r>
            <a:r>
              <a:rPr lang="ko-KR" altLang="en-US" sz="800" dirty="0">
                <a:solidFill>
                  <a:srgbClr val="000000"/>
                </a:solidFill>
                <a:latin typeface="Times New Roman" pitchFamily="18" charset="0"/>
                <a:ea typeface="apple sd gothic neo" panose="02000300000000000000" pitchFamily="2" charset="-127"/>
                <a:cs typeface="Times New Roman" pitchFamily="18" charset="0"/>
              </a:rPr>
              <a:t>일 </a:t>
            </a:r>
            <a:r>
              <a:rPr lang="en-US" altLang="ko-KR" sz="800" dirty="0">
                <a:solidFill>
                  <a:srgbClr val="000000"/>
                </a:solidFill>
                <a:latin typeface="Times New Roman" pitchFamily="18" charset="0"/>
                <a:ea typeface="apple sd gothic neo" panose="02000300000000000000" pitchFamily="2" charset="-127"/>
                <a:cs typeface="Times New Roman" pitchFamily="18" charset="0"/>
              </a:rPr>
              <a:t>6</a:t>
            </a:r>
            <a:r>
              <a:rPr lang="ko-KR" altLang="en-US" sz="800" dirty="0" err="1">
                <a:solidFill>
                  <a:srgbClr val="000000"/>
                </a:solidFill>
                <a:latin typeface="Times New Roman" pitchFamily="18" charset="0"/>
                <a:ea typeface="apple sd gothic neo" panose="02000300000000000000" pitchFamily="2" charset="-127"/>
                <a:cs typeface="Times New Roman" pitchFamily="18" charset="0"/>
              </a:rPr>
              <a:t>명이서</a:t>
            </a:r>
            <a:r>
              <a:rPr lang="ko-KR" altLang="en-US" sz="800" dirty="0">
                <a:solidFill>
                  <a:srgbClr val="000000"/>
                </a:solidFill>
                <a:latin typeface="Times New Roman" pitchFamily="18" charset="0"/>
                <a:ea typeface="apple sd gothic neo" panose="02000300000000000000" pitchFamily="2" charset="-127"/>
                <a:cs typeface="Times New Roman" pitchFamily="18" charset="0"/>
              </a:rPr>
              <a:t> 이용하려는데</a:t>
            </a:r>
            <a:r>
              <a:rPr lang="en-US" altLang="ko-KR" sz="800" dirty="0">
                <a:solidFill>
                  <a:srgbClr val="000000"/>
                </a:solidFill>
                <a:latin typeface="Times New Roman" pitchFamily="18" charset="0"/>
                <a:ea typeface="apple sd gothic neo" panose="02000300000000000000" pitchFamily="2" charset="-127"/>
                <a:cs typeface="Times New Roman" pitchFamily="18" charset="0"/>
              </a:rPr>
              <a:t> </a:t>
            </a:r>
            <a:r>
              <a:rPr lang="ko-KR" altLang="en-US" sz="800" dirty="0">
                <a:solidFill>
                  <a:srgbClr val="000000"/>
                </a:solidFill>
                <a:latin typeface="Times New Roman" pitchFamily="18" charset="0"/>
                <a:ea typeface="apple sd gothic neo" panose="02000300000000000000" pitchFamily="2" charset="-127"/>
                <a:cs typeface="Times New Roman" pitchFamily="18" charset="0"/>
              </a:rPr>
              <a:t>방을 </a:t>
            </a:r>
            <a:r>
              <a:rPr lang="en-US" altLang="ko-KR" sz="800" dirty="0">
                <a:solidFill>
                  <a:srgbClr val="000000"/>
                </a:solidFill>
                <a:latin typeface="Times New Roman" pitchFamily="18" charset="0"/>
                <a:ea typeface="apple sd gothic neo" panose="02000300000000000000" pitchFamily="2" charset="-127"/>
                <a:cs typeface="Times New Roman" pitchFamily="18" charset="0"/>
              </a:rPr>
              <a:t>3</a:t>
            </a:r>
            <a:r>
              <a:rPr lang="ko-KR" altLang="en-US" sz="800" dirty="0">
                <a:solidFill>
                  <a:srgbClr val="000000"/>
                </a:solidFill>
                <a:latin typeface="Times New Roman" pitchFamily="18" charset="0"/>
                <a:ea typeface="apple sd gothic neo" panose="02000300000000000000" pitchFamily="2" charset="-127"/>
                <a:cs typeface="Times New Roman" pitchFamily="18" charset="0"/>
              </a:rPr>
              <a:t>개 잡고 싶은데</a:t>
            </a:r>
            <a:r>
              <a:rPr lang="en-US" altLang="ko-KR" sz="800" dirty="0">
                <a:solidFill>
                  <a:srgbClr val="000000"/>
                </a:solidFill>
                <a:latin typeface="Times New Roman" pitchFamily="18" charset="0"/>
                <a:ea typeface="apple sd gothic neo" panose="02000300000000000000" pitchFamily="2" charset="-127"/>
                <a:cs typeface="Times New Roman" pitchFamily="18" charset="0"/>
              </a:rPr>
              <a:t>, </a:t>
            </a:r>
            <a:r>
              <a:rPr lang="ko-KR" altLang="en-US" sz="800" dirty="0">
                <a:solidFill>
                  <a:srgbClr val="000000"/>
                </a:solidFill>
                <a:latin typeface="Times New Roman" pitchFamily="18" charset="0"/>
                <a:ea typeface="apple sd gothic neo" panose="02000300000000000000" pitchFamily="2" charset="-127"/>
                <a:cs typeface="Times New Roman" pitchFamily="18" charset="0"/>
              </a:rPr>
              <a:t>방은 비슷해 보이는데</a:t>
            </a:r>
            <a:r>
              <a:rPr lang="en-US" altLang="ko-KR" sz="800" dirty="0">
                <a:solidFill>
                  <a:srgbClr val="000000"/>
                </a:solidFill>
                <a:latin typeface="Times New Roman" pitchFamily="18" charset="0"/>
                <a:ea typeface="apple sd gothic neo" panose="02000300000000000000" pitchFamily="2" charset="-127"/>
                <a:cs typeface="Times New Roman" pitchFamily="18" charset="0"/>
              </a:rPr>
              <a:t> </a:t>
            </a:r>
            <a:r>
              <a:rPr lang="ko-KR" altLang="en-US" sz="800" dirty="0">
                <a:solidFill>
                  <a:srgbClr val="000000"/>
                </a:solidFill>
                <a:latin typeface="Times New Roman" pitchFamily="18" charset="0"/>
                <a:ea typeface="apple sd gothic neo" panose="02000300000000000000" pitchFamily="2" charset="-127"/>
                <a:cs typeface="Times New Roman" pitchFamily="18" charset="0"/>
              </a:rPr>
              <a:t>인원수에 따라서 가격이 </a:t>
            </a:r>
            <a:r>
              <a:rPr lang="en-US" altLang="ko-KR" sz="800" dirty="0">
                <a:solidFill>
                  <a:srgbClr val="000000"/>
                </a:solidFill>
                <a:latin typeface="Times New Roman" pitchFamily="18" charset="0"/>
                <a:ea typeface="apple sd gothic neo" panose="02000300000000000000" pitchFamily="2" charset="-127"/>
                <a:cs typeface="Times New Roman" pitchFamily="18" charset="0"/>
              </a:rPr>
              <a:t>…</a:t>
            </a:r>
            <a:endParaRPr lang="en-US" altLang="ko-KR" sz="800" dirty="0">
              <a:latin typeface="Times New Roman" pitchFamily="18" charset="0"/>
              <a:ea typeface="Nanum Gothic" panose="020D0604000000000000" pitchFamily="34" charset="-127"/>
              <a:cs typeface="Times New Roman" pitchFamily="18" charset="0"/>
            </a:endParaRPr>
          </a:p>
        </p:txBody>
      </p:sp>
      <p:sp>
        <p:nvSpPr>
          <p:cNvPr id="88" name="직사각형 87">
            <a:extLst>
              <a:ext uri="{FF2B5EF4-FFF2-40B4-BE49-F238E27FC236}">
                <a16:creationId xmlns="" xmlns:a16="http://schemas.microsoft.com/office/drawing/2014/main" id="{DB6940AA-D03D-484F-858B-6570E62DDC7B}"/>
              </a:ext>
            </a:extLst>
          </p:cNvPr>
          <p:cNvSpPr/>
          <p:nvPr/>
        </p:nvSpPr>
        <p:spPr>
          <a:xfrm>
            <a:off x="389412" y="3212773"/>
            <a:ext cx="3262294" cy="823691"/>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endParaRPr lang="en-US" altLang="ko-KR" sz="1000" b="1" dirty="0">
              <a:solidFill>
                <a:schemeClr val="tx1"/>
              </a:solidFill>
              <a:latin typeface="Times New Roman" pitchFamily="18" charset="0"/>
              <a:ea typeface="apple sd gothic neo" panose="02000300000000000000" pitchFamily="2" charset="-127"/>
              <a:cs typeface="Times New Roman" pitchFamily="18" charset="0"/>
            </a:endParaRPr>
          </a:p>
          <a:p>
            <a:r>
              <a:rPr lang="en-US" altLang="ko-KR" sz="1000" b="1" dirty="0">
                <a:solidFill>
                  <a:schemeClr val="tx1"/>
                </a:solidFill>
                <a:latin typeface="Times New Roman" pitchFamily="18" charset="0"/>
                <a:ea typeface="나눔고딕" panose="020D0604000000000000" pitchFamily="34" charset="-127"/>
                <a:cs typeface="Times New Roman" pitchFamily="18" charset="0"/>
              </a:rPr>
              <a:t> </a:t>
            </a:r>
            <a:r>
              <a:rPr lang="en-US" altLang="ko-KR" sz="1000" b="1" dirty="0" err="1">
                <a:solidFill>
                  <a:schemeClr val="tx1"/>
                </a:solidFill>
                <a:latin typeface="Times New Roman" pitchFamily="18" charset="0"/>
                <a:ea typeface="나눔고딕" panose="020D0604000000000000" pitchFamily="34" charset="-127"/>
                <a:cs typeface="Times New Roman" pitchFamily="18" charset="0"/>
              </a:rPr>
              <a:t>psy</a:t>
            </a:r>
            <a:r>
              <a:rPr lang="en-US" altLang="ko-KR" sz="1000" b="1" dirty="0">
                <a:solidFill>
                  <a:schemeClr val="tx1"/>
                </a:solidFill>
                <a:latin typeface="Times New Roman" pitchFamily="18" charset="0"/>
                <a:ea typeface="나눔고딕" panose="020D0604000000000000" pitchFamily="34" charset="-127"/>
                <a:cs typeface="Times New Roman" pitchFamily="18" charset="0"/>
              </a:rPr>
              <a:t>*****</a:t>
            </a:r>
            <a:r>
              <a:rPr lang="en-US" altLang="ko-KR" sz="1000" dirty="0">
                <a:solidFill>
                  <a:srgbClr val="7D7E80"/>
                </a:solidFill>
                <a:latin typeface="Times New Roman" pitchFamily="18" charset="0"/>
                <a:ea typeface="나눔고딕" panose="020D0604000000000000" pitchFamily="34" charset="-127"/>
                <a:cs typeface="Times New Roman" pitchFamily="18" charset="0"/>
              </a:rPr>
              <a:t>2020-06-05</a:t>
            </a:r>
            <a:endParaRPr lang="en-US" altLang="ko-KR" sz="1000" dirty="0">
              <a:solidFill>
                <a:srgbClr val="888888"/>
              </a:solidFill>
              <a:latin typeface="Times New Roman" pitchFamily="18" charset="0"/>
              <a:ea typeface="apple sd gothic neo" panose="02000300000000000000" pitchFamily="2" charset="-127"/>
              <a:cs typeface="Times New Roman" pitchFamily="18" charset="0"/>
            </a:endParaRPr>
          </a:p>
        </p:txBody>
      </p:sp>
      <p:sp>
        <p:nvSpPr>
          <p:cNvPr id="89" name="직사각형 88">
            <a:extLst>
              <a:ext uri="{FF2B5EF4-FFF2-40B4-BE49-F238E27FC236}">
                <a16:creationId xmlns="" xmlns:a16="http://schemas.microsoft.com/office/drawing/2014/main" id="{8BDD1592-E0EA-7D46-8FAD-D4362D9D39EA}"/>
              </a:ext>
            </a:extLst>
          </p:cNvPr>
          <p:cNvSpPr/>
          <p:nvPr/>
        </p:nvSpPr>
        <p:spPr>
          <a:xfrm>
            <a:off x="404946" y="3212773"/>
            <a:ext cx="576914" cy="139762"/>
          </a:xfrm>
          <a:prstGeom prst="rect">
            <a:avLst/>
          </a:prstGeom>
          <a:solidFill>
            <a:schemeClr val="accent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altLang="ko-KR" sz="800" smtClean="0">
                <a:solidFill>
                  <a:schemeClr val="bg1"/>
                </a:solidFill>
                <a:latin typeface="Times New Roman" pitchFamily="18" charset="0"/>
                <a:ea typeface="Nanum Gothic" panose="020D0604000000000000" pitchFamily="34" charset="-127"/>
                <a:cs typeface="Times New Roman" pitchFamily="18" charset="0"/>
              </a:rPr>
              <a:t>Tmon</a:t>
            </a:r>
            <a:endParaRPr lang="ko-KR" altLang="en-US" sz="800" dirty="0">
              <a:solidFill>
                <a:schemeClr val="bg1"/>
              </a:solidFill>
              <a:latin typeface="Times New Roman" pitchFamily="18" charset="0"/>
              <a:ea typeface="Nanum Gothic" panose="020D0604000000000000" pitchFamily="34" charset="-127"/>
              <a:cs typeface="Times New Roman" pitchFamily="18" charset="0"/>
            </a:endParaRPr>
          </a:p>
        </p:txBody>
      </p:sp>
      <p:sp>
        <p:nvSpPr>
          <p:cNvPr id="90" name="직사각형 89">
            <a:extLst>
              <a:ext uri="{FF2B5EF4-FFF2-40B4-BE49-F238E27FC236}">
                <a16:creationId xmlns="" xmlns:a16="http://schemas.microsoft.com/office/drawing/2014/main" id="{C2436EE5-102C-E64E-9F31-10F919B66B57}"/>
              </a:ext>
            </a:extLst>
          </p:cNvPr>
          <p:cNvSpPr/>
          <p:nvPr/>
        </p:nvSpPr>
        <p:spPr>
          <a:xfrm>
            <a:off x="3150723" y="3430886"/>
            <a:ext cx="432048" cy="380162"/>
          </a:xfrm>
          <a:prstGeom prst="rect">
            <a:avLst/>
          </a:prstGeom>
          <a:solidFill>
            <a:schemeClr val="bg1"/>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tIns="36000" bIns="36000" rtlCol="0" anchor="ctr" anchorCtr="1"/>
          <a:lstStyle/>
          <a:p>
            <a:pPr algn="ctr"/>
            <a:r>
              <a:rPr lang="en-US" altLang="ko-KR" sz="800" b="1" smtClean="0">
                <a:solidFill>
                  <a:srgbClr val="C00000"/>
                </a:solidFill>
                <a:latin typeface="Times New Roman" pitchFamily="18" charset="0"/>
                <a:ea typeface="Nanum Gothic" panose="020D0604000000000000" pitchFamily="34" charset="-127"/>
                <a:cs typeface="Times New Roman" pitchFamily="18" charset="0"/>
              </a:rPr>
              <a:t>Trả lời</a:t>
            </a:r>
            <a:endParaRPr lang="ko-KR" altLang="en-US" sz="800" b="1" dirty="0">
              <a:solidFill>
                <a:srgbClr val="C00000"/>
              </a:solidFill>
              <a:latin typeface="Times New Roman" pitchFamily="18" charset="0"/>
              <a:ea typeface="Nanum Gothic" panose="020D0604000000000000" pitchFamily="34" charset="-127"/>
              <a:cs typeface="Times New Roman" pitchFamily="18" charset="0"/>
            </a:endParaRPr>
          </a:p>
        </p:txBody>
      </p:sp>
      <p:sp>
        <p:nvSpPr>
          <p:cNvPr id="97" name="직사각형 96">
            <a:extLst>
              <a:ext uri="{FF2B5EF4-FFF2-40B4-BE49-F238E27FC236}">
                <a16:creationId xmlns="" xmlns:a16="http://schemas.microsoft.com/office/drawing/2014/main" id="{2E9E25DD-882F-9F48-B212-3A1E8C4E8B72}"/>
              </a:ext>
            </a:extLst>
          </p:cNvPr>
          <p:cNvSpPr/>
          <p:nvPr/>
        </p:nvSpPr>
        <p:spPr>
          <a:xfrm>
            <a:off x="384262" y="3608801"/>
            <a:ext cx="2649529" cy="215444"/>
          </a:xfrm>
          <a:prstGeom prst="rect">
            <a:avLst/>
          </a:prstGeom>
        </p:spPr>
        <p:txBody>
          <a:bodyPr wrap="square">
            <a:spAutoFit/>
          </a:bodyPr>
          <a:lstStyle/>
          <a:p>
            <a:pPr marL="6350"/>
            <a:r>
              <a:rPr lang="ko-KR" altLang="en-US" sz="800" dirty="0" err="1">
                <a:solidFill>
                  <a:srgbClr val="000000"/>
                </a:solidFill>
                <a:latin typeface="Times New Roman" pitchFamily="18" charset="0"/>
                <a:ea typeface="apple sd gothic neo" panose="02000300000000000000" pitchFamily="2" charset="-127"/>
                <a:cs typeface="Times New Roman" pitchFamily="18" charset="0"/>
              </a:rPr>
              <a:t>비밀글입니다</a:t>
            </a:r>
            <a:r>
              <a:rPr lang="en-US" altLang="ko-KR" sz="800" dirty="0">
                <a:solidFill>
                  <a:srgbClr val="000000"/>
                </a:solidFill>
                <a:latin typeface="Times New Roman" pitchFamily="18" charset="0"/>
                <a:ea typeface="apple sd gothic neo" panose="02000300000000000000" pitchFamily="2" charset="-127"/>
                <a:cs typeface="Times New Roman" pitchFamily="18" charset="0"/>
              </a:rPr>
              <a:t>.</a:t>
            </a:r>
            <a:endParaRPr lang="en-US" altLang="ko-KR" sz="800" dirty="0">
              <a:latin typeface="Times New Roman" pitchFamily="18" charset="0"/>
              <a:ea typeface="Nanum Gothic" panose="020D0604000000000000" pitchFamily="34" charset="-127"/>
              <a:cs typeface="Times New Roman" pitchFamily="18" charset="0"/>
            </a:endParaRPr>
          </a:p>
        </p:txBody>
      </p:sp>
      <p:graphicFrame>
        <p:nvGraphicFramePr>
          <p:cNvPr id="99" name="표 98">
            <a:extLst>
              <a:ext uri="{FF2B5EF4-FFF2-40B4-BE49-F238E27FC236}">
                <a16:creationId xmlns="" xmlns:a16="http://schemas.microsoft.com/office/drawing/2014/main" id="{55C37B0D-67D0-0E46-B0E4-F7A9DA557521}"/>
              </a:ext>
            </a:extLst>
          </p:cNvPr>
          <p:cNvGraphicFramePr>
            <a:graphicFrameLocks noGrp="1"/>
          </p:cNvGraphicFramePr>
          <p:nvPr>
            <p:extLst>
              <p:ext uri="{D42A27DB-BD31-4B8C-83A1-F6EECF244321}">
                <p14:modId xmlns="" xmlns:p14="http://schemas.microsoft.com/office/powerpoint/2010/main" val="3046014992"/>
              </p:ext>
            </p:extLst>
          </p:nvPr>
        </p:nvGraphicFramePr>
        <p:xfrm>
          <a:off x="7453089" y="807470"/>
          <a:ext cx="2357214" cy="4344480"/>
        </p:xfrm>
        <a:graphic>
          <a:graphicData uri="http://schemas.openxmlformats.org/drawingml/2006/table">
            <a:tbl>
              <a:tblPr firstRow="1" bandRow="1">
                <a:tableStyleId>{5940675A-B579-460E-94D1-54222C63F5DA}</a:tableStyleId>
              </a:tblPr>
              <a:tblGrid>
                <a:gridCol w="196974">
                  <a:extLst>
                    <a:ext uri="{9D8B030D-6E8A-4147-A177-3AD203B41FA5}">
                      <a16:colId xmlns="" xmlns:a16="http://schemas.microsoft.com/office/drawing/2014/main" val="20000"/>
                    </a:ext>
                  </a:extLst>
                </a:gridCol>
                <a:gridCol w="2160240">
                  <a:extLst>
                    <a:ext uri="{9D8B030D-6E8A-4147-A177-3AD203B41FA5}">
                      <a16:colId xmlns="" xmlns:a16="http://schemas.microsoft.com/office/drawing/2014/main" val="20001"/>
                    </a:ext>
                  </a:extLst>
                </a:gridCol>
              </a:tblGrid>
              <a:tr h="140794">
                <a:tc>
                  <a:txBody>
                    <a:bodyPr/>
                    <a:lstStyle/>
                    <a:p>
                      <a:pPr algn="ctr" latinLnBrk="1"/>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Thu thập câu hỏi 10 phút 1 lần</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Chu kỳ thu thập sẽ được quyết định cuối cùng khi test</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 xmlns:a16="http://schemas.microsoft.com/office/drawing/2014/main" val="2858617287"/>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1</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Toàn bộ:</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Sort theo thứ tự được thu thập mới nhất</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Tên kênh bán:</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Sort theo thứ tự Coupang, Tmon, Naver, 11st (mỗi khi thêm kênh bán thì thêm vào phía sau)</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Khi chọn từng kênh bán thì sort câu hỏi chưa trả lời của kênh đó theo thứ tự thu thập mới nhất</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617679740"/>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2</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tổng số câu hỏi chưa trả lời</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3</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tên kênh bán</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4181242366"/>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4</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danh sách đã thu thập</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ID, thời gian đăng, nội dung chi tiết (tối đa 2 dòng)</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2467615209"/>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5</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rtl="0">
                        <a:lnSpc>
                          <a:spcPct val="100000"/>
                        </a:lnSpc>
                        <a:spcBef>
                          <a:spcPts val="0"/>
                        </a:spcBef>
                        <a:spcAft>
                          <a:spcPts val="0"/>
                        </a:spcAft>
                        <a:buClr>
                          <a:schemeClr val="dk1"/>
                        </a:buClr>
                        <a:buSzPts val="900"/>
                        <a:buFont typeface="Arial"/>
                        <a:buChar char="•"/>
                      </a:pPr>
                      <a:r>
                        <a:rPr lang="en-US" altLang="ko-KR" sz="900" b="0" u="none" strike="noStrike" cap="none" smtClean="0">
                          <a:solidFill>
                            <a:schemeClr val="dk1"/>
                          </a:solidFill>
                          <a:latin typeface="Times New Roman" pitchFamily="18" charset="0"/>
                          <a:ea typeface="Nanum Gothic"/>
                          <a:cs typeface="Times New Roman" pitchFamily="18" charset="0"/>
                          <a:sym typeface="Nanum Gothic"/>
                        </a:rPr>
                        <a:t>Khi bấm</a:t>
                      </a:r>
                      <a:r>
                        <a:rPr lang="en-US" altLang="ko-KR" sz="900" b="0" u="none" strike="noStrike" cap="none" baseline="0" smtClean="0">
                          <a:solidFill>
                            <a:schemeClr val="dk1"/>
                          </a:solidFill>
                          <a:latin typeface="Times New Roman" pitchFamily="18" charset="0"/>
                          <a:ea typeface="Nanum Gothic"/>
                          <a:cs typeface="Times New Roman" pitchFamily="18" charset="0"/>
                          <a:sym typeface="Nanum Gothic"/>
                        </a:rPr>
                        <a:t> thì mở trang partner center của kênh bán trên trình duyệt.</a:t>
                      </a:r>
                      <a:endParaRPr lang="ko-KR" altLang="en-US" sz="900" b="0" u="none" strike="noStrike" cap="none" smtClean="0">
                        <a:solidFill>
                          <a:schemeClr val="dk1"/>
                        </a:solidFill>
                        <a:latin typeface="Times New Roman" pitchFamily="18" charset="0"/>
                        <a:ea typeface="Nanum Gothic"/>
                        <a:cs typeface="Times New Roman" pitchFamily="18" charset="0"/>
                        <a:sym typeface="Nanum Gothic"/>
                      </a:endParaRPr>
                    </a:p>
                    <a:p>
                      <a:pPr marL="92075" marR="0" lvl="0" indent="-34925" algn="l" rtl="0">
                        <a:lnSpc>
                          <a:spcPct val="100000"/>
                        </a:lnSpc>
                        <a:spcBef>
                          <a:spcPts val="0"/>
                        </a:spcBef>
                        <a:spcAft>
                          <a:spcPts val="0"/>
                        </a:spcAft>
                        <a:buClr>
                          <a:schemeClr val="dk1"/>
                        </a:buClr>
                        <a:buSzPts val="900"/>
                        <a:buFont typeface="Arial"/>
                        <a:buNone/>
                      </a:pPr>
                      <a:endParaRPr lang="ko-KR" altLang="en-US" sz="900" u="none" strike="noStrike" cap="none" smtClean="0">
                        <a:latin typeface="Times New Roman" pitchFamily="18" charset="0"/>
                        <a:ea typeface="Nanum Gothic"/>
                        <a:cs typeface="Times New Roman" pitchFamily="18" charset="0"/>
                        <a:sym typeface="Nanum Gothic"/>
                      </a:endParaRPr>
                    </a:p>
                    <a:p>
                      <a:pPr marL="92075" marR="0" lvl="0" indent="-92075" algn="l" rtl="0">
                        <a:lnSpc>
                          <a:spcPct val="100000"/>
                        </a:lnSpc>
                        <a:spcBef>
                          <a:spcPts val="0"/>
                        </a:spcBef>
                        <a:spcAft>
                          <a:spcPts val="0"/>
                        </a:spcAft>
                        <a:buClr>
                          <a:schemeClr val="dk1"/>
                        </a:buClr>
                        <a:buSzPts val="900"/>
                        <a:buFont typeface="Arial"/>
                        <a:buChar char="•"/>
                      </a:pPr>
                      <a:r>
                        <a:rPr lang="en-US" altLang="ko-KR" sz="900" u="none" strike="noStrike" cap="none" smtClean="0">
                          <a:latin typeface="Times New Roman" pitchFamily="18" charset="0"/>
                          <a:ea typeface="Nanum Gothic"/>
                          <a:cs typeface="Times New Roman" pitchFamily="18" charset="0"/>
                          <a:sym typeface="Nanum Gothic"/>
                        </a:rPr>
                        <a:t>Tmon partner center</a:t>
                      </a:r>
                      <a:r>
                        <a:rPr lang="ko-KR" altLang="en-US" sz="900" u="none" strike="noStrike" cap="none" smtClean="0">
                          <a:latin typeface="Times New Roman" pitchFamily="18" charset="0"/>
                          <a:ea typeface="Nanum Gothic"/>
                          <a:cs typeface="Times New Roman" pitchFamily="18" charset="0"/>
                          <a:sym typeface="Nanum Gothic"/>
                        </a:rPr>
                        <a:t> </a:t>
                      </a:r>
                      <a:r>
                        <a:rPr lang="en-US" altLang="ko-KR" sz="900" u="none" strike="noStrike" cap="none" smtClean="0">
                          <a:latin typeface="Times New Roman" pitchFamily="18" charset="0"/>
                          <a:ea typeface="Nanum Gothic"/>
                          <a:cs typeface="Times New Roman" pitchFamily="18" charset="0"/>
                          <a:sym typeface="Nanum Gothic"/>
                        </a:rPr>
                        <a:t>&gt; Quản</a:t>
                      </a:r>
                      <a:r>
                        <a:rPr lang="en-US" altLang="ko-KR" sz="900" u="none" strike="noStrike" cap="none" baseline="0" smtClean="0">
                          <a:latin typeface="Times New Roman" pitchFamily="18" charset="0"/>
                          <a:ea typeface="Nanum Gothic"/>
                          <a:cs typeface="Times New Roman" pitchFamily="18" charset="0"/>
                          <a:sym typeface="Nanum Gothic"/>
                        </a:rPr>
                        <a:t> lý câu hỏi khách hàng:</a:t>
                      </a:r>
                      <a:r>
                        <a:rPr lang="ko-KR" altLang="en-US" sz="900" u="none" strike="noStrike" cap="none" smtClean="0">
                          <a:latin typeface="Times New Roman" pitchFamily="18" charset="0"/>
                          <a:ea typeface="Nanum Gothic"/>
                          <a:cs typeface="Times New Roman" pitchFamily="18" charset="0"/>
                          <a:sym typeface="Nanum Gothic"/>
                        </a:rPr>
                        <a:t> </a:t>
                      </a:r>
                      <a:r>
                        <a:rPr lang="en-US" altLang="ko-KR" sz="900" u="sng" strike="noStrike" cap="none" smtClean="0">
                          <a:solidFill>
                            <a:schemeClr val="hlink"/>
                          </a:solidFill>
                          <a:latin typeface="Times New Roman" pitchFamily="18" charset="0"/>
                          <a:cs typeface="Times New Roman" pitchFamily="18" charset="0"/>
                          <a:hlinkClick r:id="rId4"/>
                        </a:rPr>
                        <a:t>https://ps.tmon.co.kr/inquiry#</a:t>
                      </a:r>
                      <a:endParaRPr lang="ko-KR" altLang="en-US" sz="900" u="none" strike="noStrike" cap="none" smtClean="0">
                        <a:latin typeface="Times New Roman" pitchFamily="18" charset="0"/>
                        <a:ea typeface="Nanum Gothic"/>
                        <a:cs typeface="Times New Roman" pitchFamily="18" charset="0"/>
                        <a:sym typeface="Nanum Gothic"/>
                      </a:endParaRPr>
                    </a:p>
                    <a:p>
                      <a:pPr marL="92075" marR="0" lvl="0" indent="-92075" algn="l" rtl="0">
                        <a:lnSpc>
                          <a:spcPct val="100000"/>
                        </a:lnSpc>
                        <a:spcBef>
                          <a:spcPts val="0"/>
                        </a:spcBef>
                        <a:spcAft>
                          <a:spcPts val="0"/>
                        </a:spcAft>
                        <a:buClr>
                          <a:schemeClr val="dk1"/>
                        </a:buClr>
                        <a:buSzPts val="900"/>
                        <a:buFont typeface="Arial"/>
                        <a:buChar char="•"/>
                      </a:pPr>
                      <a:r>
                        <a:rPr lang="en-US" altLang="ko-KR" sz="900" u="none" strike="noStrike" cap="none" smtClean="0">
                          <a:latin typeface="Times New Roman" pitchFamily="18" charset="0"/>
                          <a:ea typeface="Nanum Gothic"/>
                          <a:cs typeface="Times New Roman" pitchFamily="18" charset="0"/>
                          <a:sym typeface="Nanum Gothic"/>
                        </a:rPr>
                        <a:t>WMP partner center</a:t>
                      </a:r>
                      <a:r>
                        <a:rPr lang="ko-KR" altLang="en-US" sz="900" u="none" strike="noStrike" cap="none" smtClean="0">
                          <a:latin typeface="Times New Roman" pitchFamily="18" charset="0"/>
                          <a:ea typeface="Nanum Gothic"/>
                          <a:cs typeface="Times New Roman" pitchFamily="18" charset="0"/>
                          <a:sym typeface="Nanum Gothic"/>
                        </a:rPr>
                        <a:t> </a:t>
                      </a:r>
                      <a:r>
                        <a:rPr lang="en-US" altLang="ko-KR" sz="900" u="none" strike="noStrike" cap="none" smtClean="0">
                          <a:latin typeface="Times New Roman" pitchFamily="18" charset="0"/>
                          <a:ea typeface="Nanum Gothic"/>
                          <a:cs typeface="Times New Roman" pitchFamily="18" charset="0"/>
                          <a:sym typeface="Nanum Gothic"/>
                        </a:rPr>
                        <a:t>&gt; Quản</a:t>
                      </a:r>
                      <a:r>
                        <a:rPr lang="en-US" altLang="ko-KR" sz="900" u="none" strike="noStrike" cap="none" baseline="0" smtClean="0">
                          <a:latin typeface="Times New Roman" pitchFamily="18" charset="0"/>
                          <a:ea typeface="Nanum Gothic"/>
                          <a:cs typeface="Times New Roman" pitchFamily="18" charset="0"/>
                          <a:sym typeface="Nanum Gothic"/>
                        </a:rPr>
                        <a:t> lý câu hỏi khách hàng:</a:t>
                      </a:r>
                      <a:r>
                        <a:rPr lang="ko-KR" altLang="en-US" sz="900" u="none" strike="noStrike" cap="none" smtClean="0">
                          <a:latin typeface="Times New Roman" pitchFamily="18" charset="0"/>
                          <a:ea typeface="Nanum Gothic"/>
                          <a:cs typeface="Times New Roman" pitchFamily="18" charset="0"/>
                          <a:sym typeface="Nanum Gothic"/>
                        </a:rPr>
                        <a:t> </a:t>
                      </a:r>
                      <a:r>
                        <a:rPr lang="en-US" altLang="ko-KR" sz="900" u="sng" strike="noStrike" cap="none" smtClean="0">
                          <a:solidFill>
                            <a:schemeClr val="hlink"/>
                          </a:solidFill>
                          <a:latin typeface="Times New Roman" pitchFamily="18" charset="0"/>
                          <a:cs typeface="Times New Roman" pitchFamily="18" charset="0"/>
                          <a:hlinkClick r:id="rId5"/>
                        </a:rPr>
                        <a:t>http://biz.wemakeprice.com/dealer/qna_total/get_qna_list_total/0/init</a:t>
                      </a:r>
                      <a:endParaRPr lang="ko-KR" altLang="en-US" sz="900" u="none" strike="noStrike" cap="none" smtClean="0">
                        <a:latin typeface="Times New Roman" pitchFamily="18" charset="0"/>
                        <a:cs typeface="Times New Roman" pitchFamily="18" charset="0"/>
                      </a:endParaRPr>
                    </a:p>
                    <a:p>
                      <a:pPr marL="92075" marR="0" lvl="0" indent="-92075" algn="l" rtl="0">
                        <a:lnSpc>
                          <a:spcPct val="100000"/>
                        </a:lnSpc>
                        <a:spcBef>
                          <a:spcPts val="0"/>
                        </a:spcBef>
                        <a:spcAft>
                          <a:spcPts val="0"/>
                        </a:spcAft>
                        <a:buClr>
                          <a:schemeClr val="dk1"/>
                        </a:buClr>
                        <a:buSzPts val="900"/>
                        <a:buFont typeface="Arial"/>
                        <a:buChar char="•"/>
                      </a:pPr>
                      <a:r>
                        <a:rPr lang="en-US" altLang="ko-KR" sz="900" b="0" u="none" strike="noStrike" cap="none" smtClean="0">
                          <a:solidFill>
                            <a:schemeClr val="dk1"/>
                          </a:solidFill>
                          <a:latin typeface="Times New Roman" pitchFamily="18" charset="0"/>
                          <a:ea typeface="Nanum Gothic"/>
                          <a:cs typeface="Times New Roman" pitchFamily="18" charset="0"/>
                          <a:sym typeface="Nanum Gothic"/>
                        </a:rPr>
                        <a:t>Naver</a:t>
                      </a:r>
                      <a:r>
                        <a:rPr lang="ko-KR" altLang="en-US" sz="900" b="0" u="none" strike="noStrike" cap="none" smtClean="0">
                          <a:solidFill>
                            <a:schemeClr val="dk1"/>
                          </a:solidFill>
                          <a:latin typeface="Times New Roman" pitchFamily="18" charset="0"/>
                          <a:ea typeface="Nanum Gothic"/>
                          <a:cs typeface="Times New Roman" pitchFamily="18" charset="0"/>
                          <a:sym typeface="Nanum Gothic"/>
                        </a:rPr>
                        <a:t> </a:t>
                      </a:r>
                      <a:r>
                        <a:rPr lang="en-US" altLang="ko-KR" sz="900" b="0" u="none" strike="noStrike" cap="none" smtClean="0">
                          <a:solidFill>
                            <a:schemeClr val="dk1"/>
                          </a:solidFill>
                          <a:latin typeface="Times New Roman" pitchFamily="18" charset="0"/>
                          <a:ea typeface="Nanum Gothic"/>
                          <a:cs typeface="Times New Roman" pitchFamily="18" charset="0"/>
                          <a:sym typeface="Nanum Gothic"/>
                        </a:rPr>
                        <a:t>: Đang</a:t>
                      </a:r>
                      <a:r>
                        <a:rPr lang="en-US" altLang="ko-KR" sz="900" b="0" u="none" strike="noStrike" cap="none" baseline="0" smtClean="0">
                          <a:solidFill>
                            <a:schemeClr val="dk1"/>
                          </a:solidFill>
                          <a:latin typeface="Times New Roman" pitchFamily="18" charset="0"/>
                          <a:ea typeface="Nanum Gothic"/>
                          <a:cs typeface="Times New Roman" pitchFamily="18" charset="0"/>
                          <a:sym typeface="Nanum Gothic"/>
                        </a:rPr>
                        <a:t> kiểm tra.</a:t>
                      </a:r>
                      <a:endParaRPr lang="ko-KR" altLang="en-US" sz="900" b="0" u="none" strike="noStrike" cap="none">
                        <a:solidFill>
                          <a:schemeClr val="dk1"/>
                        </a:solidFill>
                        <a:latin typeface="Times New Roman" pitchFamily="18" charset="0"/>
                        <a:ea typeface="Nanum Gothic"/>
                        <a:cs typeface="Times New Roman" pitchFamily="18" charset="0"/>
                        <a:sym typeface="Nanum Gothic"/>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758004841"/>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6</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Chuyển trang</a:t>
                      </a:r>
                      <a:r>
                        <a:rPr lang="ko-KR" altLang="en-US"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marL="92075" marR="0" lvl="0" indent="-92075"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100 câu hỏi trên 1 trang</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2093398189"/>
                  </a:ext>
                </a:extLst>
              </a:tr>
            </a:tbl>
          </a:graphicData>
        </a:graphic>
      </p:graphicFrame>
      <p:sp>
        <p:nvSpPr>
          <p:cNvPr id="100" name="왼쪽 중괄호[L] 99">
            <a:extLst>
              <a:ext uri="{FF2B5EF4-FFF2-40B4-BE49-F238E27FC236}">
                <a16:creationId xmlns="" xmlns:a16="http://schemas.microsoft.com/office/drawing/2014/main" id="{6037D23F-4D5E-B14A-9527-DA5B18CBFE20}"/>
              </a:ext>
            </a:extLst>
          </p:cNvPr>
          <p:cNvSpPr/>
          <p:nvPr/>
        </p:nvSpPr>
        <p:spPr>
          <a:xfrm rot="10800000">
            <a:off x="4321292" y="1456514"/>
            <a:ext cx="216024" cy="428675"/>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101" name="TextBox 100">
            <a:extLst>
              <a:ext uri="{FF2B5EF4-FFF2-40B4-BE49-F238E27FC236}">
                <a16:creationId xmlns="" xmlns:a16="http://schemas.microsoft.com/office/drawing/2014/main" id="{23C53DAE-6B9A-BD49-8960-C67C4E2F2E29}"/>
              </a:ext>
            </a:extLst>
          </p:cNvPr>
          <p:cNvSpPr txBox="1"/>
          <p:nvPr/>
        </p:nvSpPr>
        <p:spPr>
          <a:xfrm>
            <a:off x="4495608" y="1575794"/>
            <a:ext cx="593432" cy="246221"/>
          </a:xfrm>
          <a:prstGeom prst="rect">
            <a:avLst/>
          </a:prstGeom>
          <a:noFill/>
        </p:spPr>
        <p:txBody>
          <a:bodyPr wrap="none" rtlCol="0">
            <a:spAutoFit/>
          </a:bodyPr>
          <a:lstStyle/>
          <a:p>
            <a:r>
              <a:rPr kumimoji="1" lang="en-US" altLang="ko-KR" sz="1000" i="1" smtClean="0">
                <a:solidFill>
                  <a:srgbClr val="0070C0"/>
                </a:solidFill>
                <a:latin typeface="Times New Roman" pitchFamily="18" charset="0"/>
                <a:ea typeface="Nanum Gothic" panose="020D0604000000000000" pitchFamily="34" charset="-127"/>
                <a:cs typeface="Times New Roman" pitchFamily="18" charset="0"/>
              </a:rPr>
              <a:t>Cố định</a:t>
            </a:r>
            <a:endParaRPr kumimoji="1" lang="ko-KR" altLang="en-US" sz="1000" i="1" dirty="0">
              <a:solidFill>
                <a:srgbClr val="0070C0"/>
              </a:solidFill>
              <a:latin typeface="Times New Roman" pitchFamily="18" charset="0"/>
              <a:ea typeface="Nanum Gothic" panose="020D0604000000000000" pitchFamily="34" charset="-127"/>
              <a:cs typeface="Times New Roman" pitchFamily="18" charset="0"/>
            </a:endParaRPr>
          </a:p>
        </p:txBody>
      </p:sp>
      <p:sp>
        <p:nvSpPr>
          <p:cNvPr id="102" name="직사각형 101">
            <a:extLst>
              <a:ext uri="{FF2B5EF4-FFF2-40B4-BE49-F238E27FC236}">
                <a16:creationId xmlns="" xmlns:a16="http://schemas.microsoft.com/office/drawing/2014/main" id="{FA77D781-0605-6E4C-ACD4-12F39151C2D7}"/>
              </a:ext>
            </a:extLst>
          </p:cNvPr>
          <p:cNvSpPr/>
          <p:nvPr/>
        </p:nvSpPr>
        <p:spPr>
          <a:xfrm>
            <a:off x="317497" y="2440972"/>
            <a:ext cx="2610272" cy="549934"/>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03" name="타원 102">
            <a:extLst>
              <a:ext uri="{FF2B5EF4-FFF2-40B4-BE49-F238E27FC236}">
                <a16:creationId xmlns="" xmlns:a16="http://schemas.microsoft.com/office/drawing/2014/main" id="{0B5B48F7-FE59-1B40-A472-DF993A0E9E97}"/>
              </a:ext>
            </a:extLst>
          </p:cNvPr>
          <p:cNvSpPr/>
          <p:nvPr/>
        </p:nvSpPr>
        <p:spPr>
          <a:xfrm>
            <a:off x="246617" y="2432492"/>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4</a:t>
            </a:r>
            <a:endParaRPr lang="ko-KR" altLang="en-US" sz="800" b="1" dirty="0">
              <a:latin typeface="Times New Roman" pitchFamily="18" charset="0"/>
              <a:ea typeface="나눔고딕" pitchFamily="50" charset="-127"/>
              <a:cs typeface="Times New Roman" pitchFamily="18" charset="0"/>
            </a:endParaRPr>
          </a:p>
        </p:txBody>
      </p:sp>
      <p:sp>
        <p:nvSpPr>
          <p:cNvPr id="104" name="타원 103">
            <a:extLst>
              <a:ext uri="{FF2B5EF4-FFF2-40B4-BE49-F238E27FC236}">
                <a16:creationId xmlns="" xmlns:a16="http://schemas.microsoft.com/office/drawing/2014/main" id="{E35D22C9-EB0F-2947-A2B6-2A0BF5D6234F}"/>
              </a:ext>
            </a:extLst>
          </p:cNvPr>
          <p:cNvSpPr/>
          <p:nvPr/>
        </p:nvSpPr>
        <p:spPr>
          <a:xfrm>
            <a:off x="188568" y="1583421"/>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1</a:t>
            </a:r>
            <a:endParaRPr lang="ko-KR" altLang="en-US" sz="800" b="1" dirty="0">
              <a:latin typeface="Times New Roman" pitchFamily="18" charset="0"/>
              <a:ea typeface="나눔고딕" pitchFamily="50" charset="-127"/>
              <a:cs typeface="Times New Roman" pitchFamily="18" charset="0"/>
            </a:endParaRPr>
          </a:p>
        </p:txBody>
      </p:sp>
      <p:sp>
        <p:nvSpPr>
          <p:cNvPr id="105" name="타원 104">
            <a:extLst>
              <a:ext uri="{FF2B5EF4-FFF2-40B4-BE49-F238E27FC236}">
                <a16:creationId xmlns="" xmlns:a16="http://schemas.microsoft.com/office/drawing/2014/main" id="{25E3FB2E-A604-6E44-96B5-19CA49266FFA}"/>
              </a:ext>
            </a:extLst>
          </p:cNvPr>
          <p:cNvSpPr/>
          <p:nvPr/>
        </p:nvSpPr>
        <p:spPr>
          <a:xfrm>
            <a:off x="288115" y="1955103"/>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2</a:t>
            </a:r>
            <a:endParaRPr lang="ko-KR" altLang="en-US" sz="800" b="1" dirty="0">
              <a:latin typeface="Times New Roman" pitchFamily="18" charset="0"/>
              <a:ea typeface="나눔고딕" pitchFamily="50" charset="-127"/>
              <a:cs typeface="Times New Roman" pitchFamily="18" charset="0"/>
            </a:endParaRPr>
          </a:p>
        </p:txBody>
      </p:sp>
      <p:sp>
        <p:nvSpPr>
          <p:cNvPr id="106" name="타원 105">
            <a:extLst>
              <a:ext uri="{FF2B5EF4-FFF2-40B4-BE49-F238E27FC236}">
                <a16:creationId xmlns="" xmlns:a16="http://schemas.microsoft.com/office/drawing/2014/main" id="{B3E0B8F8-9067-E945-B338-163434F04BB6}"/>
              </a:ext>
            </a:extLst>
          </p:cNvPr>
          <p:cNvSpPr/>
          <p:nvPr/>
        </p:nvSpPr>
        <p:spPr>
          <a:xfrm>
            <a:off x="288115" y="2201473"/>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3</a:t>
            </a:r>
            <a:endParaRPr lang="ko-KR" altLang="en-US" sz="800" b="1" dirty="0">
              <a:latin typeface="Times New Roman" pitchFamily="18" charset="0"/>
              <a:ea typeface="나눔고딕" pitchFamily="50" charset="-127"/>
              <a:cs typeface="Times New Roman" pitchFamily="18" charset="0"/>
            </a:endParaRPr>
          </a:p>
        </p:txBody>
      </p:sp>
      <p:sp>
        <p:nvSpPr>
          <p:cNvPr id="107" name="타원 106">
            <a:extLst>
              <a:ext uri="{FF2B5EF4-FFF2-40B4-BE49-F238E27FC236}">
                <a16:creationId xmlns="" xmlns:a16="http://schemas.microsoft.com/office/drawing/2014/main" id="{E5168BBC-0A5C-4242-8E90-B14DA579228A}"/>
              </a:ext>
            </a:extLst>
          </p:cNvPr>
          <p:cNvSpPr/>
          <p:nvPr/>
        </p:nvSpPr>
        <p:spPr>
          <a:xfrm>
            <a:off x="409577" y="5638338"/>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6</a:t>
            </a:r>
            <a:endParaRPr lang="ko-KR" altLang="en-US" sz="800" b="1" dirty="0">
              <a:latin typeface="Times New Roman" pitchFamily="18" charset="0"/>
              <a:ea typeface="나눔고딕" pitchFamily="50" charset="-127"/>
              <a:cs typeface="Times New Roman" pitchFamily="18" charset="0"/>
            </a:endParaRPr>
          </a:p>
        </p:txBody>
      </p:sp>
      <p:sp>
        <p:nvSpPr>
          <p:cNvPr id="108" name="왼쪽 중괄호[L] 107">
            <a:extLst>
              <a:ext uri="{FF2B5EF4-FFF2-40B4-BE49-F238E27FC236}">
                <a16:creationId xmlns="" xmlns:a16="http://schemas.microsoft.com/office/drawing/2014/main" id="{C36A0F38-357F-2C4C-BEBF-252EFE1E326C}"/>
              </a:ext>
            </a:extLst>
          </p:cNvPr>
          <p:cNvSpPr/>
          <p:nvPr/>
        </p:nvSpPr>
        <p:spPr>
          <a:xfrm rot="10800000">
            <a:off x="3744149" y="2183815"/>
            <a:ext cx="263740" cy="3454522"/>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109" name="TextBox 108">
            <a:extLst>
              <a:ext uri="{FF2B5EF4-FFF2-40B4-BE49-F238E27FC236}">
                <a16:creationId xmlns="" xmlns:a16="http://schemas.microsoft.com/office/drawing/2014/main" id="{AEB38004-BF17-8645-8428-23579F2AC288}"/>
              </a:ext>
            </a:extLst>
          </p:cNvPr>
          <p:cNvSpPr txBox="1"/>
          <p:nvPr/>
        </p:nvSpPr>
        <p:spPr>
          <a:xfrm>
            <a:off x="3989059" y="3764364"/>
            <a:ext cx="1271502" cy="400110"/>
          </a:xfrm>
          <a:prstGeom prst="rect">
            <a:avLst/>
          </a:prstGeom>
          <a:noFill/>
        </p:spPr>
        <p:txBody>
          <a:bodyPr wrap="none" rtlCol="0">
            <a:spAutoFit/>
          </a:bodyPr>
          <a:lstStyle/>
          <a:p>
            <a:r>
              <a:rPr kumimoji="1" lang="en-US" altLang="ko-KR" sz="1000" i="1" smtClean="0">
                <a:solidFill>
                  <a:srgbClr val="0070C0"/>
                </a:solidFill>
                <a:latin typeface="Times New Roman" pitchFamily="18" charset="0"/>
                <a:ea typeface="Nanum Gothic" panose="020D0604000000000000" pitchFamily="34" charset="-127"/>
                <a:cs typeface="Times New Roman" pitchFamily="18" charset="0"/>
              </a:rPr>
              <a:t>Hiển thị 100 câu hỏi </a:t>
            </a:r>
          </a:p>
          <a:p>
            <a:r>
              <a:rPr kumimoji="1" lang="en-US" altLang="ko-KR" sz="1000" i="1" smtClean="0">
                <a:solidFill>
                  <a:srgbClr val="0070C0"/>
                </a:solidFill>
                <a:latin typeface="Times New Roman" pitchFamily="18" charset="0"/>
                <a:ea typeface="Nanum Gothic" panose="020D0604000000000000" pitchFamily="34" charset="-127"/>
                <a:cs typeface="Times New Roman" pitchFamily="18" charset="0"/>
              </a:rPr>
              <a:t>trên 1 trang</a:t>
            </a:r>
            <a:endParaRPr kumimoji="1" lang="en-US" altLang="ko-KR" sz="1000" i="1" dirty="0">
              <a:solidFill>
                <a:srgbClr val="0070C0"/>
              </a:solidFill>
              <a:latin typeface="Times New Roman" pitchFamily="18" charset="0"/>
              <a:ea typeface="Nanum Gothic" panose="020D0604000000000000" pitchFamily="34" charset="-127"/>
              <a:cs typeface="Times New Roman" pitchFamily="18" charset="0"/>
            </a:endParaRPr>
          </a:p>
        </p:txBody>
      </p:sp>
      <p:sp>
        <p:nvSpPr>
          <p:cNvPr id="39" name="Google Shape;837;p14"/>
          <p:cNvSpPr/>
          <p:nvPr/>
        </p:nvSpPr>
        <p:spPr>
          <a:xfrm>
            <a:off x="7965398" y="116632"/>
            <a:ext cx="1940602" cy="216024"/>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800">
                <a:solidFill>
                  <a:schemeClr val="lt1"/>
                </a:solidFill>
                <a:latin typeface="Malgun Gothic"/>
                <a:ea typeface="Malgun Gothic"/>
                <a:cs typeface="Malgun Gothic"/>
                <a:sym typeface="Malgun Gothic"/>
              </a:rPr>
              <a:t>답변하기 연결 페이지 변경(7/3)</a:t>
            </a:r>
            <a:endParaRPr sz="800">
              <a:solidFill>
                <a:schemeClr val="lt1"/>
              </a:solidFill>
              <a:latin typeface="Malgun Gothic"/>
              <a:ea typeface="Malgun Gothic"/>
              <a:cs typeface="Malgun Gothic"/>
              <a:sym typeface="Malgun Gothic"/>
            </a:endParaRPr>
          </a:p>
        </p:txBody>
      </p:sp>
    </p:spTree>
    <p:extLst>
      <p:ext uri="{BB962C8B-B14F-4D97-AF65-F5344CB8AC3E}">
        <p14:creationId xmlns="" xmlns:p14="http://schemas.microsoft.com/office/powerpoint/2010/main" val="375301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13">
            <a:extLst>
              <a:ext uri="{FF2B5EF4-FFF2-40B4-BE49-F238E27FC236}">
                <a16:creationId xmlns="" xmlns:a16="http://schemas.microsoft.com/office/drawing/2014/main" id="{C67B0FEB-BF29-CE48-A91B-106958018731}"/>
              </a:ext>
            </a:extLst>
          </p:cNvPr>
          <p:cNvGrpSpPr/>
          <p:nvPr/>
        </p:nvGrpSpPr>
        <p:grpSpPr>
          <a:xfrm>
            <a:off x="65578" y="3948238"/>
            <a:ext cx="3376813" cy="2664296"/>
            <a:chOff x="3812378" y="2436988"/>
            <a:chExt cx="3456384" cy="5367922"/>
          </a:xfrm>
        </p:grpSpPr>
        <p:sp>
          <p:nvSpPr>
            <p:cNvPr id="48" name="직사각형 47">
              <a:extLst>
                <a:ext uri="{FF2B5EF4-FFF2-40B4-BE49-F238E27FC236}">
                  <a16:creationId xmlns="" xmlns:a16="http://schemas.microsoft.com/office/drawing/2014/main" id="{CA12A624-D984-2745-9178-E9FFB37D9316}"/>
                </a:ext>
              </a:extLst>
            </p:cNvPr>
            <p:cNvSpPr/>
            <p:nvPr/>
          </p:nvSpPr>
          <p:spPr>
            <a:xfrm>
              <a:off x="3971252" y="2436988"/>
              <a:ext cx="3297510" cy="5367922"/>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cxnSp>
          <p:nvCxnSpPr>
            <p:cNvPr id="65" name="직선 연결선[R] 64">
              <a:extLst>
                <a:ext uri="{FF2B5EF4-FFF2-40B4-BE49-F238E27FC236}">
                  <a16:creationId xmlns="" xmlns:a16="http://schemas.microsoft.com/office/drawing/2014/main" id="{AA3283A6-DA75-2A45-BA21-79533C5D5715}"/>
                </a:ext>
              </a:extLst>
            </p:cNvPr>
            <p:cNvCxnSpPr>
              <a:cxnSpLocks/>
            </p:cNvCxnSpPr>
            <p:nvPr/>
          </p:nvCxnSpPr>
          <p:spPr>
            <a:xfrm>
              <a:off x="3812378" y="2436988"/>
              <a:ext cx="3456384"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 name="그룹 12">
            <a:extLst>
              <a:ext uri="{FF2B5EF4-FFF2-40B4-BE49-F238E27FC236}">
                <a16:creationId xmlns="" xmlns:a16="http://schemas.microsoft.com/office/drawing/2014/main" id="{E61AEF09-253D-FF42-80C5-2E17817FBB4F}"/>
              </a:ext>
            </a:extLst>
          </p:cNvPr>
          <p:cNvGrpSpPr/>
          <p:nvPr/>
        </p:nvGrpSpPr>
        <p:grpSpPr>
          <a:xfrm>
            <a:off x="223825" y="1053987"/>
            <a:ext cx="3218903" cy="2629867"/>
            <a:chOff x="223825" y="1429266"/>
            <a:chExt cx="3456384" cy="3738062"/>
          </a:xfrm>
        </p:grpSpPr>
        <p:sp>
          <p:nvSpPr>
            <p:cNvPr id="93" name="직사각형 92">
              <a:extLst>
                <a:ext uri="{FF2B5EF4-FFF2-40B4-BE49-F238E27FC236}">
                  <a16:creationId xmlns="" xmlns:a16="http://schemas.microsoft.com/office/drawing/2014/main" id="{EB161DE0-B224-844A-8200-790428F7686A}"/>
                </a:ext>
              </a:extLst>
            </p:cNvPr>
            <p:cNvSpPr/>
            <p:nvPr/>
          </p:nvSpPr>
          <p:spPr>
            <a:xfrm>
              <a:off x="223825" y="1429266"/>
              <a:ext cx="3456384" cy="3738062"/>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700">
                <a:solidFill>
                  <a:schemeClr val="tx1"/>
                </a:solidFill>
                <a:latin typeface="Times New Roman" pitchFamily="18" charset="0"/>
                <a:ea typeface="Nanum Gothic" panose="020D0604000000000000" pitchFamily="34" charset="-127"/>
                <a:cs typeface="Times New Roman" pitchFamily="18" charset="0"/>
              </a:endParaRPr>
            </a:p>
          </p:txBody>
        </p:sp>
        <p:cxnSp>
          <p:nvCxnSpPr>
            <p:cNvPr id="72" name="직선 연결선[R] 71">
              <a:extLst>
                <a:ext uri="{FF2B5EF4-FFF2-40B4-BE49-F238E27FC236}">
                  <a16:creationId xmlns="" xmlns:a16="http://schemas.microsoft.com/office/drawing/2014/main" id="{115847D2-F4B8-A848-9FEA-741A6ECDEB4A}"/>
                </a:ext>
              </a:extLst>
            </p:cNvPr>
            <p:cNvCxnSpPr>
              <a:cxnSpLocks/>
            </p:cNvCxnSpPr>
            <p:nvPr/>
          </p:nvCxnSpPr>
          <p:spPr>
            <a:xfrm>
              <a:off x="223825" y="5167328"/>
              <a:ext cx="3456384"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제목 1"/>
          <p:cNvSpPr>
            <a:spLocks noGrp="1"/>
          </p:cNvSpPr>
          <p:nvPr>
            <p:ph type="title"/>
          </p:nvPr>
        </p:nvSpPr>
        <p:spPr/>
        <p:txBody>
          <a:bodyPr>
            <a:normAutofit/>
          </a:bodyPr>
          <a:lstStyle/>
          <a:p>
            <a:r>
              <a:rPr lang="en-US" altLang="ko-KR" smtClean="0">
                <a:latin typeface="Times New Roman" pitchFamily="18" charset="0"/>
                <a:ea typeface="Nanum Gothic" panose="020D0604000000000000" pitchFamily="34" charset="-127"/>
                <a:cs typeface="Times New Roman" pitchFamily="18" charset="0"/>
              </a:rPr>
              <a:t>Main</a:t>
            </a:r>
            <a:r>
              <a:rPr lang="ko-KR" altLang="en-US" smtClean="0">
                <a:latin typeface="Times New Roman" pitchFamily="18" charset="0"/>
                <a:ea typeface="Nanum Gothic" panose="020D0604000000000000" pitchFamily="34" charset="-127"/>
                <a:cs typeface="Times New Roman" pitchFamily="18" charset="0"/>
              </a:rPr>
              <a:t> </a:t>
            </a:r>
            <a:r>
              <a:rPr lang="en-US" altLang="ko-KR">
                <a:latin typeface="Times New Roman" pitchFamily="18" charset="0"/>
                <a:ea typeface="Nanum Gothic" panose="020D0604000000000000" pitchFamily="34" charset="-127"/>
                <a:cs typeface="Times New Roman" pitchFamily="18" charset="0"/>
              </a:rPr>
              <a:t>&gt;</a:t>
            </a:r>
            <a:r>
              <a:rPr lang="ko-KR" altLang="en-US">
                <a:latin typeface="Times New Roman" pitchFamily="18" charset="0"/>
                <a:ea typeface="Nanum Gothic" panose="020D0604000000000000" pitchFamily="34" charset="-127"/>
                <a:cs typeface="Times New Roman" pitchFamily="18" charset="0"/>
              </a:rPr>
              <a:t> </a:t>
            </a:r>
            <a:r>
              <a:rPr lang="en-US" altLang="ko-KR" smtClean="0">
                <a:latin typeface="Times New Roman" pitchFamily="18" charset="0"/>
                <a:ea typeface="Nanum Gothic" panose="020D0604000000000000" pitchFamily="34" charset="-127"/>
                <a:cs typeface="Times New Roman" pitchFamily="18" charset="0"/>
              </a:rPr>
              <a:t>Xem thông báo</a:t>
            </a:r>
            <a:r>
              <a:rPr lang="ko-KR" altLang="en-US" smtClean="0">
                <a:latin typeface="Times New Roman" pitchFamily="18" charset="0"/>
                <a:ea typeface="Nanum Gothic" panose="020D0604000000000000" pitchFamily="34" charset="-127"/>
                <a:cs typeface="Times New Roman" pitchFamily="18" charset="0"/>
              </a:rPr>
              <a:t> </a:t>
            </a:r>
            <a:r>
              <a:rPr lang="en-US" altLang="ko-KR" smtClean="0">
                <a:latin typeface="Times New Roman" pitchFamily="18" charset="0"/>
                <a:ea typeface="Nanum Gothic" panose="020D0604000000000000" pitchFamily="34" charset="-127"/>
                <a:cs typeface="Times New Roman" pitchFamily="18" charset="0"/>
              </a:rPr>
              <a:t>(Modal pop-up: che hết toàn bộ màn hình)</a:t>
            </a:r>
            <a:endParaRPr lang="ko-KR" altLang="en-US" dirty="0">
              <a:latin typeface="Times New Roman" pitchFamily="18" charset="0"/>
              <a:ea typeface="Nanum Gothic" panose="020D0604000000000000" pitchFamily="34" charset="-127"/>
              <a:cs typeface="Times New Roman" pitchFamily="18" charset="0"/>
            </a:endParaRPr>
          </a:p>
        </p:txBody>
      </p:sp>
      <p:graphicFrame>
        <p:nvGraphicFramePr>
          <p:cNvPr id="89" name="표 88">
            <a:extLst>
              <a:ext uri="{FF2B5EF4-FFF2-40B4-BE49-F238E27FC236}">
                <a16:creationId xmlns="" xmlns:a16="http://schemas.microsoft.com/office/drawing/2014/main" id="{2C10C65E-0E9E-844F-B1E1-6039F2D08D34}"/>
              </a:ext>
            </a:extLst>
          </p:cNvPr>
          <p:cNvGraphicFramePr>
            <a:graphicFrameLocks noGrp="1"/>
          </p:cNvGraphicFramePr>
          <p:nvPr>
            <p:extLst>
              <p:ext uri="{D42A27DB-BD31-4B8C-83A1-F6EECF244321}">
                <p14:modId xmlns="" xmlns:p14="http://schemas.microsoft.com/office/powerpoint/2010/main" val="1916426737"/>
              </p:ext>
            </p:extLst>
          </p:nvPr>
        </p:nvGraphicFramePr>
        <p:xfrm>
          <a:off x="7453089" y="807470"/>
          <a:ext cx="2357214" cy="1045800"/>
        </p:xfrm>
        <a:graphic>
          <a:graphicData uri="http://schemas.openxmlformats.org/drawingml/2006/table">
            <a:tbl>
              <a:tblPr firstRow="1" bandRow="1">
                <a:tableStyleId>{5940675A-B579-460E-94D1-54222C63F5DA}</a:tableStyleId>
              </a:tblPr>
              <a:tblGrid>
                <a:gridCol w="196974">
                  <a:extLst>
                    <a:ext uri="{9D8B030D-6E8A-4147-A177-3AD203B41FA5}">
                      <a16:colId xmlns="" xmlns:a16="http://schemas.microsoft.com/office/drawing/2014/main" val="20000"/>
                    </a:ext>
                  </a:extLst>
                </a:gridCol>
                <a:gridCol w="2160240">
                  <a:extLst>
                    <a:ext uri="{9D8B030D-6E8A-4147-A177-3AD203B41FA5}">
                      <a16:colId xmlns="" xmlns:a16="http://schemas.microsoft.com/office/drawing/2014/main" val="20001"/>
                    </a:ext>
                  </a:extLst>
                </a:gridCol>
              </a:tblGrid>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1</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Bấm thì hiển thị layer xem thông báo</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5161791"/>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2</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ngày tháng đăng</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617679740"/>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3</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tiêu đề thông báo</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4</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kern="120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nội dung thông báo</a:t>
                      </a:r>
                      <a:endParaRPr lang="en-US" altLang="ko-KR" sz="900" b="0" kern="120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709897334"/>
                  </a:ext>
                </a:extLst>
              </a:tr>
              <a:tr h="0">
                <a:tc>
                  <a:txBody>
                    <a:bodyPr/>
                    <a:lstStyle/>
                    <a:p>
                      <a:pPr algn="ctr" latinLnBrk="1"/>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651866050"/>
                  </a:ext>
                </a:extLst>
              </a:tr>
            </a:tbl>
          </a:graphicData>
        </a:graphic>
      </p:graphicFrame>
      <p:sp>
        <p:nvSpPr>
          <p:cNvPr id="155" name="직사각형 154">
            <a:extLst>
              <a:ext uri="{FF2B5EF4-FFF2-40B4-BE49-F238E27FC236}">
                <a16:creationId xmlns="" xmlns:a16="http://schemas.microsoft.com/office/drawing/2014/main" id="{68890253-EF97-D34A-A33A-EDA2DD64AC1A}"/>
              </a:ext>
            </a:extLst>
          </p:cNvPr>
          <p:cNvSpPr/>
          <p:nvPr/>
        </p:nvSpPr>
        <p:spPr>
          <a:xfrm>
            <a:off x="1178294" y="718123"/>
            <a:ext cx="2174550" cy="254981"/>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rPr>
              <a:t>이름</a:t>
            </a:r>
            <a:r>
              <a:rPr lang="en-US" altLang="ko-KR" sz="1050" dirty="0">
                <a:solidFill>
                  <a:schemeClr val="bg1">
                    <a:lumMod val="75000"/>
                  </a:schemeClr>
                </a:solidFill>
                <a:latin typeface="Times New Roman" pitchFamily="18" charset="0"/>
                <a:ea typeface="Nanum Gothic" panose="020D0604000000000000" pitchFamily="34" charset="-127"/>
                <a:cs typeface="Times New Roman" pitchFamily="18" charset="0"/>
              </a:rPr>
              <a:t>/</a:t>
            </a:r>
            <a:r>
              <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rPr>
              <a:t>전화번호</a:t>
            </a:r>
            <a:r>
              <a:rPr lang="en-US" altLang="ko-KR" sz="1050" dirty="0">
                <a:solidFill>
                  <a:schemeClr val="bg1">
                    <a:lumMod val="75000"/>
                  </a:schemeClr>
                </a:solidFill>
                <a:latin typeface="Times New Roman" pitchFamily="18" charset="0"/>
                <a:ea typeface="Nanum Gothic" panose="020D0604000000000000" pitchFamily="34" charset="-127"/>
                <a:cs typeface="Times New Roman" pitchFamily="18" charset="0"/>
              </a:rPr>
              <a:t>/</a:t>
            </a:r>
            <a:r>
              <a:rPr lang="ko-KR" altLang="en-US" sz="1050" dirty="0" err="1">
                <a:solidFill>
                  <a:schemeClr val="bg1">
                    <a:lumMod val="75000"/>
                  </a:schemeClr>
                </a:solidFill>
                <a:latin typeface="Times New Roman" pitchFamily="18" charset="0"/>
                <a:ea typeface="Nanum Gothic" panose="020D0604000000000000" pitchFamily="34" charset="-127"/>
                <a:cs typeface="Times New Roman" pitchFamily="18" charset="0"/>
              </a:rPr>
              <a:t>티켓번호</a:t>
            </a:r>
            <a:r>
              <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rPr>
              <a:t> 검색</a:t>
            </a:r>
          </a:p>
        </p:txBody>
      </p:sp>
      <p:pic>
        <p:nvPicPr>
          <p:cNvPr id="7" name="그림 6">
            <a:extLst>
              <a:ext uri="{FF2B5EF4-FFF2-40B4-BE49-F238E27FC236}">
                <a16:creationId xmlns="" xmlns:a16="http://schemas.microsoft.com/office/drawing/2014/main" id="{AF7F93BC-A3C3-884A-9C56-3A6BAAC261B6}"/>
              </a:ext>
            </a:extLst>
          </p:cNvPr>
          <p:cNvPicPr>
            <a:picLocks noChangeAspect="1"/>
          </p:cNvPicPr>
          <p:nvPr/>
        </p:nvPicPr>
        <p:blipFill>
          <a:blip r:embed="rId2" cstate="print"/>
          <a:stretch>
            <a:fillRect/>
          </a:stretch>
        </p:blipFill>
        <p:spPr>
          <a:xfrm>
            <a:off x="3112843" y="745692"/>
            <a:ext cx="196891" cy="196891"/>
          </a:xfrm>
          <a:prstGeom prst="rect">
            <a:avLst/>
          </a:prstGeom>
        </p:spPr>
      </p:pic>
      <p:sp>
        <p:nvSpPr>
          <p:cNvPr id="36" name="TextBox 35">
            <a:extLst>
              <a:ext uri="{FF2B5EF4-FFF2-40B4-BE49-F238E27FC236}">
                <a16:creationId xmlns="" xmlns:a16="http://schemas.microsoft.com/office/drawing/2014/main" id="{CD1E7185-70DA-744B-9543-1B134F2EBEDC}"/>
              </a:ext>
            </a:extLst>
          </p:cNvPr>
          <p:cNvSpPr txBox="1"/>
          <p:nvPr/>
        </p:nvSpPr>
        <p:spPr>
          <a:xfrm>
            <a:off x="345553" y="1200861"/>
            <a:ext cx="1179662" cy="307777"/>
          </a:xfrm>
          <a:prstGeom prst="rect">
            <a:avLst/>
          </a:prstGeom>
          <a:noFill/>
        </p:spPr>
        <p:txBody>
          <a:bodyPr wrap="square" rtlCol="0">
            <a:spAutoFit/>
          </a:bodyPr>
          <a:lstStyle/>
          <a:p>
            <a:pPr algn="ctr"/>
            <a:r>
              <a:rPr lang="ko-KR" altLang="en-US" sz="1400" b="1" dirty="0">
                <a:latin typeface="Times New Roman" pitchFamily="18" charset="0"/>
                <a:ea typeface="Nanum Gothic" panose="020D0604000000000000" pitchFamily="34" charset="-127"/>
                <a:cs typeface="Times New Roman" pitchFamily="18" charset="0"/>
              </a:rPr>
              <a:t>에버랜드 님</a:t>
            </a:r>
            <a:r>
              <a:rPr lang="en-US" altLang="ko-KR" sz="1400" b="1" dirty="0">
                <a:latin typeface="Times New Roman" pitchFamily="18" charset="0"/>
                <a:ea typeface="Nanum Gothic" panose="020D0604000000000000" pitchFamily="34" charset="-127"/>
                <a:cs typeface="Times New Roman" pitchFamily="18" charset="0"/>
              </a:rPr>
              <a:t>,</a:t>
            </a:r>
            <a:endParaRPr lang="ko-KR" altLang="en-US" sz="1400" b="1" dirty="0">
              <a:latin typeface="Times New Roman" pitchFamily="18" charset="0"/>
              <a:ea typeface="Nanum Gothic" panose="020D0604000000000000" pitchFamily="34" charset="-127"/>
              <a:cs typeface="Times New Roman" pitchFamily="18" charset="0"/>
            </a:endParaRPr>
          </a:p>
        </p:txBody>
      </p:sp>
      <p:sp>
        <p:nvSpPr>
          <p:cNvPr id="41" name="TextBox 40">
            <a:extLst>
              <a:ext uri="{FF2B5EF4-FFF2-40B4-BE49-F238E27FC236}">
                <a16:creationId xmlns="" xmlns:a16="http://schemas.microsoft.com/office/drawing/2014/main" id="{2D956A21-9311-204C-ABE8-436CE286F1B8}"/>
              </a:ext>
            </a:extLst>
          </p:cNvPr>
          <p:cNvSpPr txBox="1"/>
          <p:nvPr/>
        </p:nvSpPr>
        <p:spPr>
          <a:xfrm>
            <a:off x="2265569" y="1262416"/>
            <a:ext cx="793942" cy="215444"/>
          </a:xfrm>
          <a:prstGeom prst="rect">
            <a:avLst/>
          </a:prstGeom>
          <a:noFill/>
        </p:spPr>
        <p:txBody>
          <a:bodyPr wrap="square" rtlCol="0">
            <a:spAutoFit/>
          </a:bodyPr>
          <a:lstStyle/>
          <a:p>
            <a:pPr algn="ctr"/>
            <a:r>
              <a:rPr lang="ko-KR" altLang="en-US" sz="800" dirty="0">
                <a:latin typeface="Times New Roman" pitchFamily="18" charset="0"/>
                <a:ea typeface="Nanum Gothic" panose="020D0604000000000000" pitchFamily="34" charset="-127"/>
                <a:cs typeface="Times New Roman" pitchFamily="18" charset="0"/>
              </a:rPr>
              <a:t>최근 </a:t>
            </a:r>
            <a:r>
              <a:rPr lang="en-US" altLang="ko-KR" sz="800" dirty="0">
                <a:latin typeface="Times New Roman" pitchFamily="18" charset="0"/>
                <a:ea typeface="Nanum Gothic" panose="020D0604000000000000" pitchFamily="34" charset="-127"/>
                <a:cs typeface="Times New Roman" pitchFamily="18" charset="0"/>
              </a:rPr>
              <a:t>01:39</a:t>
            </a:r>
            <a:endParaRPr lang="ko-KR" altLang="en-US" sz="800" dirty="0">
              <a:latin typeface="Times New Roman" pitchFamily="18" charset="0"/>
              <a:ea typeface="Nanum Gothic" panose="020D0604000000000000" pitchFamily="34" charset="-127"/>
              <a:cs typeface="Times New Roman" pitchFamily="18" charset="0"/>
            </a:endParaRPr>
          </a:p>
        </p:txBody>
      </p:sp>
      <p:pic>
        <p:nvPicPr>
          <p:cNvPr id="3" name="그림 2">
            <a:extLst>
              <a:ext uri="{FF2B5EF4-FFF2-40B4-BE49-F238E27FC236}">
                <a16:creationId xmlns="" xmlns:a16="http://schemas.microsoft.com/office/drawing/2014/main" id="{E0C8D162-6FEF-EC42-84F7-1B782D515B52}"/>
              </a:ext>
            </a:extLst>
          </p:cNvPr>
          <p:cNvPicPr>
            <a:picLocks noChangeAspect="1"/>
          </p:cNvPicPr>
          <p:nvPr/>
        </p:nvPicPr>
        <p:blipFill>
          <a:blip r:embed="rId3" cstate="print"/>
          <a:stretch>
            <a:fillRect/>
          </a:stretch>
        </p:blipFill>
        <p:spPr>
          <a:xfrm>
            <a:off x="3061200" y="1262759"/>
            <a:ext cx="200003" cy="200003"/>
          </a:xfrm>
          <a:prstGeom prst="rect">
            <a:avLst/>
          </a:prstGeom>
        </p:spPr>
      </p:pic>
      <p:sp>
        <p:nvSpPr>
          <p:cNvPr id="66" name="TextBox 65">
            <a:extLst>
              <a:ext uri="{FF2B5EF4-FFF2-40B4-BE49-F238E27FC236}">
                <a16:creationId xmlns="" xmlns:a16="http://schemas.microsoft.com/office/drawing/2014/main" id="{2B9ADF2C-C78F-1240-96AD-8B051CD3AC0E}"/>
              </a:ext>
            </a:extLst>
          </p:cNvPr>
          <p:cNvSpPr txBox="1"/>
          <p:nvPr/>
        </p:nvSpPr>
        <p:spPr>
          <a:xfrm>
            <a:off x="528093" y="1584439"/>
            <a:ext cx="1026008" cy="477054"/>
          </a:xfrm>
          <a:prstGeom prst="rect">
            <a:avLst/>
          </a:prstGeom>
          <a:noFill/>
        </p:spPr>
        <p:txBody>
          <a:bodyPr wrap="square" rtlCol="0">
            <a:spAutoFit/>
          </a:bodyPr>
          <a:lstStyle/>
          <a:p>
            <a:pPr algn="ctr"/>
            <a:r>
              <a:rPr kumimoji="1" lang="en-US" altLang="ko-KR" sz="1400" b="1" u="sng" dirty="0">
                <a:latin typeface="Times New Roman" pitchFamily="18" charset="0"/>
                <a:ea typeface="Nanum Gothic" panose="020D0604000000000000" pitchFamily="34" charset="-127"/>
                <a:cs typeface="Times New Roman" pitchFamily="18" charset="0"/>
              </a:rPr>
              <a:t>60 </a:t>
            </a:r>
            <a:r>
              <a:rPr kumimoji="1" lang="ko-KR" altLang="en-US" sz="1400" b="1" u="sng" dirty="0">
                <a:latin typeface="Times New Roman" pitchFamily="18" charset="0"/>
                <a:ea typeface="Nanum Gothic" panose="020D0604000000000000" pitchFamily="34" charset="-127"/>
                <a:cs typeface="Times New Roman" pitchFamily="18" charset="0"/>
              </a:rPr>
              <a:t>건</a:t>
            </a:r>
            <a:endParaRPr kumimoji="1" lang="en-US" altLang="ko-KR" sz="1400" b="1" u="sng" dirty="0">
              <a:latin typeface="Times New Roman" pitchFamily="18" charset="0"/>
              <a:ea typeface="Nanum Gothic" panose="020D0604000000000000" pitchFamily="34" charset="-127"/>
              <a:cs typeface="Times New Roman" pitchFamily="18" charset="0"/>
            </a:endParaRPr>
          </a:p>
          <a:p>
            <a:pPr algn="ctr"/>
            <a:r>
              <a:rPr kumimoji="1" lang="ko-KR" altLang="en-US" sz="1050" b="1" dirty="0" err="1">
                <a:latin typeface="Times New Roman" pitchFamily="18" charset="0"/>
                <a:ea typeface="Nanum Gothic" panose="020D0604000000000000" pitchFamily="34" charset="-127"/>
                <a:cs typeface="Times New Roman" pitchFamily="18" charset="0"/>
              </a:rPr>
              <a:t>미사용티켓</a:t>
            </a:r>
            <a:endParaRPr kumimoji="1" lang="en-US" altLang="ko-KR" sz="1400" b="1" dirty="0">
              <a:latin typeface="Times New Roman" pitchFamily="18" charset="0"/>
              <a:ea typeface="Nanum Gothic" panose="020D0604000000000000" pitchFamily="34" charset="-127"/>
              <a:cs typeface="Times New Roman" pitchFamily="18" charset="0"/>
            </a:endParaRPr>
          </a:p>
        </p:txBody>
      </p:sp>
      <p:sp>
        <p:nvSpPr>
          <p:cNvPr id="47" name="TextBox 46">
            <a:extLst>
              <a:ext uri="{FF2B5EF4-FFF2-40B4-BE49-F238E27FC236}">
                <a16:creationId xmlns="" xmlns:a16="http://schemas.microsoft.com/office/drawing/2014/main" id="{BB19FF7E-724C-2D4D-8487-1A565E3F3F4C}"/>
              </a:ext>
            </a:extLst>
          </p:cNvPr>
          <p:cNvSpPr txBox="1"/>
          <p:nvPr/>
        </p:nvSpPr>
        <p:spPr>
          <a:xfrm>
            <a:off x="2110243" y="1598636"/>
            <a:ext cx="1026008" cy="477054"/>
          </a:xfrm>
          <a:prstGeom prst="rect">
            <a:avLst/>
          </a:prstGeom>
          <a:noFill/>
        </p:spPr>
        <p:txBody>
          <a:bodyPr wrap="square" rtlCol="0">
            <a:spAutoFit/>
          </a:bodyPr>
          <a:lstStyle/>
          <a:p>
            <a:pPr algn="ctr"/>
            <a:r>
              <a:rPr kumimoji="1" lang="en-US" altLang="ko-KR" sz="1400" b="1" u="sng" dirty="0">
                <a:latin typeface="Times New Roman" pitchFamily="18" charset="0"/>
                <a:ea typeface="Nanum Gothic" panose="020D0604000000000000" pitchFamily="34" charset="-127"/>
                <a:cs typeface="Times New Roman" pitchFamily="18" charset="0"/>
              </a:rPr>
              <a:t>10 </a:t>
            </a:r>
            <a:r>
              <a:rPr kumimoji="1" lang="ko-KR" altLang="en-US" sz="1400" b="1" u="sng" dirty="0">
                <a:latin typeface="Times New Roman" pitchFamily="18" charset="0"/>
                <a:ea typeface="Nanum Gothic" panose="020D0604000000000000" pitchFamily="34" charset="-127"/>
                <a:cs typeface="Times New Roman" pitchFamily="18" charset="0"/>
              </a:rPr>
              <a:t>건</a:t>
            </a:r>
            <a:endParaRPr kumimoji="1" lang="en-US" altLang="ko-KR" sz="1400" b="1" u="sng" dirty="0">
              <a:latin typeface="Times New Roman" pitchFamily="18" charset="0"/>
              <a:ea typeface="Nanum Gothic" panose="020D0604000000000000" pitchFamily="34" charset="-127"/>
              <a:cs typeface="Times New Roman" pitchFamily="18" charset="0"/>
            </a:endParaRPr>
          </a:p>
          <a:p>
            <a:pPr algn="ctr"/>
            <a:r>
              <a:rPr kumimoji="1" lang="ko-KR" altLang="en-US" sz="1050" b="1" dirty="0" err="1">
                <a:latin typeface="Times New Roman" pitchFamily="18" charset="0"/>
                <a:ea typeface="Nanum Gothic" panose="020D0604000000000000" pitchFamily="34" charset="-127"/>
                <a:cs typeface="Times New Roman" pitchFamily="18" charset="0"/>
              </a:rPr>
              <a:t>미답변문의</a:t>
            </a:r>
            <a:endParaRPr kumimoji="1" lang="en-US" altLang="ko-KR" sz="1400" b="1" dirty="0">
              <a:latin typeface="Times New Roman" pitchFamily="18" charset="0"/>
              <a:ea typeface="Nanum Gothic" panose="020D0604000000000000" pitchFamily="34" charset="-127"/>
              <a:cs typeface="Times New Roman" pitchFamily="18" charset="0"/>
            </a:endParaRPr>
          </a:p>
        </p:txBody>
      </p:sp>
      <p:sp>
        <p:nvSpPr>
          <p:cNvPr id="37" name="직사각형 36">
            <a:extLst>
              <a:ext uri="{FF2B5EF4-FFF2-40B4-BE49-F238E27FC236}">
                <a16:creationId xmlns="" xmlns:a16="http://schemas.microsoft.com/office/drawing/2014/main" id="{7CDE39A9-3A7A-854A-AAD3-57B909C94452}"/>
              </a:ext>
            </a:extLst>
          </p:cNvPr>
          <p:cNvSpPr/>
          <p:nvPr/>
        </p:nvSpPr>
        <p:spPr>
          <a:xfrm>
            <a:off x="372054" y="4003010"/>
            <a:ext cx="2854709" cy="1440159"/>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en-US" altLang="ko-KR" sz="1200" b="1" smtClean="0">
                <a:solidFill>
                  <a:schemeClr val="tx1"/>
                </a:solidFill>
                <a:latin typeface="Times New Roman" pitchFamily="18" charset="0"/>
                <a:ea typeface="Nanum Gothic" panose="020D0604000000000000" pitchFamily="34" charset="-127"/>
                <a:cs typeface="Times New Roman" pitchFamily="18" charset="0"/>
              </a:rPr>
              <a:t>Thông báo</a:t>
            </a:r>
            <a:endParaRPr lang="ko-KR" altLang="en-US" sz="12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38" name="TextBox 37">
            <a:extLst>
              <a:ext uri="{FF2B5EF4-FFF2-40B4-BE49-F238E27FC236}">
                <a16:creationId xmlns="" xmlns:a16="http://schemas.microsoft.com/office/drawing/2014/main" id="{C3032864-2E5D-5C41-AC69-CDEF29D3B006}"/>
              </a:ext>
            </a:extLst>
          </p:cNvPr>
          <p:cNvSpPr txBox="1"/>
          <p:nvPr/>
        </p:nvSpPr>
        <p:spPr>
          <a:xfrm>
            <a:off x="406897" y="4282218"/>
            <a:ext cx="230907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03.02  </a:t>
            </a:r>
            <a:r>
              <a:rPr lang="ko-KR" altLang="en-US" sz="900" u="sng" dirty="0">
                <a:latin typeface="Times New Roman" pitchFamily="18" charset="0"/>
                <a:ea typeface="Nanum Gothic" panose="020D0604000000000000" pitchFamily="34" charset="-127"/>
                <a:cs typeface="Times New Roman" pitchFamily="18" charset="0"/>
              </a:rPr>
              <a:t>수수료가 변경되었습니다</a:t>
            </a:r>
            <a:r>
              <a:rPr lang="en-US" altLang="ko-KR" sz="900" u="sng" dirty="0">
                <a:latin typeface="Times New Roman" pitchFamily="18" charset="0"/>
                <a:ea typeface="Nanum Gothic" panose="020D0604000000000000" pitchFamily="34" charset="-127"/>
                <a:cs typeface="Times New Roman" pitchFamily="18" charset="0"/>
              </a:rPr>
              <a:t>.</a:t>
            </a:r>
            <a:r>
              <a:rPr lang="ko-KR" altLang="en-US" sz="900" u="sng" dirty="0">
                <a:latin typeface="Times New Roman" pitchFamily="18" charset="0"/>
                <a:ea typeface="Nanum Gothic" panose="020D0604000000000000" pitchFamily="34" charset="-127"/>
                <a:cs typeface="Times New Roman" pitchFamily="18" charset="0"/>
              </a:rPr>
              <a:t> </a:t>
            </a:r>
            <a:endParaRPr lang="en-US" altLang="ko-KR" sz="900" u="sng" dirty="0">
              <a:latin typeface="Times New Roman" pitchFamily="18" charset="0"/>
              <a:ea typeface="Nanum Gothic" panose="020D0604000000000000" pitchFamily="34" charset="-127"/>
              <a:cs typeface="Times New Roman" pitchFamily="18" charset="0"/>
            </a:endParaRPr>
          </a:p>
        </p:txBody>
      </p:sp>
      <p:sp>
        <p:nvSpPr>
          <p:cNvPr id="39" name="TextBox 38">
            <a:extLst>
              <a:ext uri="{FF2B5EF4-FFF2-40B4-BE49-F238E27FC236}">
                <a16:creationId xmlns="" xmlns:a16="http://schemas.microsoft.com/office/drawing/2014/main" id="{D5AE94C2-E709-5144-8BDE-E1EDEE4EF761}"/>
              </a:ext>
            </a:extLst>
          </p:cNvPr>
          <p:cNvSpPr txBox="1"/>
          <p:nvPr/>
        </p:nvSpPr>
        <p:spPr>
          <a:xfrm>
            <a:off x="406897" y="4501942"/>
            <a:ext cx="2760762"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02.28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(2.28 00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40" name="TextBox 39">
            <a:extLst>
              <a:ext uri="{FF2B5EF4-FFF2-40B4-BE49-F238E27FC236}">
                <a16:creationId xmlns="" xmlns:a16="http://schemas.microsoft.com/office/drawing/2014/main" id="{B9B6E15F-BEAE-A240-9C1F-7F9D924BDB63}"/>
              </a:ext>
            </a:extLst>
          </p:cNvPr>
          <p:cNvSpPr txBox="1"/>
          <p:nvPr/>
        </p:nvSpPr>
        <p:spPr>
          <a:xfrm>
            <a:off x="409682" y="4725370"/>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01.27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70" name="직사각형 69">
            <a:extLst>
              <a:ext uri="{FF2B5EF4-FFF2-40B4-BE49-F238E27FC236}">
                <a16:creationId xmlns="" xmlns:a16="http://schemas.microsoft.com/office/drawing/2014/main" id="{AFFC39C3-1006-314B-B094-3CC84DB6B9D8}"/>
              </a:ext>
            </a:extLst>
          </p:cNvPr>
          <p:cNvSpPr/>
          <p:nvPr/>
        </p:nvSpPr>
        <p:spPr>
          <a:xfrm>
            <a:off x="376147" y="1532072"/>
            <a:ext cx="1414410" cy="59510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sp>
        <p:nvSpPr>
          <p:cNvPr id="71" name="직사각형 70">
            <a:extLst>
              <a:ext uri="{FF2B5EF4-FFF2-40B4-BE49-F238E27FC236}">
                <a16:creationId xmlns="" xmlns:a16="http://schemas.microsoft.com/office/drawing/2014/main" id="{AAC2BAE9-0F90-E445-B358-06155B364027}"/>
              </a:ext>
            </a:extLst>
          </p:cNvPr>
          <p:cNvSpPr/>
          <p:nvPr/>
        </p:nvSpPr>
        <p:spPr>
          <a:xfrm>
            <a:off x="1949843" y="1534366"/>
            <a:ext cx="1338457" cy="59510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graphicFrame>
        <p:nvGraphicFramePr>
          <p:cNvPr id="5" name="표 4">
            <a:extLst>
              <a:ext uri="{FF2B5EF4-FFF2-40B4-BE49-F238E27FC236}">
                <a16:creationId xmlns="" xmlns:a16="http://schemas.microsoft.com/office/drawing/2014/main" id="{68675B5C-7EE7-8E4B-A825-EDA2DB23B658}"/>
              </a:ext>
            </a:extLst>
          </p:cNvPr>
          <p:cNvGraphicFramePr>
            <a:graphicFrameLocks noGrp="1"/>
          </p:cNvGraphicFramePr>
          <p:nvPr/>
        </p:nvGraphicFramePr>
        <p:xfrm>
          <a:off x="448882" y="2642929"/>
          <a:ext cx="2762407" cy="974406"/>
        </p:xfrm>
        <a:graphic>
          <a:graphicData uri="http://schemas.openxmlformats.org/drawingml/2006/table">
            <a:tbl>
              <a:tblPr/>
              <a:tblGrid>
                <a:gridCol w="946451">
                  <a:extLst>
                    <a:ext uri="{9D8B030D-6E8A-4147-A177-3AD203B41FA5}">
                      <a16:colId xmlns="" xmlns:a16="http://schemas.microsoft.com/office/drawing/2014/main" val="952546124"/>
                    </a:ext>
                  </a:extLst>
                </a:gridCol>
                <a:gridCol w="700221">
                  <a:extLst>
                    <a:ext uri="{9D8B030D-6E8A-4147-A177-3AD203B41FA5}">
                      <a16:colId xmlns="" xmlns:a16="http://schemas.microsoft.com/office/drawing/2014/main" val="90297832"/>
                    </a:ext>
                  </a:extLst>
                </a:gridCol>
                <a:gridCol w="207757">
                  <a:extLst>
                    <a:ext uri="{9D8B030D-6E8A-4147-A177-3AD203B41FA5}">
                      <a16:colId xmlns="" xmlns:a16="http://schemas.microsoft.com/office/drawing/2014/main" val="259899389"/>
                    </a:ext>
                  </a:extLst>
                </a:gridCol>
                <a:gridCol w="700221">
                  <a:extLst>
                    <a:ext uri="{9D8B030D-6E8A-4147-A177-3AD203B41FA5}">
                      <a16:colId xmlns="" xmlns:a16="http://schemas.microsoft.com/office/drawing/2014/main" val="3395975015"/>
                    </a:ext>
                  </a:extLst>
                </a:gridCol>
                <a:gridCol w="207757">
                  <a:extLst>
                    <a:ext uri="{9D8B030D-6E8A-4147-A177-3AD203B41FA5}">
                      <a16:colId xmlns="" xmlns:a16="http://schemas.microsoft.com/office/drawing/2014/main" val="213868304"/>
                    </a:ext>
                  </a:extLst>
                </a:gridCol>
              </a:tblGrid>
              <a:tr h="222634">
                <a:tc>
                  <a:txBody>
                    <a:bodyPr/>
                    <a:lstStyle/>
                    <a:p>
                      <a:pPr algn="l" fontAlgn="ctr"/>
                      <a:endParaRPr lang="ko-KR" altLang="en-US" sz="900" b="0" i="0" u="none" strike="noStrike">
                        <a:solidFill>
                          <a:srgbClr val="000000"/>
                        </a:solidFill>
                        <a:effectLst/>
                        <a:latin typeface="맑은 고딕" panose="020B0503020000020004" pitchFamily="34" charset="-127"/>
                        <a:ea typeface="맑은 고딕" panose="020B0503020000020004" pitchFamily="34" charset="-127"/>
                      </a:endParaRPr>
                    </a:p>
                  </a:txBody>
                  <a:tcPr marL="7831" marR="7831" marT="783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2">
                  <a:txBody>
                    <a:bodyPr/>
                    <a:lstStyle/>
                    <a:p>
                      <a:pPr algn="ctr" fontAlgn="ctr"/>
                      <a:r>
                        <a:rPr lang="ko-KR" altLang="en-US" sz="900" b="1" i="0" u="none" strike="noStrike" dirty="0">
                          <a:solidFill>
                            <a:schemeClr val="bg1"/>
                          </a:solidFill>
                          <a:effectLst/>
                          <a:latin typeface="맑은 고딕" panose="020B0503020000020004" pitchFamily="34" charset="-127"/>
                          <a:ea typeface="맑은 고딕" panose="020B0503020000020004" pitchFamily="34" charset="-127"/>
                        </a:rPr>
                        <a:t>어제</a:t>
                      </a:r>
                      <a:r>
                        <a:rPr lang="en-US" altLang="ko-KR" sz="900" b="1" i="0" u="none" strike="noStrike" dirty="0">
                          <a:solidFill>
                            <a:schemeClr val="bg1"/>
                          </a:solidFill>
                          <a:effectLst/>
                          <a:latin typeface="맑은 고딕" panose="020B0503020000020004" pitchFamily="34" charset="-127"/>
                          <a:ea typeface="맑은 고딕" panose="020B0503020000020004" pitchFamily="34" charset="-127"/>
                        </a:rPr>
                        <a:t>(04.01)</a:t>
                      </a:r>
                    </a:p>
                  </a:txBody>
                  <a:tcPr marL="85157" marR="85157" marT="42579" marB="425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latinLnBrk="1"/>
                      <a:endParaRPr lang="ko-KR" altLang="en-US"/>
                    </a:p>
                  </a:txBody>
                  <a:tcPr/>
                </a:tc>
                <a:tc gridSpan="2">
                  <a:txBody>
                    <a:bodyPr/>
                    <a:lstStyle/>
                    <a:p>
                      <a:pPr algn="ctr" fontAlgn="ctr"/>
                      <a:r>
                        <a:rPr lang="ko-KR" altLang="en-US" sz="900" b="1" i="0" u="none" strike="noStrike" dirty="0">
                          <a:solidFill>
                            <a:schemeClr val="bg1"/>
                          </a:solidFill>
                          <a:effectLst/>
                          <a:latin typeface="맑은 고딕" panose="020B0503020000020004" pitchFamily="34" charset="-127"/>
                          <a:ea typeface="맑은 고딕" panose="020B0503020000020004" pitchFamily="34" charset="-127"/>
                        </a:rPr>
                        <a:t>오늘</a:t>
                      </a:r>
                      <a:r>
                        <a:rPr lang="en-US" altLang="ko-KR" sz="900" b="1" i="0" u="none" strike="noStrike" dirty="0">
                          <a:solidFill>
                            <a:schemeClr val="bg1"/>
                          </a:solidFill>
                          <a:effectLst/>
                          <a:latin typeface="맑은 고딕" panose="020B0503020000020004" pitchFamily="34" charset="-127"/>
                          <a:ea typeface="맑은 고딕" panose="020B0503020000020004" pitchFamily="34" charset="-127"/>
                        </a:rPr>
                        <a:t>(04.02)</a:t>
                      </a:r>
                    </a:p>
                  </a:txBody>
                  <a:tcPr marL="85157" marR="85157" marT="42579" marB="425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latinLnBrk="1"/>
                      <a:endParaRPr lang="ko-KR" altLang="en-US"/>
                    </a:p>
                  </a:txBody>
                  <a:tcPr/>
                </a:tc>
                <a:extLst>
                  <a:ext uri="{0D108BD9-81ED-4DB2-BD59-A6C34878D82A}">
                    <a16:rowId xmlns="" xmlns:a16="http://schemas.microsoft.com/office/drawing/2014/main" val="3890285501"/>
                  </a:ext>
                </a:extLst>
              </a:tr>
              <a:tr h="187943">
                <a:tc>
                  <a:txBody>
                    <a:bodyPr/>
                    <a:lstStyle/>
                    <a:p>
                      <a:pPr algn="l" fontAlgn="ctr"/>
                      <a:r>
                        <a:rPr lang="ko-KR" altLang="en-US" sz="900" b="1" i="0" u="none" strike="noStrike">
                          <a:solidFill>
                            <a:srgbClr val="000000"/>
                          </a:solidFill>
                          <a:effectLst/>
                          <a:latin typeface="맑은 고딕" panose="020B0503020000020004" pitchFamily="34" charset="-127"/>
                          <a:ea typeface="맑은 고딕" panose="020B0503020000020004" pitchFamily="34" charset="-127"/>
                        </a:rPr>
                        <a:t>실판매금액</a:t>
                      </a: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2,000,000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1,500,000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033295670"/>
                  </a:ext>
                </a:extLst>
              </a:tr>
              <a:tr h="187943">
                <a:tc>
                  <a:txBody>
                    <a:bodyPr/>
                    <a:lstStyle/>
                    <a:p>
                      <a:pPr algn="l" fontAlgn="ctr"/>
                      <a:r>
                        <a:rPr lang="ko-KR" altLang="en-US" sz="900" b="1" i="0" u="none" strike="noStrike">
                          <a:solidFill>
                            <a:srgbClr val="000000"/>
                          </a:solidFill>
                          <a:effectLst/>
                          <a:latin typeface="맑은 고딕" panose="020B0503020000020004" pitchFamily="34" charset="-127"/>
                          <a:ea typeface="맑은 고딕" panose="020B0503020000020004" pitchFamily="34" charset="-127"/>
                        </a:rPr>
                        <a:t>사용처리금액</a:t>
                      </a: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100,000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50,000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677613152"/>
                  </a:ext>
                </a:extLst>
              </a:tr>
              <a:tr h="187943">
                <a:tc>
                  <a:txBody>
                    <a:bodyPr/>
                    <a:lstStyle/>
                    <a:p>
                      <a:pPr algn="l" fontAlgn="ctr"/>
                      <a:r>
                        <a:rPr lang="ko-KR" altLang="en-US" sz="900" b="1" i="0" u="none" strike="noStrike">
                          <a:solidFill>
                            <a:srgbClr val="000000"/>
                          </a:solidFill>
                          <a:effectLst/>
                          <a:latin typeface="맑은 고딕" panose="020B0503020000020004" pitchFamily="34" charset="-127"/>
                          <a:ea typeface="맑은 고딕" panose="020B0503020000020004" pitchFamily="34" charset="-127"/>
                        </a:rPr>
                        <a:t>판매티켓수</a:t>
                      </a: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80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30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715718042"/>
                  </a:ext>
                </a:extLst>
              </a:tr>
              <a:tr h="187943">
                <a:tc>
                  <a:txBody>
                    <a:bodyPr/>
                    <a:lstStyle/>
                    <a:p>
                      <a:pPr algn="l" fontAlgn="ctr"/>
                      <a:r>
                        <a:rPr lang="ko-KR" altLang="en-US" sz="900" b="1" i="0" u="none" strike="noStrike">
                          <a:solidFill>
                            <a:srgbClr val="000000"/>
                          </a:solidFill>
                          <a:effectLst/>
                          <a:latin typeface="맑은 고딕" panose="020B0503020000020004" pitchFamily="34" charset="-127"/>
                          <a:ea typeface="맑은 고딕" panose="020B0503020000020004" pitchFamily="34" charset="-127"/>
                        </a:rPr>
                        <a:t>사용완료티켓수</a:t>
                      </a: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20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dirty="0">
                          <a:solidFill>
                            <a:srgbClr val="000000"/>
                          </a:solidFill>
                          <a:effectLst/>
                          <a:latin typeface="맑은 고딕" panose="020B0503020000020004" pitchFamily="34" charset="-127"/>
                          <a:ea typeface="맑은 고딕" panose="020B0503020000020004" pitchFamily="34" charset="-127"/>
                        </a:rPr>
                        <a:t>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dirty="0">
                          <a:solidFill>
                            <a:srgbClr val="000000"/>
                          </a:solidFill>
                          <a:effectLst/>
                          <a:latin typeface="맑은 고딕" panose="020B0503020000020004" pitchFamily="34" charset="-127"/>
                          <a:ea typeface="맑은 고딕" panose="020B0503020000020004" pitchFamily="34" charset="-127"/>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87530513"/>
                  </a:ext>
                </a:extLst>
              </a:tr>
            </a:tbl>
          </a:graphicData>
        </a:graphic>
      </p:graphicFrame>
      <p:sp>
        <p:nvSpPr>
          <p:cNvPr id="49" name="TextBox 48">
            <a:extLst>
              <a:ext uri="{FF2B5EF4-FFF2-40B4-BE49-F238E27FC236}">
                <a16:creationId xmlns="" xmlns:a16="http://schemas.microsoft.com/office/drawing/2014/main" id="{C9899BD5-6BA4-2C4C-B3CB-6DF0B6398BB9}"/>
              </a:ext>
            </a:extLst>
          </p:cNvPr>
          <p:cNvSpPr txBox="1"/>
          <p:nvPr/>
        </p:nvSpPr>
        <p:spPr>
          <a:xfrm>
            <a:off x="396879" y="2283419"/>
            <a:ext cx="1027729" cy="261610"/>
          </a:xfrm>
          <a:prstGeom prst="rect">
            <a:avLst/>
          </a:prstGeom>
          <a:noFill/>
        </p:spPr>
        <p:txBody>
          <a:bodyPr wrap="square" rtlCol="0">
            <a:spAutoFit/>
          </a:bodyPr>
          <a:lstStyle/>
          <a:p>
            <a:r>
              <a:rPr lang="ko-KR" altLang="en-US" sz="1100" b="1" dirty="0">
                <a:latin typeface="Times New Roman" pitchFamily="18" charset="0"/>
                <a:ea typeface="Nanum Gothic" panose="020D0604000000000000" pitchFamily="34" charset="-127"/>
                <a:cs typeface="Times New Roman" pitchFamily="18" charset="0"/>
              </a:rPr>
              <a:t>판매현황</a:t>
            </a:r>
          </a:p>
        </p:txBody>
      </p:sp>
      <p:cxnSp>
        <p:nvCxnSpPr>
          <p:cNvPr id="9" name="직선 연결선[R] 8">
            <a:extLst>
              <a:ext uri="{FF2B5EF4-FFF2-40B4-BE49-F238E27FC236}">
                <a16:creationId xmlns="" xmlns:a16="http://schemas.microsoft.com/office/drawing/2014/main" id="{731EC9C4-C10A-8F45-8E9D-A26883AFE792}"/>
              </a:ext>
            </a:extLst>
          </p:cNvPr>
          <p:cNvCxnSpPr>
            <a:cxnSpLocks/>
          </p:cNvCxnSpPr>
          <p:nvPr/>
        </p:nvCxnSpPr>
        <p:spPr>
          <a:xfrm>
            <a:off x="432510" y="2541419"/>
            <a:ext cx="2727073" cy="1"/>
          </a:xfrm>
          <a:prstGeom prst="line">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6" name="직사각형 85">
            <a:extLst>
              <a:ext uri="{FF2B5EF4-FFF2-40B4-BE49-F238E27FC236}">
                <a16:creationId xmlns="" xmlns:a16="http://schemas.microsoft.com/office/drawing/2014/main" id="{5FF15A04-5CCD-AD42-A16B-D1509C58D9D2}"/>
              </a:ext>
            </a:extLst>
          </p:cNvPr>
          <p:cNvSpPr/>
          <p:nvPr/>
        </p:nvSpPr>
        <p:spPr>
          <a:xfrm>
            <a:off x="1188070" y="6391526"/>
            <a:ext cx="611339" cy="163546"/>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rgbClr val="C00000"/>
                </a:solidFill>
                <a:latin typeface="Times New Roman" pitchFamily="18" charset="0"/>
                <a:ea typeface="Nanum Gothic" panose="020D0604000000000000" pitchFamily="34" charset="-127"/>
                <a:cs typeface="Times New Roman" pitchFamily="18" charset="0"/>
              </a:rPr>
              <a:t>로그아웃</a:t>
            </a:r>
          </a:p>
        </p:txBody>
      </p:sp>
      <p:cxnSp>
        <p:nvCxnSpPr>
          <p:cNvPr id="87" name="직선 연결선[R] 86">
            <a:extLst>
              <a:ext uri="{FF2B5EF4-FFF2-40B4-BE49-F238E27FC236}">
                <a16:creationId xmlns="" xmlns:a16="http://schemas.microsoft.com/office/drawing/2014/main" id="{5BDE52D7-2901-AA48-98DA-7EFA961EC6E2}"/>
              </a:ext>
            </a:extLst>
          </p:cNvPr>
          <p:cNvCxnSpPr>
            <a:cxnSpLocks/>
          </p:cNvCxnSpPr>
          <p:nvPr/>
        </p:nvCxnSpPr>
        <p:spPr>
          <a:xfrm>
            <a:off x="345494" y="5625326"/>
            <a:ext cx="2942181" cy="0"/>
          </a:xfrm>
          <a:prstGeom prst="line">
            <a:avLst/>
          </a:prstGeom>
          <a:ln w="3175">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 name="그룹 21">
            <a:extLst>
              <a:ext uri="{FF2B5EF4-FFF2-40B4-BE49-F238E27FC236}">
                <a16:creationId xmlns="" xmlns:a16="http://schemas.microsoft.com/office/drawing/2014/main" id="{62E325F6-DC7F-4A4E-8723-7840F3478DE4}"/>
              </a:ext>
            </a:extLst>
          </p:cNvPr>
          <p:cNvGrpSpPr/>
          <p:nvPr/>
        </p:nvGrpSpPr>
        <p:grpSpPr>
          <a:xfrm>
            <a:off x="310185" y="750557"/>
            <a:ext cx="864167" cy="185630"/>
            <a:chOff x="266951" y="710204"/>
            <a:chExt cx="993277" cy="213364"/>
          </a:xfrm>
        </p:grpSpPr>
        <p:sp>
          <p:nvSpPr>
            <p:cNvPr id="153" name="TextBox 152">
              <a:extLst>
                <a:ext uri="{FF2B5EF4-FFF2-40B4-BE49-F238E27FC236}">
                  <a16:creationId xmlns="" xmlns:a16="http://schemas.microsoft.com/office/drawing/2014/main" id="{72EBB262-8287-494C-8729-325CCDB462B0}"/>
                </a:ext>
              </a:extLst>
            </p:cNvPr>
            <p:cNvSpPr txBox="1"/>
            <p:nvPr/>
          </p:nvSpPr>
          <p:spPr>
            <a:xfrm>
              <a:off x="266951" y="711311"/>
              <a:ext cx="213205" cy="212257"/>
            </a:xfrm>
            <a:prstGeom prst="rect">
              <a:avLst/>
            </a:prstGeom>
            <a:solidFill>
              <a:srgbClr val="C00000"/>
            </a:solidFill>
          </p:spPr>
          <p:txBody>
            <a:bodyPr wrap="square" lIns="36000" tIns="0" rIns="36000" bIns="0" rtlCol="0">
              <a:spAutoFit/>
            </a:bodyPr>
            <a:lstStyle/>
            <a:p>
              <a:pPr algn="ctr"/>
              <a:r>
                <a:rPr lang="en-US" altLang="ko-KR" sz="1200" b="1" dirty="0">
                  <a:solidFill>
                    <a:schemeClr val="bg1"/>
                  </a:solidFill>
                  <a:latin typeface="Times New Roman" pitchFamily="18" charset="0"/>
                  <a:ea typeface="Nanum Gothic" panose="020D0604000000000000" pitchFamily="34" charset="-127"/>
                  <a:cs typeface="Times New Roman" pitchFamily="18" charset="0"/>
                </a:rPr>
                <a:t>T</a:t>
              </a:r>
              <a:endParaRPr lang="ko-KR" altLang="en-US" sz="1200" b="1" dirty="0">
                <a:solidFill>
                  <a:schemeClr val="bg1"/>
                </a:solidFill>
                <a:latin typeface="Times New Roman" pitchFamily="18" charset="0"/>
                <a:ea typeface="Nanum Gothic" panose="020D0604000000000000" pitchFamily="34" charset="-127"/>
                <a:cs typeface="Times New Roman" pitchFamily="18" charset="0"/>
              </a:endParaRPr>
            </a:p>
          </p:txBody>
        </p:sp>
        <p:sp>
          <p:nvSpPr>
            <p:cNvPr id="88" name="TextBox 87">
              <a:extLst>
                <a:ext uri="{FF2B5EF4-FFF2-40B4-BE49-F238E27FC236}">
                  <a16:creationId xmlns="" xmlns:a16="http://schemas.microsoft.com/office/drawing/2014/main" id="{829ECABB-6336-3346-A5B9-5108B3D7E6AB}"/>
                </a:ext>
              </a:extLst>
            </p:cNvPr>
            <p:cNvSpPr txBox="1"/>
            <p:nvPr/>
          </p:nvSpPr>
          <p:spPr>
            <a:xfrm>
              <a:off x="362940" y="710204"/>
              <a:ext cx="897288" cy="212256"/>
            </a:xfrm>
            <a:prstGeom prst="rect">
              <a:avLst/>
            </a:prstGeom>
            <a:noFill/>
          </p:spPr>
          <p:txBody>
            <a:bodyPr wrap="square" lIns="36000" tIns="0" rIns="36000" bIns="0" rtlCol="0">
              <a:spAutoFit/>
            </a:bodyPr>
            <a:lstStyle/>
            <a:p>
              <a:pPr algn="ctr"/>
              <a:r>
                <a:rPr lang="en-US" altLang="ko-KR" sz="1200" b="1" dirty="0">
                  <a:latin typeface="Times New Roman" pitchFamily="18" charset="0"/>
                  <a:ea typeface="Nanum Gothic" panose="020D0604000000000000" pitchFamily="34" charset="-127"/>
                  <a:cs typeface="Times New Roman" pitchFamily="18" charset="0"/>
                </a:rPr>
                <a:t>BRIDGE</a:t>
              </a:r>
              <a:endParaRPr lang="ko-KR" altLang="en-US" sz="1200" b="1" dirty="0">
                <a:latin typeface="Times New Roman" pitchFamily="18" charset="0"/>
                <a:ea typeface="Nanum Gothic" panose="020D0604000000000000" pitchFamily="34" charset="-127"/>
                <a:cs typeface="Times New Roman" pitchFamily="18" charset="0"/>
              </a:endParaRPr>
            </a:p>
          </p:txBody>
        </p:sp>
      </p:grpSp>
      <p:sp>
        <p:nvSpPr>
          <p:cNvPr id="91" name="직사각형 90">
            <a:extLst>
              <a:ext uri="{FF2B5EF4-FFF2-40B4-BE49-F238E27FC236}">
                <a16:creationId xmlns="" xmlns:a16="http://schemas.microsoft.com/office/drawing/2014/main" id="{763F1B49-D132-8249-8EEA-D1C36406553C}"/>
              </a:ext>
            </a:extLst>
          </p:cNvPr>
          <p:cNvSpPr/>
          <p:nvPr/>
        </p:nvSpPr>
        <p:spPr>
          <a:xfrm>
            <a:off x="219014" y="630188"/>
            <a:ext cx="3223713" cy="42380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700">
              <a:solidFill>
                <a:schemeClr val="tx1"/>
              </a:solidFill>
              <a:latin typeface="Times New Roman" pitchFamily="18" charset="0"/>
              <a:ea typeface="Nanum Gothic" panose="020D0604000000000000" pitchFamily="34" charset="-127"/>
              <a:cs typeface="Times New Roman" pitchFamily="18" charset="0"/>
            </a:endParaRPr>
          </a:p>
        </p:txBody>
      </p:sp>
      <p:sp>
        <p:nvSpPr>
          <p:cNvPr id="92" name="TextBox 91">
            <a:extLst>
              <a:ext uri="{FF2B5EF4-FFF2-40B4-BE49-F238E27FC236}">
                <a16:creationId xmlns="" xmlns:a16="http://schemas.microsoft.com/office/drawing/2014/main" id="{58A6CC6F-90D4-7442-A655-02F3A53D49BF}"/>
              </a:ext>
            </a:extLst>
          </p:cNvPr>
          <p:cNvSpPr txBox="1"/>
          <p:nvPr/>
        </p:nvSpPr>
        <p:spPr>
          <a:xfrm>
            <a:off x="409682" y="4951518"/>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12.27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95" name="TextBox 94">
            <a:extLst>
              <a:ext uri="{FF2B5EF4-FFF2-40B4-BE49-F238E27FC236}">
                <a16:creationId xmlns="" xmlns:a16="http://schemas.microsoft.com/office/drawing/2014/main" id="{3CF43A68-3638-BA40-86AB-33F29384F271}"/>
              </a:ext>
            </a:extLst>
          </p:cNvPr>
          <p:cNvSpPr txBox="1"/>
          <p:nvPr/>
        </p:nvSpPr>
        <p:spPr>
          <a:xfrm>
            <a:off x="409682" y="5201218"/>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11.27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97" name="TextBox 96">
            <a:extLst>
              <a:ext uri="{FF2B5EF4-FFF2-40B4-BE49-F238E27FC236}">
                <a16:creationId xmlns="" xmlns:a16="http://schemas.microsoft.com/office/drawing/2014/main" id="{36340991-E862-EF44-ADA4-74F3B2C4C03E}"/>
              </a:ext>
            </a:extLst>
          </p:cNvPr>
          <p:cNvSpPr txBox="1"/>
          <p:nvPr/>
        </p:nvSpPr>
        <p:spPr>
          <a:xfrm>
            <a:off x="410734" y="5747750"/>
            <a:ext cx="2760762" cy="415498"/>
          </a:xfrm>
          <a:prstGeom prst="rect">
            <a:avLst/>
          </a:prstGeom>
          <a:noFill/>
        </p:spPr>
        <p:txBody>
          <a:bodyPr wrap="square" rtlCol="0">
            <a:spAutoFit/>
          </a:bodyPr>
          <a:lstStyle/>
          <a:p>
            <a:pPr algn="ctr"/>
            <a:r>
              <a:rPr lang="ko-KR" altLang="en-US" sz="700" dirty="0" err="1">
                <a:solidFill>
                  <a:schemeClr val="bg1">
                    <a:lumMod val="50000"/>
                  </a:schemeClr>
                </a:solidFill>
                <a:latin typeface="Times New Roman" pitchFamily="18" charset="0"/>
                <a:ea typeface="Nanum Gothic" panose="020D0604000000000000" pitchFamily="34" charset="-127"/>
                <a:cs typeface="Times New Roman" pitchFamily="18" charset="0"/>
              </a:rPr>
              <a:t>티브리지</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주</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대표이사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a:t>
            </a:r>
          </a:p>
          <a:p>
            <a:pPr algn="ct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사업자 등록번호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000-00-00000</a:t>
            </a:r>
          </a:p>
          <a:p>
            <a:pPr algn="ct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서울시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00000</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p>
        </p:txBody>
      </p:sp>
      <p:sp>
        <p:nvSpPr>
          <p:cNvPr id="99" name="직사각형 98">
            <a:extLst>
              <a:ext uri="{FF2B5EF4-FFF2-40B4-BE49-F238E27FC236}">
                <a16:creationId xmlns="" xmlns:a16="http://schemas.microsoft.com/office/drawing/2014/main" id="{F2F95130-28E8-1F4E-98D1-94A0FCAF5B31}"/>
              </a:ext>
            </a:extLst>
          </p:cNvPr>
          <p:cNvSpPr/>
          <p:nvPr/>
        </p:nvSpPr>
        <p:spPr>
          <a:xfrm>
            <a:off x="1874127" y="6391526"/>
            <a:ext cx="611339" cy="163546"/>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rgbClr val="C00000"/>
                </a:solidFill>
                <a:latin typeface="Times New Roman" pitchFamily="18" charset="0"/>
                <a:ea typeface="Nanum Gothic" panose="020D0604000000000000" pitchFamily="34" charset="-127"/>
                <a:cs typeface="Times New Roman" pitchFamily="18" charset="0"/>
              </a:rPr>
              <a:t>PC</a:t>
            </a:r>
            <a:r>
              <a:rPr lang="ko-KR" altLang="en-US" sz="800" b="1" dirty="0">
                <a:solidFill>
                  <a:srgbClr val="C00000"/>
                </a:solidFill>
                <a:latin typeface="Times New Roman" pitchFamily="18" charset="0"/>
                <a:ea typeface="Nanum Gothic" panose="020D0604000000000000" pitchFamily="34" charset="-127"/>
                <a:cs typeface="Times New Roman" pitchFamily="18" charset="0"/>
              </a:rPr>
              <a:t>버전</a:t>
            </a:r>
          </a:p>
        </p:txBody>
      </p:sp>
      <p:sp>
        <p:nvSpPr>
          <p:cNvPr id="100" name="TextBox 99">
            <a:extLst>
              <a:ext uri="{FF2B5EF4-FFF2-40B4-BE49-F238E27FC236}">
                <a16:creationId xmlns="" xmlns:a16="http://schemas.microsoft.com/office/drawing/2014/main" id="{901D33A7-EB60-5F4E-8195-30BAD66A76D0}"/>
              </a:ext>
            </a:extLst>
          </p:cNvPr>
          <p:cNvSpPr txBox="1"/>
          <p:nvPr/>
        </p:nvSpPr>
        <p:spPr>
          <a:xfrm>
            <a:off x="469838" y="6191470"/>
            <a:ext cx="2760762" cy="200055"/>
          </a:xfrm>
          <a:prstGeom prst="rect">
            <a:avLst/>
          </a:prstGeom>
          <a:noFill/>
        </p:spPr>
        <p:txBody>
          <a:bodyPr wrap="square" rtlCol="0">
            <a:spAutoFit/>
          </a:bodyPr>
          <a:lstStyle/>
          <a:p>
            <a:pPr algn="ctr"/>
            <a:r>
              <a:rPr lang="ko-KR" altLang="en-US" sz="700" u="sng" dirty="0">
                <a:solidFill>
                  <a:schemeClr val="bg1">
                    <a:lumMod val="50000"/>
                  </a:schemeClr>
                </a:solidFill>
                <a:latin typeface="Times New Roman" pitchFamily="18" charset="0"/>
                <a:ea typeface="Nanum Gothic" panose="020D0604000000000000" pitchFamily="34" charset="-127"/>
                <a:cs typeface="Times New Roman" pitchFamily="18" charset="0"/>
              </a:rPr>
              <a:t>이용약관</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    </a:t>
            </a:r>
            <a:r>
              <a:rPr lang="ko-KR" altLang="en-US" sz="700" u="sng" dirty="0">
                <a:solidFill>
                  <a:schemeClr val="bg1">
                    <a:lumMod val="50000"/>
                  </a:schemeClr>
                </a:solidFill>
                <a:latin typeface="Times New Roman" pitchFamily="18" charset="0"/>
                <a:ea typeface="Nanum Gothic" panose="020D0604000000000000" pitchFamily="34" charset="-127"/>
                <a:cs typeface="Times New Roman" pitchFamily="18" charset="0"/>
              </a:rPr>
              <a:t>개인정보 처리 방침 </a:t>
            </a:r>
          </a:p>
        </p:txBody>
      </p:sp>
      <p:sp>
        <p:nvSpPr>
          <p:cNvPr id="73" name="직사각형 72">
            <a:extLst>
              <a:ext uri="{FF2B5EF4-FFF2-40B4-BE49-F238E27FC236}">
                <a16:creationId xmlns="" xmlns:a16="http://schemas.microsoft.com/office/drawing/2014/main" id="{CB156555-A3F3-F149-AED8-EAB5DF426C50}"/>
              </a:ext>
            </a:extLst>
          </p:cNvPr>
          <p:cNvSpPr/>
          <p:nvPr/>
        </p:nvSpPr>
        <p:spPr>
          <a:xfrm>
            <a:off x="3692955" y="2642929"/>
            <a:ext cx="3079055" cy="3838129"/>
          </a:xfrm>
          <a:prstGeom prst="rect">
            <a:avLst/>
          </a:prstGeom>
          <a:solidFill>
            <a:schemeClr val="bg1"/>
          </a:solid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ko-KR" sz="1100" b="1" smtClean="0">
                <a:solidFill>
                  <a:schemeClr val="tx1"/>
                </a:solidFill>
                <a:latin typeface="Times New Roman" pitchFamily="18" charset="0"/>
                <a:ea typeface="Nanum Gothic" panose="020D0604000000000000" pitchFamily="34" charset="-127"/>
                <a:cs typeface="Times New Roman" pitchFamily="18" charset="0"/>
              </a:rPr>
              <a:t>Xem thông báo</a:t>
            </a:r>
            <a:endParaRPr lang="en-US" altLang="ko-KR" sz="1100" b="1"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r>
              <a:rPr lang="ko-KR" altLang="en-US" sz="1050" b="1" dirty="0">
                <a:solidFill>
                  <a:schemeClr val="tx1"/>
                </a:solidFill>
                <a:latin typeface="Times New Roman" pitchFamily="18" charset="0"/>
                <a:ea typeface="Nanum Gothic" panose="020D0604000000000000" pitchFamily="34" charset="-127"/>
                <a:cs typeface="Times New Roman" pitchFamily="18" charset="0"/>
              </a:rPr>
              <a:t>   </a:t>
            </a:r>
            <a:r>
              <a:rPr lang="en-US" altLang="ko-KR" sz="1050" b="1" dirty="0">
                <a:solidFill>
                  <a:schemeClr val="tx1"/>
                </a:solidFill>
                <a:latin typeface="Times New Roman" pitchFamily="18" charset="0"/>
                <a:ea typeface="Nanum Gothic" panose="020D0604000000000000" pitchFamily="34" charset="-127"/>
                <a:cs typeface="Times New Roman" pitchFamily="18" charset="0"/>
              </a:rPr>
              <a:t>03.02</a:t>
            </a:r>
            <a:r>
              <a:rPr lang="ko-KR" altLang="en-US" sz="1050" b="1" dirty="0">
                <a:solidFill>
                  <a:schemeClr val="tx1"/>
                </a:solidFill>
                <a:latin typeface="Times New Roman" pitchFamily="18" charset="0"/>
                <a:ea typeface="Nanum Gothic" panose="020D0604000000000000" pitchFamily="34" charset="-127"/>
                <a:cs typeface="Times New Roman" pitchFamily="18" charset="0"/>
              </a:rPr>
              <a:t>   수수료가 변경되었습니다</a:t>
            </a:r>
            <a:r>
              <a:rPr lang="en-US" altLang="ko-KR" sz="1050" b="1" dirty="0">
                <a:solidFill>
                  <a:schemeClr val="tx1"/>
                </a:solidFill>
                <a:latin typeface="Times New Roman" pitchFamily="18" charset="0"/>
                <a:ea typeface="Nanum Gothic" panose="020D0604000000000000" pitchFamily="34" charset="-127"/>
                <a:cs typeface="Times New Roman" pitchFamily="18" charset="0"/>
              </a:rPr>
              <a:t>.</a:t>
            </a:r>
            <a:r>
              <a:rPr lang="ko-KR" altLang="en-US" sz="1050" b="1" dirty="0">
                <a:solidFill>
                  <a:schemeClr val="tx1"/>
                </a:solidFill>
                <a:latin typeface="Times New Roman" pitchFamily="18" charset="0"/>
                <a:ea typeface="Nanum Gothic" panose="020D0604000000000000" pitchFamily="34" charset="-127"/>
                <a:cs typeface="Times New Roman" pitchFamily="18" charset="0"/>
              </a:rPr>
              <a:t>  </a:t>
            </a:r>
            <a:endParaRPr lang="en-US" altLang="ko-KR" sz="105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105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74" name="TextBox 73">
            <a:extLst>
              <a:ext uri="{FF2B5EF4-FFF2-40B4-BE49-F238E27FC236}">
                <a16:creationId xmlns="" xmlns:a16="http://schemas.microsoft.com/office/drawing/2014/main" id="{AB25402C-64FF-D340-9F11-CAF625EF6123}"/>
              </a:ext>
            </a:extLst>
          </p:cNvPr>
          <p:cNvSpPr txBox="1"/>
          <p:nvPr/>
        </p:nvSpPr>
        <p:spPr>
          <a:xfrm>
            <a:off x="6354800" y="2667256"/>
            <a:ext cx="295274" cy="276999"/>
          </a:xfrm>
          <a:prstGeom prst="rect">
            <a:avLst/>
          </a:prstGeom>
          <a:noFill/>
        </p:spPr>
        <p:txBody>
          <a:bodyPr wrap="none" rtlCol="0">
            <a:spAutoFit/>
          </a:bodyPr>
          <a:lstStyle/>
          <a:p>
            <a:r>
              <a:rPr lang="en-US" altLang="ko-KR" sz="1200" b="1" dirty="0">
                <a:latin typeface="Times New Roman" pitchFamily="18" charset="0"/>
                <a:ea typeface="Nanum Gothic" panose="020D0604000000000000" pitchFamily="34" charset="-127"/>
                <a:cs typeface="Times New Roman" pitchFamily="18" charset="0"/>
              </a:rPr>
              <a:t>X</a:t>
            </a:r>
            <a:endParaRPr lang="ko-KR" altLang="en-US" sz="1200" b="1" dirty="0">
              <a:latin typeface="Times New Roman" pitchFamily="18" charset="0"/>
              <a:ea typeface="Nanum Gothic" panose="020D0604000000000000" pitchFamily="34" charset="-127"/>
              <a:cs typeface="Times New Roman" pitchFamily="18" charset="0"/>
            </a:endParaRPr>
          </a:p>
        </p:txBody>
      </p:sp>
      <p:sp>
        <p:nvSpPr>
          <p:cNvPr id="75" name="직사각형 74">
            <a:extLst>
              <a:ext uri="{FF2B5EF4-FFF2-40B4-BE49-F238E27FC236}">
                <a16:creationId xmlns="" xmlns:a16="http://schemas.microsoft.com/office/drawing/2014/main" id="{B1A50ED6-3EA3-9F4B-95E0-CD6CCF24BC93}"/>
              </a:ext>
            </a:extLst>
          </p:cNvPr>
          <p:cNvSpPr/>
          <p:nvPr/>
        </p:nvSpPr>
        <p:spPr>
          <a:xfrm>
            <a:off x="3852741" y="3181394"/>
            <a:ext cx="2684435" cy="3010075"/>
          </a:xfrm>
          <a:prstGeom prst="rect">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sz="800" dirty="0">
                <a:solidFill>
                  <a:schemeClr val="tx1"/>
                </a:solidFill>
                <a:latin typeface="Times New Roman" pitchFamily="18" charset="0"/>
                <a:ea typeface="Nanum Gothic" panose="020D0604000000000000" pitchFamily="34" charset="-127"/>
                <a:cs typeface="Times New Roman" pitchFamily="18" charset="0"/>
              </a:rPr>
              <a:t>수수료가 변경되었습니다</a:t>
            </a:r>
            <a:r>
              <a:rPr lang="en-US" altLang="ko-KR" sz="800" dirty="0">
                <a:solidFill>
                  <a:schemeClr val="tx1"/>
                </a:solidFill>
                <a:latin typeface="Times New Roman" pitchFamily="18" charset="0"/>
                <a:ea typeface="Nanum Gothic" panose="020D0604000000000000" pitchFamily="34" charset="-127"/>
                <a:cs typeface="Times New Roman" pitchFamily="18" charset="0"/>
              </a:rPr>
              <a:t>. </a:t>
            </a:r>
            <a:r>
              <a:rPr lang="ko-KR" altLang="en-US" sz="800" dirty="0" err="1">
                <a:solidFill>
                  <a:schemeClr val="tx1"/>
                </a:solidFill>
                <a:latin typeface="Times New Roman" pitchFamily="18" charset="0"/>
                <a:ea typeface="Nanum Gothic" panose="020D0604000000000000" pitchFamily="34" charset="-127"/>
                <a:cs typeface="Times New Roman" pitchFamily="18" charset="0"/>
              </a:rPr>
              <a:t>어쩌구저꺼구</a:t>
            </a:r>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r>
              <a:rPr lang="ko-KR" altLang="en-US" sz="800" dirty="0">
                <a:solidFill>
                  <a:schemeClr val="tx1"/>
                </a:solidFill>
                <a:latin typeface="Times New Roman" pitchFamily="18" charset="0"/>
                <a:ea typeface="Nanum Gothic" panose="020D0604000000000000" pitchFamily="34" charset="-127"/>
                <a:cs typeface="Times New Roman" pitchFamily="18" charset="0"/>
              </a:rPr>
              <a:t>공지사항에 등록한 상세 내용을 표기 합니다</a:t>
            </a:r>
            <a:r>
              <a:rPr lang="en-US" altLang="ko-KR" sz="800" dirty="0">
                <a:solidFill>
                  <a:schemeClr val="tx1"/>
                </a:solidFill>
                <a:latin typeface="Times New Roman" pitchFamily="18" charset="0"/>
                <a:ea typeface="Nanum Gothic" panose="020D0604000000000000" pitchFamily="34" charset="-127"/>
                <a:cs typeface="Times New Roman" pitchFamily="18" charset="0"/>
              </a:rPr>
              <a:t>.</a:t>
            </a:r>
            <a:r>
              <a:rPr lang="ko-KR" altLang="en-US" sz="800" dirty="0">
                <a:solidFill>
                  <a:schemeClr val="tx1"/>
                </a:solidFill>
                <a:latin typeface="Times New Roman" pitchFamily="18" charset="0"/>
                <a:ea typeface="Nanum Gothic" panose="020D0604000000000000" pitchFamily="34" charset="-127"/>
                <a:cs typeface="Times New Roman" pitchFamily="18" charset="0"/>
              </a:rPr>
              <a:t> </a:t>
            </a:r>
            <a:endParaRPr lang="en-US" altLang="ko-KR" sz="800" dirty="0">
              <a:solidFill>
                <a:schemeClr val="tx1"/>
              </a:solidFill>
              <a:latin typeface="Times New Roman" pitchFamily="18" charset="0"/>
              <a:ea typeface="Nanum Gothic" panose="020D0604000000000000" pitchFamily="34" charset="-127"/>
              <a:cs typeface="Times New Roman" pitchFamily="18" charset="0"/>
            </a:endParaRPr>
          </a:p>
          <a:p>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77" name="왼쪽 중괄호[L] 76">
            <a:extLst>
              <a:ext uri="{FF2B5EF4-FFF2-40B4-BE49-F238E27FC236}">
                <a16:creationId xmlns="" xmlns:a16="http://schemas.microsoft.com/office/drawing/2014/main" id="{1C35664D-301C-5B43-AAB0-8CDD4E0E0853}"/>
              </a:ext>
            </a:extLst>
          </p:cNvPr>
          <p:cNvSpPr/>
          <p:nvPr/>
        </p:nvSpPr>
        <p:spPr>
          <a:xfrm rot="10800000">
            <a:off x="6818739" y="3181394"/>
            <a:ext cx="336774" cy="3299664"/>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78" name="TextBox 77">
            <a:extLst>
              <a:ext uri="{FF2B5EF4-FFF2-40B4-BE49-F238E27FC236}">
                <a16:creationId xmlns="" xmlns:a16="http://schemas.microsoft.com/office/drawing/2014/main" id="{BEB074A4-9975-1A4E-8E73-DDD4EF2B9017}"/>
              </a:ext>
            </a:extLst>
          </p:cNvPr>
          <p:cNvSpPr txBox="1"/>
          <p:nvPr/>
        </p:nvSpPr>
        <p:spPr>
          <a:xfrm>
            <a:off x="7126456" y="4701490"/>
            <a:ext cx="490840" cy="246221"/>
          </a:xfrm>
          <a:prstGeom prst="rect">
            <a:avLst/>
          </a:prstGeom>
          <a:noFill/>
        </p:spPr>
        <p:txBody>
          <a:bodyPr wrap="none" rtlCol="0">
            <a:spAutoFit/>
          </a:bodyPr>
          <a:lstStyle/>
          <a:p>
            <a:r>
              <a:rPr kumimoji="1" lang="en-US" altLang="ko-KR" sz="1000" i="1" smtClean="0">
                <a:solidFill>
                  <a:srgbClr val="0070C0"/>
                </a:solidFill>
                <a:latin typeface="Times New Roman" pitchFamily="18" charset="0"/>
                <a:ea typeface="Nanum Gothic" panose="020D0604000000000000" pitchFamily="34" charset="-127"/>
                <a:cs typeface="Times New Roman" pitchFamily="18" charset="0"/>
              </a:rPr>
              <a:t>Scroll</a:t>
            </a:r>
            <a:endParaRPr kumimoji="1" lang="en-US" altLang="ko-KR" sz="1000" i="1" dirty="0">
              <a:solidFill>
                <a:srgbClr val="0070C0"/>
              </a:solidFill>
              <a:latin typeface="Times New Roman" pitchFamily="18" charset="0"/>
              <a:ea typeface="Nanum Gothic" panose="020D0604000000000000" pitchFamily="34" charset="-127"/>
              <a:cs typeface="Times New Roman" pitchFamily="18" charset="0"/>
            </a:endParaRPr>
          </a:p>
        </p:txBody>
      </p:sp>
      <p:sp>
        <p:nvSpPr>
          <p:cNvPr id="80" name="왼쪽 중괄호[L] 79">
            <a:extLst>
              <a:ext uri="{FF2B5EF4-FFF2-40B4-BE49-F238E27FC236}">
                <a16:creationId xmlns="" xmlns:a16="http://schemas.microsoft.com/office/drawing/2014/main" id="{D78FFEE8-3D6A-D044-9093-FB1197F5017C}"/>
              </a:ext>
            </a:extLst>
          </p:cNvPr>
          <p:cNvSpPr/>
          <p:nvPr/>
        </p:nvSpPr>
        <p:spPr>
          <a:xfrm rot="10800000">
            <a:off x="6813821" y="2683502"/>
            <a:ext cx="362570" cy="457465"/>
          </a:xfrm>
          <a:prstGeom prst="leftBrace">
            <a:avLst/>
          </a:prstGeom>
          <a:ln w="3175">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R" altLang="en-US">
              <a:latin typeface="Times New Roman" pitchFamily="18" charset="0"/>
              <a:cs typeface="Times New Roman" pitchFamily="18" charset="0"/>
            </a:endParaRPr>
          </a:p>
        </p:txBody>
      </p:sp>
      <p:sp>
        <p:nvSpPr>
          <p:cNvPr id="81" name="TextBox 80">
            <a:extLst>
              <a:ext uri="{FF2B5EF4-FFF2-40B4-BE49-F238E27FC236}">
                <a16:creationId xmlns="" xmlns:a16="http://schemas.microsoft.com/office/drawing/2014/main" id="{EC9D7B2E-D921-5542-9DC3-BD26706D9732}"/>
              </a:ext>
            </a:extLst>
          </p:cNvPr>
          <p:cNvSpPr txBox="1"/>
          <p:nvPr/>
        </p:nvSpPr>
        <p:spPr>
          <a:xfrm>
            <a:off x="7151827" y="2826335"/>
            <a:ext cx="593432" cy="246221"/>
          </a:xfrm>
          <a:prstGeom prst="rect">
            <a:avLst/>
          </a:prstGeom>
          <a:noFill/>
        </p:spPr>
        <p:txBody>
          <a:bodyPr wrap="none" rtlCol="0">
            <a:spAutoFit/>
          </a:bodyPr>
          <a:lstStyle/>
          <a:p>
            <a:r>
              <a:rPr kumimoji="1" lang="en-US" altLang="ko-KR" sz="1000" i="1" smtClean="0">
                <a:solidFill>
                  <a:srgbClr val="0070C0"/>
                </a:solidFill>
                <a:latin typeface="Times New Roman" pitchFamily="18" charset="0"/>
                <a:ea typeface="Nanum Gothic" panose="020D0604000000000000" pitchFamily="34" charset="-127"/>
                <a:cs typeface="Times New Roman" pitchFamily="18" charset="0"/>
              </a:rPr>
              <a:t>Cố định</a:t>
            </a:r>
            <a:endParaRPr kumimoji="1" lang="en-US" altLang="ko-KR" sz="1000" i="1" dirty="0">
              <a:solidFill>
                <a:srgbClr val="0070C0"/>
              </a:solidFill>
              <a:latin typeface="Times New Roman" pitchFamily="18" charset="0"/>
              <a:ea typeface="Nanum Gothic" panose="020D0604000000000000" pitchFamily="34" charset="-127"/>
              <a:cs typeface="Times New Roman" pitchFamily="18" charset="0"/>
            </a:endParaRPr>
          </a:p>
        </p:txBody>
      </p:sp>
      <p:cxnSp>
        <p:nvCxnSpPr>
          <p:cNvPr id="83" name="꺾인 연결선[E] 82">
            <a:extLst>
              <a:ext uri="{FF2B5EF4-FFF2-40B4-BE49-F238E27FC236}">
                <a16:creationId xmlns="" xmlns:a16="http://schemas.microsoft.com/office/drawing/2014/main" id="{76D95C3C-79D0-9949-9609-E59171700A2C}"/>
              </a:ext>
            </a:extLst>
          </p:cNvPr>
          <p:cNvCxnSpPr>
            <a:cxnSpLocks/>
            <a:stCxn id="84" idx="3"/>
          </p:cNvCxnSpPr>
          <p:nvPr/>
        </p:nvCxnSpPr>
        <p:spPr>
          <a:xfrm flipV="1">
            <a:off x="2225631" y="3799494"/>
            <a:ext cx="1466987" cy="556428"/>
          </a:xfrm>
          <a:prstGeom prst="bentConnector3">
            <a:avLst>
              <a:gd name="adj1" fmla="val 50000"/>
            </a:avLst>
          </a:prstGeom>
          <a:ln w="3175">
            <a:solidFill>
              <a:srgbClr val="0070C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4" name="직사각형 83">
            <a:extLst>
              <a:ext uri="{FF2B5EF4-FFF2-40B4-BE49-F238E27FC236}">
                <a16:creationId xmlns="" xmlns:a16="http://schemas.microsoft.com/office/drawing/2014/main" id="{59100A9F-4C0C-9241-AD6C-C4A82EC0CFE7}"/>
              </a:ext>
            </a:extLst>
          </p:cNvPr>
          <p:cNvSpPr/>
          <p:nvPr/>
        </p:nvSpPr>
        <p:spPr>
          <a:xfrm>
            <a:off x="393697" y="4212622"/>
            <a:ext cx="1831934" cy="286600"/>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85" name="직사각형 84">
            <a:extLst>
              <a:ext uri="{FF2B5EF4-FFF2-40B4-BE49-F238E27FC236}">
                <a16:creationId xmlns="" xmlns:a16="http://schemas.microsoft.com/office/drawing/2014/main" id="{D866A1D2-6897-0B41-BAAE-8E1DF222A8B6}"/>
              </a:ext>
            </a:extLst>
          </p:cNvPr>
          <p:cNvSpPr/>
          <p:nvPr/>
        </p:nvSpPr>
        <p:spPr>
          <a:xfrm>
            <a:off x="6323727" y="2698082"/>
            <a:ext cx="318331" cy="270500"/>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cxnSp>
        <p:nvCxnSpPr>
          <p:cNvPr id="90" name="꺾인 연결선[E] 89">
            <a:extLst>
              <a:ext uri="{FF2B5EF4-FFF2-40B4-BE49-F238E27FC236}">
                <a16:creationId xmlns="" xmlns:a16="http://schemas.microsoft.com/office/drawing/2014/main" id="{A03C269A-9BC1-D143-9EC7-0A92E9625601}"/>
              </a:ext>
            </a:extLst>
          </p:cNvPr>
          <p:cNvCxnSpPr>
            <a:cxnSpLocks/>
            <a:stCxn id="74" idx="0"/>
          </p:cNvCxnSpPr>
          <p:nvPr/>
        </p:nvCxnSpPr>
        <p:spPr>
          <a:xfrm rot="16200000" flipV="1">
            <a:off x="4455287" y="620106"/>
            <a:ext cx="1023146" cy="3071154"/>
          </a:xfrm>
          <a:prstGeom prst="bentConnector2">
            <a:avLst/>
          </a:prstGeom>
          <a:ln w="3175">
            <a:solidFill>
              <a:srgbClr val="0070C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6" name="직사각형 95">
            <a:extLst>
              <a:ext uri="{FF2B5EF4-FFF2-40B4-BE49-F238E27FC236}">
                <a16:creationId xmlns="" xmlns:a16="http://schemas.microsoft.com/office/drawing/2014/main" id="{D62DD860-4E31-4B48-B909-7F9B3B570403}"/>
              </a:ext>
            </a:extLst>
          </p:cNvPr>
          <p:cNvSpPr/>
          <p:nvPr/>
        </p:nvSpPr>
        <p:spPr>
          <a:xfrm>
            <a:off x="3867607" y="2904948"/>
            <a:ext cx="437321" cy="236019"/>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98" name="직사각형 97">
            <a:extLst>
              <a:ext uri="{FF2B5EF4-FFF2-40B4-BE49-F238E27FC236}">
                <a16:creationId xmlns="" xmlns:a16="http://schemas.microsoft.com/office/drawing/2014/main" id="{6A33FC2A-2445-0446-8793-B03CA9DFF2FC}"/>
              </a:ext>
            </a:extLst>
          </p:cNvPr>
          <p:cNvSpPr/>
          <p:nvPr/>
        </p:nvSpPr>
        <p:spPr>
          <a:xfrm>
            <a:off x="4367896" y="2891806"/>
            <a:ext cx="1555279" cy="240400"/>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20" name="타원 119">
            <a:extLst>
              <a:ext uri="{FF2B5EF4-FFF2-40B4-BE49-F238E27FC236}">
                <a16:creationId xmlns="" xmlns:a16="http://schemas.microsoft.com/office/drawing/2014/main" id="{67AF5D8F-20E4-EB4B-90EB-F01580F39042}"/>
              </a:ext>
            </a:extLst>
          </p:cNvPr>
          <p:cNvSpPr/>
          <p:nvPr/>
        </p:nvSpPr>
        <p:spPr>
          <a:xfrm>
            <a:off x="322817" y="4204142"/>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1</a:t>
            </a:r>
            <a:endParaRPr lang="ko-KR" altLang="en-US" sz="800" b="1" dirty="0">
              <a:latin typeface="Times New Roman" pitchFamily="18" charset="0"/>
              <a:ea typeface="나눔고딕" pitchFamily="50" charset="-127"/>
              <a:cs typeface="Times New Roman" pitchFamily="18" charset="0"/>
            </a:endParaRPr>
          </a:p>
        </p:txBody>
      </p:sp>
      <p:sp>
        <p:nvSpPr>
          <p:cNvPr id="121" name="타원 120">
            <a:extLst>
              <a:ext uri="{FF2B5EF4-FFF2-40B4-BE49-F238E27FC236}">
                <a16:creationId xmlns="" xmlns:a16="http://schemas.microsoft.com/office/drawing/2014/main" id="{E8F135D1-3E52-A248-9253-4BE3877AB945}"/>
              </a:ext>
            </a:extLst>
          </p:cNvPr>
          <p:cNvSpPr/>
          <p:nvPr/>
        </p:nvSpPr>
        <p:spPr>
          <a:xfrm>
            <a:off x="3762790" y="2874799"/>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2</a:t>
            </a:r>
            <a:endParaRPr lang="ko-KR" altLang="en-US" sz="800" b="1" dirty="0">
              <a:latin typeface="Times New Roman" pitchFamily="18" charset="0"/>
              <a:ea typeface="나눔고딕" pitchFamily="50" charset="-127"/>
              <a:cs typeface="Times New Roman" pitchFamily="18" charset="0"/>
            </a:endParaRPr>
          </a:p>
        </p:txBody>
      </p:sp>
      <p:sp>
        <p:nvSpPr>
          <p:cNvPr id="122" name="타원 121">
            <a:extLst>
              <a:ext uri="{FF2B5EF4-FFF2-40B4-BE49-F238E27FC236}">
                <a16:creationId xmlns="" xmlns:a16="http://schemas.microsoft.com/office/drawing/2014/main" id="{BB24F9C8-A7D2-B04F-95EB-A7DBDBCEDECC}"/>
              </a:ext>
            </a:extLst>
          </p:cNvPr>
          <p:cNvSpPr/>
          <p:nvPr/>
        </p:nvSpPr>
        <p:spPr>
          <a:xfrm>
            <a:off x="5090163" y="2795489"/>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3</a:t>
            </a:r>
            <a:endParaRPr lang="ko-KR" altLang="en-US" sz="800" b="1" dirty="0">
              <a:latin typeface="Times New Roman" pitchFamily="18" charset="0"/>
              <a:ea typeface="나눔고딕" pitchFamily="50" charset="-127"/>
              <a:cs typeface="Times New Roman" pitchFamily="18" charset="0"/>
            </a:endParaRPr>
          </a:p>
        </p:txBody>
      </p:sp>
      <p:sp>
        <p:nvSpPr>
          <p:cNvPr id="123" name="타원 122">
            <a:extLst>
              <a:ext uri="{FF2B5EF4-FFF2-40B4-BE49-F238E27FC236}">
                <a16:creationId xmlns="" xmlns:a16="http://schemas.microsoft.com/office/drawing/2014/main" id="{83E34422-EC8F-184E-841A-AFDDA1AAFD38}"/>
              </a:ext>
            </a:extLst>
          </p:cNvPr>
          <p:cNvSpPr/>
          <p:nvPr/>
        </p:nvSpPr>
        <p:spPr>
          <a:xfrm>
            <a:off x="3770970" y="3294747"/>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4</a:t>
            </a:r>
            <a:endParaRPr lang="ko-KR" altLang="en-US" sz="800" b="1" dirty="0">
              <a:latin typeface="Times New Roman" pitchFamily="18" charset="0"/>
              <a:ea typeface="나눔고딕" pitchFamily="50" charset="-127"/>
              <a:cs typeface="Times New Roman" pitchFamily="18" charset="0"/>
            </a:endParaRPr>
          </a:p>
        </p:txBody>
      </p:sp>
    </p:spTree>
    <p:extLst>
      <p:ext uri="{BB962C8B-B14F-4D97-AF65-F5344CB8AC3E}">
        <p14:creationId xmlns="" xmlns:p14="http://schemas.microsoft.com/office/powerpoint/2010/main" val="4095633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13">
            <a:extLst>
              <a:ext uri="{FF2B5EF4-FFF2-40B4-BE49-F238E27FC236}">
                <a16:creationId xmlns="" xmlns:a16="http://schemas.microsoft.com/office/drawing/2014/main" id="{C67B0FEB-BF29-CE48-A91B-106958018731}"/>
              </a:ext>
            </a:extLst>
          </p:cNvPr>
          <p:cNvGrpSpPr/>
          <p:nvPr/>
        </p:nvGrpSpPr>
        <p:grpSpPr>
          <a:xfrm>
            <a:off x="65578" y="3948238"/>
            <a:ext cx="3376813" cy="2664296"/>
            <a:chOff x="3812378" y="2436988"/>
            <a:chExt cx="3456384" cy="5367922"/>
          </a:xfrm>
        </p:grpSpPr>
        <p:sp>
          <p:nvSpPr>
            <p:cNvPr id="48" name="직사각형 47">
              <a:extLst>
                <a:ext uri="{FF2B5EF4-FFF2-40B4-BE49-F238E27FC236}">
                  <a16:creationId xmlns="" xmlns:a16="http://schemas.microsoft.com/office/drawing/2014/main" id="{CA12A624-D984-2745-9178-E9FFB37D9316}"/>
                </a:ext>
              </a:extLst>
            </p:cNvPr>
            <p:cNvSpPr/>
            <p:nvPr/>
          </p:nvSpPr>
          <p:spPr>
            <a:xfrm>
              <a:off x="3971252" y="2436988"/>
              <a:ext cx="3297510" cy="5367922"/>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cxnSp>
          <p:nvCxnSpPr>
            <p:cNvPr id="65" name="직선 연결선[R] 64">
              <a:extLst>
                <a:ext uri="{FF2B5EF4-FFF2-40B4-BE49-F238E27FC236}">
                  <a16:creationId xmlns="" xmlns:a16="http://schemas.microsoft.com/office/drawing/2014/main" id="{AA3283A6-DA75-2A45-BA21-79533C5D5715}"/>
                </a:ext>
              </a:extLst>
            </p:cNvPr>
            <p:cNvCxnSpPr>
              <a:cxnSpLocks/>
            </p:cNvCxnSpPr>
            <p:nvPr/>
          </p:nvCxnSpPr>
          <p:spPr>
            <a:xfrm>
              <a:off x="3812378" y="2436988"/>
              <a:ext cx="3456384"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 name="그룹 12">
            <a:extLst>
              <a:ext uri="{FF2B5EF4-FFF2-40B4-BE49-F238E27FC236}">
                <a16:creationId xmlns="" xmlns:a16="http://schemas.microsoft.com/office/drawing/2014/main" id="{E61AEF09-253D-FF42-80C5-2E17817FBB4F}"/>
              </a:ext>
            </a:extLst>
          </p:cNvPr>
          <p:cNvGrpSpPr/>
          <p:nvPr/>
        </p:nvGrpSpPr>
        <p:grpSpPr>
          <a:xfrm>
            <a:off x="223825" y="1053987"/>
            <a:ext cx="3218903" cy="2629867"/>
            <a:chOff x="223825" y="1429266"/>
            <a:chExt cx="3456384" cy="3738062"/>
          </a:xfrm>
        </p:grpSpPr>
        <p:sp>
          <p:nvSpPr>
            <p:cNvPr id="93" name="직사각형 92">
              <a:extLst>
                <a:ext uri="{FF2B5EF4-FFF2-40B4-BE49-F238E27FC236}">
                  <a16:creationId xmlns="" xmlns:a16="http://schemas.microsoft.com/office/drawing/2014/main" id="{EB161DE0-B224-844A-8200-790428F7686A}"/>
                </a:ext>
              </a:extLst>
            </p:cNvPr>
            <p:cNvSpPr/>
            <p:nvPr/>
          </p:nvSpPr>
          <p:spPr>
            <a:xfrm>
              <a:off x="223825" y="1429266"/>
              <a:ext cx="3456384" cy="3738062"/>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700">
                <a:solidFill>
                  <a:schemeClr val="tx1"/>
                </a:solidFill>
                <a:latin typeface="Times New Roman" pitchFamily="18" charset="0"/>
                <a:ea typeface="Nanum Gothic" panose="020D0604000000000000" pitchFamily="34" charset="-127"/>
                <a:cs typeface="Times New Roman" pitchFamily="18" charset="0"/>
              </a:endParaRPr>
            </a:p>
          </p:txBody>
        </p:sp>
        <p:cxnSp>
          <p:nvCxnSpPr>
            <p:cNvPr id="72" name="직선 연결선[R] 71">
              <a:extLst>
                <a:ext uri="{FF2B5EF4-FFF2-40B4-BE49-F238E27FC236}">
                  <a16:creationId xmlns="" xmlns:a16="http://schemas.microsoft.com/office/drawing/2014/main" id="{115847D2-F4B8-A848-9FEA-741A6ECDEB4A}"/>
                </a:ext>
              </a:extLst>
            </p:cNvPr>
            <p:cNvCxnSpPr>
              <a:cxnSpLocks/>
            </p:cNvCxnSpPr>
            <p:nvPr/>
          </p:nvCxnSpPr>
          <p:spPr>
            <a:xfrm>
              <a:off x="223825" y="5167328"/>
              <a:ext cx="3456384"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제목 1"/>
          <p:cNvSpPr>
            <a:spLocks noGrp="1"/>
          </p:cNvSpPr>
          <p:nvPr>
            <p:ph type="title"/>
          </p:nvPr>
        </p:nvSpPr>
        <p:spPr/>
        <p:txBody>
          <a:bodyPr/>
          <a:lstStyle/>
          <a:p>
            <a:r>
              <a:rPr lang="en-US" altLang="ko-KR" smtClean="0">
                <a:latin typeface="Times New Roman" pitchFamily="18" charset="0"/>
                <a:ea typeface="Nanum Gothic" panose="020D0604000000000000" pitchFamily="34" charset="-127"/>
                <a:cs typeface="Times New Roman" pitchFamily="18" charset="0"/>
              </a:rPr>
              <a:t>Footer</a:t>
            </a:r>
            <a:r>
              <a:rPr lang="ko-KR" altLang="en-US" smtClean="0">
                <a:latin typeface="Times New Roman" pitchFamily="18" charset="0"/>
                <a:ea typeface="Nanum Gothic" panose="020D0604000000000000" pitchFamily="34" charset="-127"/>
                <a:cs typeface="Times New Roman" pitchFamily="18" charset="0"/>
              </a:rPr>
              <a:t> </a:t>
            </a:r>
            <a:r>
              <a:rPr lang="en-US" altLang="ko-KR">
                <a:latin typeface="Times New Roman" pitchFamily="18" charset="0"/>
                <a:ea typeface="Nanum Gothic" panose="020D0604000000000000" pitchFamily="34" charset="-127"/>
                <a:cs typeface="Times New Roman" pitchFamily="18" charset="0"/>
              </a:rPr>
              <a:t>&gt;</a:t>
            </a:r>
            <a:r>
              <a:rPr lang="ko-KR" altLang="en-US">
                <a:latin typeface="Times New Roman" pitchFamily="18" charset="0"/>
                <a:ea typeface="Nanum Gothic" panose="020D0604000000000000" pitchFamily="34" charset="-127"/>
                <a:cs typeface="Times New Roman" pitchFamily="18" charset="0"/>
              </a:rPr>
              <a:t> </a:t>
            </a:r>
            <a:r>
              <a:rPr lang="en-US" altLang="ko-KR" smtClean="0">
                <a:latin typeface="Times New Roman" pitchFamily="18" charset="0"/>
                <a:ea typeface="Nanum Gothic" panose="020D0604000000000000" pitchFamily="34" charset="-127"/>
                <a:cs typeface="Times New Roman" pitchFamily="18" charset="0"/>
              </a:rPr>
              <a:t>Xem điều khoản sử dụng</a:t>
            </a:r>
            <a:endParaRPr lang="ko-KR" altLang="en-US" dirty="0">
              <a:latin typeface="Times New Roman" pitchFamily="18" charset="0"/>
              <a:ea typeface="Nanum Gothic" panose="020D0604000000000000" pitchFamily="34" charset="-127"/>
              <a:cs typeface="Times New Roman" pitchFamily="18" charset="0"/>
            </a:endParaRPr>
          </a:p>
        </p:txBody>
      </p:sp>
      <p:graphicFrame>
        <p:nvGraphicFramePr>
          <p:cNvPr id="89" name="표 88">
            <a:extLst>
              <a:ext uri="{FF2B5EF4-FFF2-40B4-BE49-F238E27FC236}">
                <a16:creationId xmlns="" xmlns:a16="http://schemas.microsoft.com/office/drawing/2014/main" id="{2C10C65E-0E9E-844F-B1E1-6039F2D08D34}"/>
              </a:ext>
            </a:extLst>
          </p:cNvPr>
          <p:cNvGraphicFramePr>
            <a:graphicFrameLocks noGrp="1"/>
          </p:cNvGraphicFramePr>
          <p:nvPr>
            <p:extLst>
              <p:ext uri="{D42A27DB-BD31-4B8C-83A1-F6EECF244321}">
                <p14:modId xmlns="" xmlns:p14="http://schemas.microsoft.com/office/powerpoint/2010/main" val="3434079485"/>
              </p:ext>
            </p:extLst>
          </p:nvPr>
        </p:nvGraphicFramePr>
        <p:xfrm>
          <a:off x="7453089" y="807470"/>
          <a:ext cx="2357214" cy="620640"/>
        </p:xfrm>
        <a:graphic>
          <a:graphicData uri="http://schemas.openxmlformats.org/drawingml/2006/table">
            <a:tbl>
              <a:tblPr firstRow="1" bandRow="1">
                <a:tableStyleId>{5940675A-B579-460E-94D1-54222C63F5DA}</a:tableStyleId>
              </a:tblPr>
              <a:tblGrid>
                <a:gridCol w="196974">
                  <a:extLst>
                    <a:ext uri="{9D8B030D-6E8A-4147-A177-3AD203B41FA5}">
                      <a16:colId xmlns="" xmlns:a16="http://schemas.microsoft.com/office/drawing/2014/main" val="20000"/>
                    </a:ext>
                  </a:extLst>
                </a:gridCol>
                <a:gridCol w="2160240">
                  <a:extLst>
                    <a:ext uri="{9D8B030D-6E8A-4147-A177-3AD203B41FA5}">
                      <a16:colId xmlns="" xmlns:a16="http://schemas.microsoft.com/office/drawing/2014/main" val="20001"/>
                    </a:ext>
                  </a:extLst>
                </a:gridCol>
              </a:tblGrid>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1</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Hiển thị modal pop-up nội dung điều khoản sử dụng, chính sách sử dụng thông tin cá nhân. Mặc định là chọn tab điều khoản sử dụng.</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5161791"/>
                  </a:ext>
                </a:extLst>
              </a:tr>
            </a:tbl>
          </a:graphicData>
        </a:graphic>
      </p:graphicFrame>
      <p:sp>
        <p:nvSpPr>
          <p:cNvPr id="155" name="직사각형 154">
            <a:extLst>
              <a:ext uri="{FF2B5EF4-FFF2-40B4-BE49-F238E27FC236}">
                <a16:creationId xmlns="" xmlns:a16="http://schemas.microsoft.com/office/drawing/2014/main" id="{68890253-EF97-D34A-A33A-EDA2DD64AC1A}"/>
              </a:ext>
            </a:extLst>
          </p:cNvPr>
          <p:cNvSpPr/>
          <p:nvPr/>
        </p:nvSpPr>
        <p:spPr>
          <a:xfrm>
            <a:off x="1178294" y="718123"/>
            <a:ext cx="2174550" cy="254981"/>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rPr>
              <a:t>이름</a:t>
            </a:r>
            <a:r>
              <a:rPr lang="en-US" altLang="ko-KR" sz="1050" dirty="0">
                <a:solidFill>
                  <a:schemeClr val="bg1">
                    <a:lumMod val="75000"/>
                  </a:schemeClr>
                </a:solidFill>
                <a:latin typeface="Times New Roman" pitchFamily="18" charset="0"/>
                <a:ea typeface="Nanum Gothic" panose="020D0604000000000000" pitchFamily="34" charset="-127"/>
                <a:cs typeface="Times New Roman" pitchFamily="18" charset="0"/>
              </a:rPr>
              <a:t>/</a:t>
            </a:r>
            <a:r>
              <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rPr>
              <a:t>전화번호</a:t>
            </a:r>
            <a:r>
              <a:rPr lang="en-US" altLang="ko-KR" sz="1050" dirty="0">
                <a:solidFill>
                  <a:schemeClr val="bg1">
                    <a:lumMod val="75000"/>
                  </a:schemeClr>
                </a:solidFill>
                <a:latin typeface="Times New Roman" pitchFamily="18" charset="0"/>
                <a:ea typeface="Nanum Gothic" panose="020D0604000000000000" pitchFamily="34" charset="-127"/>
                <a:cs typeface="Times New Roman" pitchFamily="18" charset="0"/>
              </a:rPr>
              <a:t>/</a:t>
            </a:r>
            <a:r>
              <a:rPr lang="ko-KR" altLang="en-US" sz="1050" dirty="0" err="1">
                <a:solidFill>
                  <a:schemeClr val="bg1">
                    <a:lumMod val="75000"/>
                  </a:schemeClr>
                </a:solidFill>
                <a:latin typeface="Times New Roman" pitchFamily="18" charset="0"/>
                <a:ea typeface="Nanum Gothic" panose="020D0604000000000000" pitchFamily="34" charset="-127"/>
                <a:cs typeface="Times New Roman" pitchFamily="18" charset="0"/>
              </a:rPr>
              <a:t>티켓번호</a:t>
            </a:r>
            <a:r>
              <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rPr>
              <a:t> 검색</a:t>
            </a:r>
          </a:p>
        </p:txBody>
      </p:sp>
      <p:pic>
        <p:nvPicPr>
          <p:cNvPr id="7" name="그림 6">
            <a:extLst>
              <a:ext uri="{FF2B5EF4-FFF2-40B4-BE49-F238E27FC236}">
                <a16:creationId xmlns="" xmlns:a16="http://schemas.microsoft.com/office/drawing/2014/main" id="{AF7F93BC-A3C3-884A-9C56-3A6BAAC261B6}"/>
              </a:ext>
            </a:extLst>
          </p:cNvPr>
          <p:cNvPicPr>
            <a:picLocks noChangeAspect="1"/>
          </p:cNvPicPr>
          <p:nvPr/>
        </p:nvPicPr>
        <p:blipFill>
          <a:blip r:embed="rId2" cstate="print"/>
          <a:stretch>
            <a:fillRect/>
          </a:stretch>
        </p:blipFill>
        <p:spPr>
          <a:xfrm>
            <a:off x="3112843" y="745692"/>
            <a:ext cx="196891" cy="196891"/>
          </a:xfrm>
          <a:prstGeom prst="rect">
            <a:avLst/>
          </a:prstGeom>
        </p:spPr>
      </p:pic>
      <p:sp>
        <p:nvSpPr>
          <p:cNvPr id="36" name="TextBox 35">
            <a:extLst>
              <a:ext uri="{FF2B5EF4-FFF2-40B4-BE49-F238E27FC236}">
                <a16:creationId xmlns="" xmlns:a16="http://schemas.microsoft.com/office/drawing/2014/main" id="{CD1E7185-70DA-744B-9543-1B134F2EBEDC}"/>
              </a:ext>
            </a:extLst>
          </p:cNvPr>
          <p:cNvSpPr txBox="1"/>
          <p:nvPr/>
        </p:nvSpPr>
        <p:spPr>
          <a:xfrm>
            <a:off x="345553" y="1200861"/>
            <a:ext cx="1179662" cy="307777"/>
          </a:xfrm>
          <a:prstGeom prst="rect">
            <a:avLst/>
          </a:prstGeom>
          <a:noFill/>
        </p:spPr>
        <p:txBody>
          <a:bodyPr wrap="square" rtlCol="0">
            <a:spAutoFit/>
          </a:bodyPr>
          <a:lstStyle/>
          <a:p>
            <a:pPr algn="ctr"/>
            <a:r>
              <a:rPr lang="ko-KR" altLang="en-US" sz="1400" b="1" dirty="0">
                <a:latin typeface="Times New Roman" pitchFamily="18" charset="0"/>
                <a:ea typeface="Nanum Gothic" panose="020D0604000000000000" pitchFamily="34" charset="-127"/>
                <a:cs typeface="Times New Roman" pitchFamily="18" charset="0"/>
              </a:rPr>
              <a:t>에버랜드 님</a:t>
            </a:r>
            <a:r>
              <a:rPr lang="en-US" altLang="ko-KR" sz="1400" b="1" dirty="0">
                <a:latin typeface="Times New Roman" pitchFamily="18" charset="0"/>
                <a:ea typeface="Nanum Gothic" panose="020D0604000000000000" pitchFamily="34" charset="-127"/>
                <a:cs typeface="Times New Roman" pitchFamily="18" charset="0"/>
              </a:rPr>
              <a:t>,</a:t>
            </a:r>
            <a:endParaRPr lang="ko-KR" altLang="en-US" sz="1400" b="1" dirty="0">
              <a:latin typeface="Times New Roman" pitchFamily="18" charset="0"/>
              <a:ea typeface="Nanum Gothic" panose="020D0604000000000000" pitchFamily="34" charset="-127"/>
              <a:cs typeface="Times New Roman" pitchFamily="18" charset="0"/>
            </a:endParaRPr>
          </a:p>
        </p:txBody>
      </p:sp>
      <p:sp>
        <p:nvSpPr>
          <p:cNvPr id="41" name="TextBox 40">
            <a:extLst>
              <a:ext uri="{FF2B5EF4-FFF2-40B4-BE49-F238E27FC236}">
                <a16:creationId xmlns="" xmlns:a16="http://schemas.microsoft.com/office/drawing/2014/main" id="{2D956A21-9311-204C-ABE8-436CE286F1B8}"/>
              </a:ext>
            </a:extLst>
          </p:cNvPr>
          <p:cNvSpPr txBox="1"/>
          <p:nvPr/>
        </p:nvSpPr>
        <p:spPr>
          <a:xfrm>
            <a:off x="2265569" y="1262416"/>
            <a:ext cx="793942" cy="215444"/>
          </a:xfrm>
          <a:prstGeom prst="rect">
            <a:avLst/>
          </a:prstGeom>
          <a:noFill/>
        </p:spPr>
        <p:txBody>
          <a:bodyPr wrap="square" rtlCol="0">
            <a:spAutoFit/>
          </a:bodyPr>
          <a:lstStyle/>
          <a:p>
            <a:pPr algn="ctr"/>
            <a:r>
              <a:rPr lang="ko-KR" altLang="en-US" sz="800" dirty="0">
                <a:latin typeface="Times New Roman" pitchFamily="18" charset="0"/>
                <a:ea typeface="Nanum Gothic" panose="020D0604000000000000" pitchFamily="34" charset="-127"/>
                <a:cs typeface="Times New Roman" pitchFamily="18" charset="0"/>
              </a:rPr>
              <a:t>최근 </a:t>
            </a:r>
            <a:r>
              <a:rPr lang="en-US" altLang="ko-KR" sz="800" dirty="0">
                <a:latin typeface="Times New Roman" pitchFamily="18" charset="0"/>
                <a:ea typeface="Nanum Gothic" panose="020D0604000000000000" pitchFamily="34" charset="-127"/>
                <a:cs typeface="Times New Roman" pitchFamily="18" charset="0"/>
              </a:rPr>
              <a:t>01:39</a:t>
            </a:r>
            <a:endParaRPr lang="ko-KR" altLang="en-US" sz="800" dirty="0">
              <a:latin typeface="Times New Roman" pitchFamily="18" charset="0"/>
              <a:ea typeface="Nanum Gothic" panose="020D0604000000000000" pitchFamily="34" charset="-127"/>
              <a:cs typeface="Times New Roman" pitchFamily="18" charset="0"/>
            </a:endParaRPr>
          </a:p>
        </p:txBody>
      </p:sp>
      <p:pic>
        <p:nvPicPr>
          <p:cNvPr id="3" name="그림 2">
            <a:extLst>
              <a:ext uri="{FF2B5EF4-FFF2-40B4-BE49-F238E27FC236}">
                <a16:creationId xmlns="" xmlns:a16="http://schemas.microsoft.com/office/drawing/2014/main" id="{E0C8D162-6FEF-EC42-84F7-1B782D515B52}"/>
              </a:ext>
            </a:extLst>
          </p:cNvPr>
          <p:cNvPicPr>
            <a:picLocks noChangeAspect="1"/>
          </p:cNvPicPr>
          <p:nvPr/>
        </p:nvPicPr>
        <p:blipFill>
          <a:blip r:embed="rId3" cstate="print"/>
          <a:stretch>
            <a:fillRect/>
          </a:stretch>
        </p:blipFill>
        <p:spPr>
          <a:xfrm>
            <a:off x="3061200" y="1262759"/>
            <a:ext cx="200003" cy="200003"/>
          </a:xfrm>
          <a:prstGeom prst="rect">
            <a:avLst/>
          </a:prstGeom>
        </p:spPr>
      </p:pic>
      <p:sp>
        <p:nvSpPr>
          <p:cNvPr id="66" name="TextBox 65">
            <a:extLst>
              <a:ext uri="{FF2B5EF4-FFF2-40B4-BE49-F238E27FC236}">
                <a16:creationId xmlns="" xmlns:a16="http://schemas.microsoft.com/office/drawing/2014/main" id="{2B9ADF2C-C78F-1240-96AD-8B051CD3AC0E}"/>
              </a:ext>
            </a:extLst>
          </p:cNvPr>
          <p:cNvSpPr txBox="1"/>
          <p:nvPr/>
        </p:nvSpPr>
        <p:spPr>
          <a:xfrm>
            <a:off x="528093" y="1584439"/>
            <a:ext cx="1026008" cy="477054"/>
          </a:xfrm>
          <a:prstGeom prst="rect">
            <a:avLst/>
          </a:prstGeom>
          <a:noFill/>
        </p:spPr>
        <p:txBody>
          <a:bodyPr wrap="square" rtlCol="0">
            <a:spAutoFit/>
          </a:bodyPr>
          <a:lstStyle/>
          <a:p>
            <a:pPr algn="ctr"/>
            <a:r>
              <a:rPr kumimoji="1" lang="en-US" altLang="ko-KR" sz="1400" b="1" u="sng" dirty="0">
                <a:latin typeface="Times New Roman" pitchFamily="18" charset="0"/>
                <a:ea typeface="Nanum Gothic" panose="020D0604000000000000" pitchFamily="34" charset="-127"/>
                <a:cs typeface="Times New Roman" pitchFamily="18" charset="0"/>
              </a:rPr>
              <a:t>60 </a:t>
            </a:r>
            <a:r>
              <a:rPr kumimoji="1" lang="ko-KR" altLang="en-US" sz="1400" b="1" u="sng" dirty="0">
                <a:latin typeface="Times New Roman" pitchFamily="18" charset="0"/>
                <a:ea typeface="Nanum Gothic" panose="020D0604000000000000" pitchFamily="34" charset="-127"/>
                <a:cs typeface="Times New Roman" pitchFamily="18" charset="0"/>
              </a:rPr>
              <a:t>건</a:t>
            </a:r>
            <a:endParaRPr kumimoji="1" lang="en-US" altLang="ko-KR" sz="1400" b="1" u="sng" dirty="0">
              <a:latin typeface="Times New Roman" pitchFamily="18" charset="0"/>
              <a:ea typeface="Nanum Gothic" panose="020D0604000000000000" pitchFamily="34" charset="-127"/>
              <a:cs typeface="Times New Roman" pitchFamily="18" charset="0"/>
            </a:endParaRPr>
          </a:p>
          <a:p>
            <a:pPr algn="ctr"/>
            <a:r>
              <a:rPr kumimoji="1" lang="ko-KR" altLang="en-US" sz="1050" b="1" dirty="0" err="1">
                <a:latin typeface="Times New Roman" pitchFamily="18" charset="0"/>
                <a:ea typeface="Nanum Gothic" panose="020D0604000000000000" pitchFamily="34" charset="-127"/>
                <a:cs typeface="Times New Roman" pitchFamily="18" charset="0"/>
              </a:rPr>
              <a:t>미사용티켓</a:t>
            </a:r>
            <a:endParaRPr kumimoji="1" lang="en-US" altLang="ko-KR" sz="1400" b="1" dirty="0">
              <a:latin typeface="Times New Roman" pitchFamily="18" charset="0"/>
              <a:ea typeface="Nanum Gothic" panose="020D0604000000000000" pitchFamily="34" charset="-127"/>
              <a:cs typeface="Times New Roman" pitchFamily="18" charset="0"/>
            </a:endParaRPr>
          </a:p>
        </p:txBody>
      </p:sp>
      <p:sp>
        <p:nvSpPr>
          <p:cNvPr id="47" name="TextBox 46">
            <a:extLst>
              <a:ext uri="{FF2B5EF4-FFF2-40B4-BE49-F238E27FC236}">
                <a16:creationId xmlns="" xmlns:a16="http://schemas.microsoft.com/office/drawing/2014/main" id="{BB19FF7E-724C-2D4D-8487-1A565E3F3F4C}"/>
              </a:ext>
            </a:extLst>
          </p:cNvPr>
          <p:cNvSpPr txBox="1"/>
          <p:nvPr/>
        </p:nvSpPr>
        <p:spPr>
          <a:xfrm>
            <a:off x="2110243" y="1598636"/>
            <a:ext cx="1026008" cy="477054"/>
          </a:xfrm>
          <a:prstGeom prst="rect">
            <a:avLst/>
          </a:prstGeom>
          <a:noFill/>
        </p:spPr>
        <p:txBody>
          <a:bodyPr wrap="square" rtlCol="0">
            <a:spAutoFit/>
          </a:bodyPr>
          <a:lstStyle/>
          <a:p>
            <a:pPr algn="ctr"/>
            <a:r>
              <a:rPr kumimoji="1" lang="en-US" altLang="ko-KR" sz="1400" b="1" u="sng" dirty="0">
                <a:latin typeface="Times New Roman" pitchFamily="18" charset="0"/>
                <a:ea typeface="Nanum Gothic" panose="020D0604000000000000" pitchFamily="34" charset="-127"/>
                <a:cs typeface="Times New Roman" pitchFamily="18" charset="0"/>
              </a:rPr>
              <a:t>10 </a:t>
            </a:r>
            <a:r>
              <a:rPr kumimoji="1" lang="ko-KR" altLang="en-US" sz="1400" b="1" u="sng" dirty="0">
                <a:latin typeface="Times New Roman" pitchFamily="18" charset="0"/>
                <a:ea typeface="Nanum Gothic" panose="020D0604000000000000" pitchFamily="34" charset="-127"/>
                <a:cs typeface="Times New Roman" pitchFamily="18" charset="0"/>
              </a:rPr>
              <a:t>건</a:t>
            </a:r>
            <a:endParaRPr kumimoji="1" lang="en-US" altLang="ko-KR" sz="1400" b="1" u="sng" dirty="0">
              <a:latin typeface="Times New Roman" pitchFamily="18" charset="0"/>
              <a:ea typeface="Nanum Gothic" panose="020D0604000000000000" pitchFamily="34" charset="-127"/>
              <a:cs typeface="Times New Roman" pitchFamily="18" charset="0"/>
            </a:endParaRPr>
          </a:p>
          <a:p>
            <a:pPr algn="ctr"/>
            <a:r>
              <a:rPr kumimoji="1" lang="ko-KR" altLang="en-US" sz="1050" b="1" dirty="0" err="1">
                <a:latin typeface="Times New Roman" pitchFamily="18" charset="0"/>
                <a:ea typeface="Nanum Gothic" panose="020D0604000000000000" pitchFamily="34" charset="-127"/>
                <a:cs typeface="Times New Roman" pitchFamily="18" charset="0"/>
              </a:rPr>
              <a:t>미답변문의</a:t>
            </a:r>
            <a:endParaRPr kumimoji="1" lang="en-US" altLang="ko-KR" sz="1400" b="1" dirty="0">
              <a:latin typeface="Times New Roman" pitchFamily="18" charset="0"/>
              <a:ea typeface="Nanum Gothic" panose="020D0604000000000000" pitchFamily="34" charset="-127"/>
              <a:cs typeface="Times New Roman" pitchFamily="18" charset="0"/>
            </a:endParaRPr>
          </a:p>
        </p:txBody>
      </p:sp>
      <p:sp>
        <p:nvSpPr>
          <p:cNvPr id="37" name="직사각형 36">
            <a:extLst>
              <a:ext uri="{FF2B5EF4-FFF2-40B4-BE49-F238E27FC236}">
                <a16:creationId xmlns="" xmlns:a16="http://schemas.microsoft.com/office/drawing/2014/main" id="{7CDE39A9-3A7A-854A-AAD3-57B909C94452}"/>
              </a:ext>
            </a:extLst>
          </p:cNvPr>
          <p:cNvSpPr/>
          <p:nvPr/>
        </p:nvSpPr>
        <p:spPr>
          <a:xfrm>
            <a:off x="372054" y="4003010"/>
            <a:ext cx="2854709" cy="1440159"/>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ko-KR" altLang="en-US" sz="1200" b="1" dirty="0">
                <a:solidFill>
                  <a:schemeClr val="tx1"/>
                </a:solidFill>
                <a:latin typeface="Times New Roman" pitchFamily="18" charset="0"/>
                <a:ea typeface="Nanum Gothic" panose="020D0604000000000000" pitchFamily="34" charset="-127"/>
                <a:cs typeface="Times New Roman" pitchFamily="18" charset="0"/>
              </a:rPr>
              <a:t>공지사항</a:t>
            </a:r>
          </a:p>
        </p:txBody>
      </p:sp>
      <p:sp>
        <p:nvSpPr>
          <p:cNvPr id="38" name="TextBox 37">
            <a:extLst>
              <a:ext uri="{FF2B5EF4-FFF2-40B4-BE49-F238E27FC236}">
                <a16:creationId xmlns="" xmlns:a16="http://schemas.microsoft.com/office/drawing/2014/main" id="{C3032864-2E5D-5C41-AC69-CDEF29D3B006}"/>
              </a:ext>
            </a:extLst>
          </p:cNvPr>
          <p:cNvSpPr txBox="1"/>
          <p:nvPr/>
        </p:nvSpPr>
        <p:spPr>
          <a:xfrm>
            <a:off x="406897" y="4282218"/>
            <a:ext cx="230907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03.02  </a:t>
            </a:r>
            <a:r>
              <a:rPr lang="ko-KR" altLang="en-US" sz="900" u="sng" dirty="0">
                <a:latin typeface="Times New Roman" pitchFamily="18" charset="0"/>
                <a:ea typeface="Nanum Gothic" panose="020D0604000000000000" pitchFamily="34" charset="-127"/>
                <a:cs typeface="Times New Roman" pitchFamily="18" charset="0"/>
              </a:rPr>
              <a:t>수수료가 변경되었습니다</a:t>
            </a:r>
            <a:r>
              <a:rPr lang="en-US" altLang="ko-KR" sz="900" u="sng" dirty="0">
                <a:latin typeface="Times New Roman" pitchFamily="18" charset="0"/>
                <a:ea typeface="Nanum Gothic" panose="020D0604000000000000" pitchFamily="34" charset="-127"/>
                <a:cs typeface="Times New Roman" pitchFamily="18" charset="0"/>
              </a:rPr>
              <a:t>.</a:t>
            </a:r>
            <a:r>
              <a:rPr lang="ko-KR" altLang="en-US" sz="900" u="sng" dirty="0">
                <a:latin typeface="Times New Roman" pitchFamily="18" charset="0"/>
                <a:ea typeface="Nanum Gothic" panose="020D0604000000000000" pitchFamily="34" charset="-127"/>
                <a:cs typeface="Times New Roman" pitchFamily="18" charset="0"/>
              </a:rPr>
              <a:t> </a:t>
            </a:r>
            <a:endParaRPr lang="en-US" altLang="ko-KR" sz="900" u="sng" dirty="0">
              <a:latin typeface="Times New Roman" pitchFamily="18" charset="0"/>
              <a:ea typeface="Nanum Gothic" panose="020D0604000000000000" pitchFamily="34" charset="-127"/>
              <a:cs typeface="Times New Roman" pitchFamily="18" charset="0"/>
            </a:endParaRPr>
          </a:p>
        </p:txBody>
      </p:sp>
      <p:sp>
        <p:nvSpPr>
          <p:cNvPr id="39" name="TextBox 38">
            <a:extLst>
              <a:ext uri="{FF2B5EF4-FFF2-40B4-BE49-F238E27FC236}">
                <a16:creationId xmlns="" xmlns:a16="http://schemas.microsoft.com/office/drawing/2014/main" id="{D5AE94C2-E709-5144-8BDE-E1EDEE4EF761}"/>
              </a:ext>
            </a:extLst>
          </p:cNvPr>
          <p:cNvSpPr txBox="1"/>
          <p:nvPr/>
        </p:nvSpPr>
        <p:spPr>
          <a:xfrm>
            <a:off x="406897" y="4501942"/>
            <a:ext cx="2760762"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02.28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(2.28 00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40" name="TextBox 39">
            <a:extLst>
              <a:ext uri="{FF2B5EF4-FFF2-40B4-BE49-F238E27FC236}">
                <a16:creationId xmlns="" xmlns:a16="http://schemas.microsoft.com/office/drawing/2014/main" id="{B9B6E15F-BEAE-A240-9C1F-7F9D924BDB63}"/>
              </a:ext>
            </a:extLst>
          </p:cNvPr>
          <p:cNvSpPr txBox="1"/>
          <p:nvPr/>
        </p:nvSpPr>
        <p:spPr>
          <a:xfrm>
            <a:off x="409682" y="4725370"/>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01.27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70" name="직사각형 69">
            <a:extLst>
              <a:ext uri="{FF2B5EF4-FFF2-40B4-BE49-F238E27FC236}">
                <a16:creationId xmlns="" xmlns:a16="http://schemas.microsoft.com/office/drawing/2014/main" id="{AFFC39C3-1006-314B-B094-3CC84DB6B9D8}"/>
              </a:ext>
            </a:extLst>
          </p:cNvPr>
          <p:cNvSpPr/>
          <p:nvPr/>
        </p:nvSpPr>
        <p:spPr>
          <a:xfrm>
            <a:off x="376147" y="1532072"/>
            <a:ext cx="1414410" cy="59510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sp>
        <p:nvSpPr>
          <p:cNvPr id="71" name="직사각형 70">
            <a:extLst>
              <a:ext uri="{FF2B5EF4-FFF2-40B4-BE49-F238E27FC236}">
                <a16:creationId xmlns="" xmlns:a16="http://schemas.microsoft.com/office/drawing/2014/main" id="{AAC2BAE9-0F90-E445-B358-06155B364027}"/>
              </a:ext>
            </a:extLst>
          </p:cNvPr>
          <p:cNvSpPr/>
          <p:nvPr/>
        </p:nvSpPr>
        <p:spPr>
          <a:xfrm>
            <a:off x="1949843" y="1534366"/>
            <a:ext cx="1338457" cy="59510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graphicFrame>
        <p:nvGraphicFramePr>
          <p:cNvPr id="5" name="표 4">
            <a:extLst>
              <a:ext uri="{FF2B5EF4-FFF2-40B4-BE49-F238E27FC236}">
                <a16:creationId xmlns="" xmlns:a16="http://schemas.microsoft.com/office/drawing/2014/main" id="{68675B5C-7EE7-8E4B-A825-EDA2DB23B658}"/>
              </a:ext>
            </a:extLst>
          </p:cNvPr>
          <p:cNvGraphicFramePr>
            <a:graphicFrameLocks noGrp="1"/>
          </p:cNvGraphicFramePr>
          <p:nvPr/>
        </p:nvGraphicFramePr>
        <p:xfrm>
          <a:off x="448882" y="2642929"/>
          <a:ext cx="2762407" cy="974406"/>
        </p:xfrm>
        <a:graphic>
          <a:graphicData uri="http://schemas.openxmlformats.org/drawingml/2006/table">
            <a:tbl>
              <a:tblPr/>
              <a:tblGrid>
                <a:gridCol w="946451">
                  <a:extLst>
                    <a:ext uri="{9D8B030D-6E8A-4147-A177-3AD203B41FA5}">
                      <a16:colId xmlns="" xmlns:a16="http://schemas.microsoft.com/office/drawing/2014/main" val="952546124"/>
                    </a:ext>
                  </a:extLst>
                </a:gridCol>
                <a:gridCol w="700221">
                  <a:extLst>
                    <a:ext uri="{9D8B030D-6E8A-4147-A177-3AD203B41FA5}">
                      <a16:colId xmlns="" xmlns:a16="http://schemas.microsoft.com/office/drawing/2014/main" val="90297832"/>
                    </a:ext>
                  </a:extLst>
                </a:gridCol>
                <a:gridCol w="207757">
                  <a:extLst>
                    <a:ext uri="{9D8B030D-6E8A-4147-A177-3AD203B41FA5}">
                      <a16:colId xmlns="" xmlns:a16="http://schemas.microsoft.com/office/drawing/2014/main" val="259899389"/>
                    </a:ext>
                  </a:extLst>
                </a:gridCol>
                <a:gridCol w="700221">
                  <a:extLst>
                    <a:ext uri="{9D8B030D-6E8A-4147-A177-3AD203B41FA5}">
                      <a16:colId xmlns="" xmlns:a16="http://schemas.microsoft.com/office/drawing/2014/main" val="3395975015"/>
                    </a:ext>
                  </a:extLst>
                </a:gridCol>
                <a:gridCol w="207757">
                  <a:extLst>
                    <a:ext uri="{9D8B030D-6E8A-4147-A177-3AD203B41FA5}">
                      <a16:colId xmlns="" xmlns:a16="http://schemas.microsoft.com/office/drawing/2014/main" val="213868304"/>
                    </a:ext>
                  </a:extLst>
                </a:gridCol>
              </a:tblGrid>
              <a:tr h="222634">
                <a:tc>
                  <a:txBody>
                    <a:bodyPr/>
                    <a:lstStyle/>
                    <a:p>
                      <a:pPr algn="l" fontAlgn="ctr"/>
                      <a:endParaRPr lang="ko-KR" altLang="en-US" sz="900" b="0" i="0" u="none" strike="noStrike">
                        <a:solidFill>
                          <a:srgbClr val="000000"/>
                        </a:solidFill>
                        <a:effectLst/>
                        <a:latin typeface="맑은 고딕" panose="020B0503020000020004" pitchFamily="34" charset="-127"/>
                        <a:ea typeface="맑은 고딕" panose="020B0503020000020004" pitchFamily="34" charset="-127"/>
                      </a:endParaRPr>
                    </a:p>
                  </a:txBody>
                  <a:tcPr marL="7831" marR="7831" marT="783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2">
                  <a:txBody>
                    <a:bodyPr/>
                    <a:lstStyle/>
                    <a:p>
                      <a:pPr algn="ctr" fontAlgn="ctr"/>
                      <a:r>
                        <a:rPr lang="ko-KR" altLang="en-US" sz="900" b="1" i="0" u="none" strike="noStrike" dirty="0">
                          <a:solidFill>
                            <a:schemeClr val="bg1"/>
                          </a:solidFill>
                          <a:effectLst/>
                          <a:latin typeface="맑은 고딕" panose="020B0503020000020004" pitchFamily="34" charset="-127"/>
                          <a:ea typeface="맑은 고딕" panose="020B0503020000020004" pitchFamily="34" charset="-127"/>
                        </a:rPr>
                        <a:t>어제</a:t>
                      </a:r>
                      <a:r>
                        <a:rPr lang="en-US" altLang="ko-KR" sz="900" b="1" i="0" u="none" strike="noStrike" dirty="0">
                          <a:solidFill>
                            <a:schemeClr val="bg1"/>
                          </a:solidFill>
                          <a:effectLst/>
                          <a:latin typeface="맑은 고딕" panose="020B0503020000020004" pitchFamily="34" charset="-127"/>
                          <a:ea typeface="맑은 고딕" panose="020B0503020000020004" pitchFamily="34" charset="-127"/>
                        </a:rPr>
                        <a:t>(04.01)</a:t>
                      </a:r>
                    </a:p>
                  </a:txBody>
                  <a:tcPr marL="85157" marR="85157" marT="42579" marB="425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latinLnBrk="1"/>
                      <a:endParaRPr lang="ko-KR" altLang="en-US"/>
                    </a:p>
                  </a:txBody>
                  <a:tcPr/>
                </a:tc>
                <a:tc gridSpan="2">
                  <a:txBody>
                    <a:bodyPr/>
                    <a:lstStyle/>
                    <a:p>
                      <a:pPr algn="ctr" fontAlgn="ctr"/>
                      <a:r>
                        <a:rPr lang="ko-KR" altLang="en-US" sz="900" b="1" i="0" u="none" strike="noStrike" dirty="0">
                          <a:solidFill>
                            <a:schemeClr val="bg1"/>
                          </a:solidFill>
                          <a:effectLst/>
                          <a:latin typeface="맑은 고딕" panose="020B0503020000020004" pitchFamily="34" charset="-127"/>
                          <a:ea typeface="맑은 고딕" panose="020B0503020000020004" pitchFamily="34" charset="-127"/>
                        </a:rPr>
                        <a:t>오늘</a:t>
                      </a:r>
                      <a:r>
                        <a:rPr lang="en-US" altLang="ko-KR" sz="900" b="1" i="0" u="none" strike="noStrike" dirty="0">
                          <a:solidFill>
                            <a:schemeClr val="bg1"/>
                          </a:solidFill>
                          <a:effectLst/>
                          <a:latin typeface="맑은 고딕" panose="020B0503020000020004" pitchFamily="34" charset="-127"/>
                          <a:ea typeface="맑은 고딕" panose="020B0503020000020004" pitchFamily="34" charset="-127"/>
                        </a:rPr>
                        <a:t>(04.02)</a:t>
                      </a:r>
                    </a:p>
                  </a:txBody>
                  <a:tcPr marL="85157" marR="85157" marT="42579" marB="425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latinLnBrk="1"/>
                      <a:endParaRPr lang="ko-KR" altLang="en-US"/>
                    </a:p>
                  </a:txBody>
                  <a:tcPr/>
                </a:tc>
                <a:extLst>
                  <a:ext uri="{0D108BD9-81ED-4DB2-BD59-A6C34878D82A}">
                    <a16:rowId xmlns="" xmlns:a16="http://schemas.microsoft.com/office/drawing/2014/main" val="3890285501"/>
                  </a:ext>
                </a:extLst>
              </a:tr>
              <a:tr h="187943">
                <a:tc>
                  <a:txBody>
                    <a:bodyPr/>
                    <a:lstStyle/>
                    <a:p>
                      <a:pPr algn="l" fontAlgn="ctr"/>
                      <a:r>
                        <a:rPr lang="ko-KR" altLang="en-US" sz="900" b="1" i="0" u="none" strike="noStrike">
                          <a:solidFill>
                            <a:srgbClr val="000000"/>
                          </a:solidFill>
                          <a:effectLst/>
                          <a:latin typeface="맑은 고딕" panose="020B0503020000020004" pitchFamily="34" charset="-127"/>
                          <a:ea typeface="맑은 고딕" panose="020B0503020000020004" pitchFamily="34" charset="-127"/>
                        </a:rPr>
                        <a:t>실판매금액</a:t>
                      </a: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2,000,000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1,500,000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033295670"/>
                  </a:ext>
                </a:extLst>
              </a:tr>
              <a:tr h="187943">
                <a:tc>
                  <a:txBody>
                    <a:bodyPr/>
                    <a:lstStyle/>
                    <a:p>
                      <a:pPr algn="l" fontAlgn="ctr"/>
                      <a:r>
                        <a:rPr lang="ko-KR" altLang="en-US" sz="900" b="1" i="0" u="none" strike="noStrike">
                          <a:solidFill>
                            <a:srgbClr val="000000"/>
                          </a:solidFill>
                          <a:effectLst/>
                          <a:latin typeface="맑은 고딕" panose="020B0503020000020004" pitchFamily="34" charset="-127"/>
                          <a:ea typeface="맑은 고딕" panose="020B0503020000020004" pitchFamily="34" charset="-127"/>
                        </a:rPr>
                        <a:t>사용처리금액</a:t>
                      </a: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100,000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50,000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677613152"/>
                  </a:ext>
                </a:extLst>
              </a:tr>
              <a:tr h="187943">
                <a:tc>
                  <a:txBody>
                    <a:bodyPr/>
                    <a:lstStyle/>
                    <a:p>
                      <a:pPr algn="l" fontAlgn="ctr"/>
                      <a:r>
                        <a:rPr lang="ko-KR" altLang="en-US" sz="900" b="1" i="0" u="none" strike="noStrike">
                          <a:solidFill>
                            <a:srgbClr val="000000"/>
                          </a:solidFill>
                          <a:effectLst/>
                          <a:latin typeface="맑은 고딕" panose="020B0503020000020004" pitchFamily="34" charset="-127"/>
                          <a:ea typeface="맑은 고딕" panose="020B0503020000020004" pitchFamily="34" charset="-127"/>
                        </a:rPr>
                        <a:t>판매티켓수</a:t>
                      </a: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80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30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715718042"/>
                  </a:ext>
                </a:extLst>
              </a:tr>
              <a:tr h="187943">
                <a:tc>
                  <a:txBody>
                    <a:bodyPr/>
                    <a:lstStyle/>
                    <a:p>
                      <a:pPr algn="l" fontAlgn="ctr"/>
                      <a:r>
                        <a:rPr lang="ko-KR" altLang="en-US" sz="900" b="1" i="0" u="none" strike="noStrike">
                          <a:solidFill>
                            <a:srgbClr val="000000"/>
                          </a:solidFill>
                          <a:effectLst/>
                          <a:latin typeface="맑은 고딕" panose="020B0503020000020004" pitchFamily="34" charset="-127"/>
                          <a:ea typeface="맑은 고딕" panose="020B0503020000020004" pitchFamily="34" charset="-127"/>
                        </a:rPr>
                        <a:t>사용완료티켓수</a:t>
                      </a: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20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dirty="0">
                          <a:solidFill>
                            <a:srgbClr val="000000"/>
                          </a:solidFill>
                          <a:effectLst/>
                          <a:latin typeface="맑은 고딕" panose="020B0503020000020004" pitchFamily="34" charset="-127"/>
                          <a:ea typeface="맑은 고딕" panose="020B0503020000020004" pitchFamily="34" charset="-127"/>
                        </a:rPr>
                        <a:t>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dirty="0">
                          <a:solidFill>
                            <a:srgbClr val="000000"/>
                          </a:solidFill>
                          <a:effectLst/>
                          <a:latin typeface="맑은 고딕" panose="020B0503020000020004" pitchFamily="34" charset="-127"/>
                          <a:ea typeface="맑은 고딕" panose="020B0503020000020004" pitchFamily="34" charset="-127"/>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87530513"/>
                  </a:ext>
                </a:extLst>
              </a:tr>
            </a:tbl>
          </a:graphicData>
        </a:graphic>
      </p:graphicFrame>
      <p:sp>
        <p:nvSpPr>
          <p:cNvPr id="49" name="TextBox 48">
            <a:extLst>
              <a:ext uri="{FF2B5EF4-FFF2-40B4-BE49-F238E27FC236}">
                <a16:creationId xmlns="" xmlns:a16="http://schemas.microsoft.com/office/drawing/2014/main" id="{C9899BD5-6BA4-2C4C-B3CB-6DF0B6398BB9}"/>
              </a:ext>
            </a:extLst>
          </p:cNvPr>
          <p:cNvSpPr txBox="1"/>
          <p:nvPr/>
        </p:nvSpPr>
        <p:spPr>
          <a:xfrm>
            <a:off x="396879" y="2283419"/>
            <a:ext cx="1027729" cy="261610"/>
          </a:xfrm>
          <a:prstGeom prst="rect">
            <a:avLst/>
          </a:prstGeom>
          <a:noFill/>
        </p:spPr>
        <p:txBody>
          <a:bodyPr wrap="square" rtlCol="0">
            <a:spAutoFit/>
          </a:bodyPr>
          <a:lstStyle/>
          <a:p>
            <a:r>
              <a:rPr lang="ko-KR" altLang="en-US" sz="1100" b="1" dirty="0">
                <a:latin typeface="Times New Roman" pitchFamily="18" charset="0"/>
                <a:ea typeface="Nanum Gothic" panose="020D0604000000000000" pitchFamily="34" charset="-127"/>
                <a:cs typeface="Times New Roman" pitchFamily="18" charset="0"/>
              </a:rPr>
              <a:t>판매현황</a:t>
            </a:r>
          </a:p>
        </p:txBody>
      </p:sp>
      <p:cxnSp>
        <p:nvCxnSpPr>
          <p:cNvPr id="9" name="직선 연결선[R] 8">
            <a:extLst>
              <a:ext uri="{FF2B5EF4-FFF2-40B4-BE49-F238E27FC236}">
                <a16:creationId xmlns="" xmlns:a16="http://schemas.microsoft.com/office/drawing/2014/main" id="{731EC9C4-C10A-8F45-8E9D-A26883AFE792}"/>
              </a:ext>
            </a:extLst>
          </p:cNvPr>
          <p:cNvCxnSpPr>
            <a:cxnSpLocks/>
          </p:cNvCxnSpPr>
          <p:nvPr/>
        </p:nvCxnSpPr>
        <p:spPr>
          <a:xfrm>
            <a:off x="432510" y="2541419"/>
            <a:ext cx="2727073" cy="1"/>
          </a:xfrm>
          <a:prstGeom prst="line">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6" name="직사각형 85">
            <a:extLst>
              <a:ext uri="{FF2B5EF4-FFF2-40B4-BE49-F238E27FC236}">
                <a16:creationId xmlns="" xmlns:a16="http://schemas.microsoft.com/office/drawing/2014/main" id="{5FF15A04-5CCD-AD42-A16B-D1509C58D9D2}"/>
              </a:ext>
            </a:extLst>
          </p:cNvPr>
          <p:cNvSpPr/>
          <p:nvPr/>
        </p:nvSpPr>
        <p:spPr>
          <a:xfrm>
            <a:off x="1188070" y="6391526"/>
            <a:ext cx="611339" cy="163546"/>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rgbClr val="C00000"/>
                </a:solidFill>
                <a:latin typeface="Times New Roman" pitchFamily="18" charset="0"/>
                <a:ea typeface="Nanum Gothic" panose="020D0604000000000000" pitchFamily="34" charset="-127"/>
                <a:cs typeface="Times New Roman" pitchFamily="18" charset="0"/>
              </a:rPr>
              <a:t>로그아웃</a:t>
            </a:r>
          </a:p>
        </p:txBody>
      </p:sp>
      <p:cxnSp>
        <p:nvCxnSpPr>
          <p:cNvPr id="87" name="직선 연결선[R] 86">
            <a:extLst>
              <a:ext uri="{FF2B5EF4-FFF2-40B4-BE49-F238E27FC236}">
                <a16:creationId xmlns="" xmlns:a16="http://schemas.microsoft.com/office/drawing/2014/main" id="{5BDE52D7-2901-AA48-98DA-7EFA961EC6E2}"/>
              </a:ext>
            </a:extLst>
          </p:cNvPr>
          <p:cNvCxnSpPr>
            <a:cxnSpLocks/>
          </p:cNvCxnSpPr>
          <p:nvPr/>
        </p:nvCxnSpPr>
        <p:spPr>
          <a:xfrm>
            <a:off x="345494" y="5625326"/>
            <a:ext cx="2942181" cy="0"/>
          </a:xfrm>
          <a:prstGeom prst="line">
            <a:avLst/>
          </a:prstGeom>
          <a:ln w="3175">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 name="그룹 21">
            <a:extLst>
              <a:ext uri="{FF2B5EF4-FFF2-40B4-BE49-F238E27FC236}">
                <a16:creationId xmlns="" xmlns:a16="http://schemas.microsoft.com/office/drawing/2014/main" id="{62E325F6-DC7F-4A4E-8723-7840F3478DE4}"/>
              </a:ext>
            </a:extLst>
          </p:cNvPr>
          <p:cNvGrpSpPr/>
          <p:nvPr/>
        </p:nvGrpSpPr>
        <p:grpSpPr>
          <a:xfrm>
            <a:off x="310185" y="750557"/>
            <a:ext cx="864167" cy="185630"/>
            <a:chOff x="266951" y="710204"/>
            <a:chExt cx="993277" cy="213364"/>
          </a:xfrm>
        </p:grpSpPr>
        <p:sp>
          <p:nvSpPr>
            <p:cNvPr id="153" name="TextBox 152">
              <a:extLst>
                <a:ext uri="{FF2B5EF4-FFF2-40B4-BE49-F238E27FC236}">
                  <a16:creationId xmlns="" xmlns:a16="http://schemas.microsoft.com/office/drawing/2014/main" id="{72EBB262-8287-494C-8729-325CCDB462B0}"/>
                </a:ext>
              </a:extLst>
            </p:cNvPr>
            <p:cNvSpPr txBox="1"/>
            <p:nvPr/>
          </p:nvSpPr>
          <p:spPr>
            <a:xfrm>
              <a:off x="266951" y="711311"/>
              <a:ext cx="213205" cy="212257"/>
            </a:xfrm>
            <a:prstGeom prst="rect">
              <a:avLst/>
            </a:prstGeom>
            <a:solidFill>
              <a:srgbClr val="C00000"/>
            </a:solidFill>
          </p:spPr>
          <p:txBody>
            <a:bodyPr wrap="square" lIns="36000" tIns="0" rIns="36000" bIns="0" rtlCol="0">
              <a:spAutoFit/>
            </a:bodyPr>
            <a:lstStyle/>
            <a:p>
              <a:pPr algn="ctr"/>
              <a:r>
                <a:rPr lang="en-US" altLang="ko-KR" sz="1200" b="1" dirty="0">
                  <a:solidFill>
                    <a:schemeClr val="bg1"/>
                  </a:solidFill>
                  <a:latin typeface="Times New Roman" pitchFamily="18" charset="0"/>
                  <a:ea typeface="Nanum Gothic" panose="020D0604000000000000" pitchFamily="34" charset="-127"/>
                  <a:cs typeface="Times New Roman" pitchFamily="18" charset="0"/>
                </a:rPr>
                <a:t>T</a:t>
              </a:r>
              <a:endParaRPr lang="ko-KR" altLang="en-US" sz="1200" b="1" dirty="0">
                <a:solidFill>
                  <a:schemeClr val="bg1"/>
                </a:solidFill>
                <a:latin typeface="Times New Roman" pitchFamily="18" charset="0"/>
                <a:ea typeface="Nanum Gothic" panose="020D0604000000000000" pitchFamily="34" charset="-127"/>
                <a:cs typeface="Times New Roman" pitchFamily="18" charset="0"/>
              </a:endParaRPr>
            </a:p>
          </p:txBody>
        </p:sp>
        <p:sp>
          <p:nvSpPr>
            <p:cNvPr id="88" name="TextBox 87">
              <a:extLst>
                <a:ext uri="{FF2B5EF4-FFF2-40B4-BE49-F238E27FC236}">
                  <a16:creationId xmlns="" xmlns:a16="http://schemas.microsoft.com/office/drawing/2014/main" id="{829ECABB-6336-3346-A5B9-5108B3D7E6AB}"/>
                </a:ext>
              </a:extLst>
            </p:cNvPr>
            <p:cNvSpPr txBox="1"/>
            <p:nvPr/>
          </p:nvSpPr>
          <p:spPr>
            <a:xfrm>
              <a:off x="362940" y="710204"/>
              <a:ext cx="897288" cy="212256"/>
            </a:xfrm>
            <a:prstGeom prst="rect">
              <a:avLst/>
            </a:prstGeom>
            <a:noFill/>
          </p:spPr>
          <p:txBody>
            <a:bodyPr wrap="square" lIns="36000" tIns="0" rIns="36000" bIns="0" rtlCol="0">
              <a:spAutoFit/>
            </a:bodyPr>
            <a:lstStyle/>
            <a:p>
              <a:pPr algn="ctr"/>
              <a:r>
                <a:rPr lang="en-US" altLang="ko-KR" sz="1200" b="1" dirty="0">
                  <a:latin typeface="Times New Roman" pitchFamily="18" charset="0"/>
                  <a:ea typeface="Nanum Gothic" panose="020D0604000000000000" pitchFamily="34" charset="-127"/>
                  <a:cs typeface="Times New Roman" pitchFamily="18" charset="0"/>
                </a:rPr>
                <a:t>BRIDGE</a:t>
              </a:r>
              <a:endParaRPr lang="ko-KR" altLang="en-US" sz="1200" b="1" dirty="0">
                <a:latin typeface="Times New Roman" pitchFamily="18" charset="0"/>
                <a:ea typeface="Nanum Gothic" panose="020D0604000000000000" pitchFamily="34" charset="-127"/>
                <a:cs typeface="Times New Roman" pitchFamily="18" charset="0"/>
              </a:endParaRPr>
            </a:p>
          </p:txBody>
        </p:sp>
      </p:grpSp>
      <p:sp>
        <p:nvSpPr>
          <p:cNvPr id="91" name="직사각형 90">
            <a:extLst>
              <a:ext uri="{FF2B5EF4-FFF2-40B4-BE49-F238E27FC236}">
                <a16:creationId xmlns="" xmlns:a16="http://schemas.microsoft.com/office/drawing/2014/main" id="{763F1B49-D132-8249-8EEA-D1C36406553C}"/>
              </a:ext>
            </a:extLst>
          </p:cNvPr>
          <p:cNvSpPr/>
          <p:nvPr/>
        </p:nvSpPr>
        <p:spPr>
          <a:xfrm>
            <a:off x="219014" y="630188"/>
            <a:ext cx="3223713" cy="42380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700">
              <a:solidFill>
                <a:schemeClr val="tx1"/>
              </a:solidFill>
              <a:latin typeface="Times New Roman" pitchFamily="18" charset="0"/>
              <a:ea typeface="Nanum Gothic" panose="020D0604000000000000" pitchFamily="34" charset="-127"/>
              <a:cs typeface="Times New Roman" pitchFamily="18" charset="0"/>
            </a:endParaRPr>
          </a:p>
        </p:txBody>
      </p:sp>
      <p:sp>
        <p:nvSpPr>
          <p:cNvPr id="92" name="TextBox 91">
            <a:extLst>
              <a:ext uri="{FF2B5EF4-FFF2-40B4-BE49-F238E27FC236}">
                <a16:creationId xmlns="" xmlns:a16="http://schemas.microsoft.com/office/drawing/2014/main" id="{58A6CC6F-90D4-7442-A655-02F3A53D49BF}"/>
              </a:ext>
            </a:extLst>
          </p:cNvPr>
          <p:cNvSpPr txBox="1"/>
          <p:nvPr/>
        </p:nvSpPr>
        <p:spPr>
          <a:xfrm>
            <a:off x="409682" y="4951518"/>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12.27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95" name="TextBox 94">
            <a:extLst>
              <a:ext uri="{FF2B5EF4-FFF2-40B4-BE49-F238E27FC236}">
                <a16:creationId xmlns="" xmlns:a16="http://schemas.microsoft.com/office/drawing/2014/main" id="{3CF43A68-3638-BA40-86AB-33F29384F271}"/>
              </a:ext>
            </a:extLst>
          </p:cNvPr>
          <p:cNvSpPr txBox="1"/>
          <p:nvPr/>
        </p:nvSpPr>
        <p:spPr>
          <a:xfrm>
            <a:off x="409682" y="5201218"/>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11.27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97" name="TextBox 96">
            <a:extLst>
              <a:ext uri="{FF2B5EF4-FFF2-40B4-BE49-F238E27FC236}">
                <a16:creationId xmlns="" xmlns:a16="http://schemas.microsoft.com/office/drawing/2014/main" id="{36340991-E862-EF44-ADA4-74F3B2C4C03E}"/>
              </a:ext>
            </a:extLst>
          </p:cNvPr>
          <p:cNvSpPr txBox="1"/>
          <p:nvPr/>
        </p:nvSpPr>
        <p:spPr>
          <a:xfrm>
            <a:off x="410734" y="5747750"/>
            <a:ext cx="2760762" cy="415498"/>
          </a:xfrm>
          <a:prstGeom prst="rect">
            <a:avLst/>
          </a:prstGeom>
          <a:noFill/>
        </p:spPr>
        <p:txBody>
          <a:bodyPr wrap="square" rtlCol="0">
            <a:spAutoFit/>
          </a:bodyPr>
          <a:lstStyle/>
          <a:p>
            <a:pPr algn="ctr"/>
            <a:r>
              <a:rPr lang="ko-KR" altLang="en-US" sz="700" dirty="0" err="1">
                <a:solidFill>
                  <a:schemeClr val="bg1">
                    <a:lumMod val="50000"/>
                  </a:schemeClr>
                </a:solidFill>
                <a:latin typeface="Times New Roman" pitchFamily="18" charset="0"/>
                <a:ea typeface="Nanum Gothic" panose="020D0604000000000000" pitchFamily="34" charset="-127"/>
                <a:cs typeface="Times New Roman" pitchFamily="18" charset="0"/>
              </a:rPr>
              <a:t>티브리지</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주</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대표이사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a:t>
            </a:r>
          </a:p>
          <a:p>
            <a:pPr algn="ct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사업자 등록번호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000-00-00000</a:t>
            </a:r>
          </a:p>
          <a:p>
            <a:pPr algn="ct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서울시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00000</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p>
        </p:txBody>
      </p:sp>
      <p:sp>
        <p:nvSpPr>
          <p:cNvPr id="99" name="직사각형 98">
            <a:extLst>
              <a:ext uri="{FF2B5EF4-FFF2-40B4-BE49-F238E27FC236}">
                <a16:creationId xmlns="" xmlns:a16="http://schemas.microsoft.com/office/drawing/2014/main" id="{F2F95130-28E8-1F4E-98D1-94A0FCAF5B31}"/>
              </a:ext>
            </a:extLst>
          </p:cNvPr>
          <p:cNvSpPr/>
          <p:nvPr/>
        </p:nvSpPr>
        <p:spPr>
          <a:xfrm>
            <a:off x="1874127" y="6391526"/>
            <a:ext cx="611339" cy="163546"/>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rgbClr val="C00000"/>
                </a:solidFill>
                <a:latin typeface="Times New Roman" pitchFamily="18" charset="0"/>
                <a:ea typeface="Nanum Gothic" panose="020D0604000000000000" pitchFamily="34" charset="-127"/>
                <a:cs typeface="Times New Roman" pitchFamily="18" charset="0"/>
              </a:rPr>
              <a:t>PC</a:t>
            </a:r>
            <a:r>
              <a:rPr lang="ko-KR" altLang="en-US" sz="800" b="1" dirty="0">
                <a:solidFill>
                  <a:srgbClr val="C00000"/>
                </a:solidFill>
                <a:latin typeface="Times New Roman" pitchFamily="18" charset="0"/>
                <a:ea typeface="Nanum Gothic" panose="020D0604000000000000" pitchFamily="34" charset="-127"/>
                <a:cs typeface="Times New Roman" pitchFamily="18" charset="0"/>
              </a:rPr>
              <a:t>버전</a:t>
            </a:r>
          </a:p>
        </p:txBody>
      </p:sp>
      <p:sp>
        <p:nvSpPr>
          <p:cNvPr id="100" name="TextBox 99">
            <a:extLst>
              <a:ext uri="{FF2B5EF4-FFF2-40B4-BE49-F238E27FC236}">
                <a16:creationId xmlns="" xmlns:a16="http://schemas.microsoft.com/office/drawing/2014/main" id="{901D33A7-EB60-5F4E-8195-30BAD66A76D0}"/>
              </a:ext>
            </a:extLst>
          </p:cNvPr>
          <p:cNvSpPr txBox="1"/>
          <p:nvPr/>
        </p:nvSpPr>
        <p:spPr>
          <a:xfrm>
            <a:off x="469838" y="6191470"/>
            <a:ext cx="2760762" cy="200055"/>
          </a:xfrm>
          <a:prstGeom prst="rect">
            <a:avLst/>
          </a:prstGeom>
          <a:noFill/>
        </p:spPr>
        <p:txBody>
          <a:bodyPr wrap="square" rtlCol="0">
            <a:spAutoFit/>
          </a:bodyPr>
          <a:lstStyle/>
          <a:p>
            <a:pPr algn="ctr"/>
            <a:r>
              <a:rPr lang="ko-KR" altLang="en-US" sz="700" u="sng" dirty="0">
                <a:solidFill>
                  <a:schemeClr val="bg1">
                    <a:lumMod val="50000"/>
                  </a:schemeClr>
                </a:solidFill>
                <a:latin typeface="Times New Roman" pitchFamily="18" charset="0"/>
                <a:ea typeface="Nanum Gothic" panose="020D0604000000000000" pitchFamily="34" charset="-127"/>
                <a:cs typeface="Times New Roman" pitchFamily="18" charset="0"/>
              </a:rPr>
              <a:t>이용약관</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    </a:t>
            </a:r>
            <a:r>
              <a:rPr lang="ko-KR" altLang="en-US" sz="700" u="sng" dirty="0">
                <a:solidFill>
                  <a:schemeClr val="bg1">
                    <a:lumMod val="50000"/>
                  </a:schemeClr>
                </a:solidFill>
                <a:latin typeface="Times New Roman" pitchFamily="18" charset="0"/>
                <a:ea typeface="Nanum Gothic" panose="020D0604000000000000" pitchFamily="34" charset="-127"/>
                <a:cs typeface="Times New Roman" pitchFamily="18" charset="0"/>
              </a:rPr>
              <a:t>개인정보 처리 방침 </a:t>
            </a:r>
          </a:p>
        </p:txBody>
      </p:sp>
      <p:cxnSp>
        <p:nvCxnSpPr>
          <p:cNvPr id="83" name="꺾인 연결선[E] 82">
            <a:extLst>
              <a:ext uri="{FF2B5EF4-FFF2-40B4-BE49-F238E27FC236}">
                <a16:creationId xmlns="" xmlns:a16="http://schemas.microsoft.com/office/drawing/2014/main" id="{76D95C3C-79D0-9949-9609-E59171700A2C}"/>
              </a:ext>
            </a:extLst>
          </p:cNvPr>
          <p:cNvCxnSpPr>
            <a:cxnSpLocks/>
            <a:stCxn id="84" idx="0"/>
            <a:endCxn id="55" idx="1"/>
          </p:cNvCxnSpPr>
          <p:nvPr/>
        </p:nvCxnSpPr>
        <p:spPr>
          <a:xfrm rot="5400000" flipH="1" flipV="1">
            <a:off x="1759358" y="4256540"/>
            <a:ext cx="1628143" cy="2239052"/>
          </a:xfrm>
          <a:prstGeom prst="bentConnector2">
            <a:avLst/>
          </a:prstGeom>
          <a:ln w="3175">
            <a:solidFill>
              <a:srgbClr val="0070C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4" name="직사각형 83">
            <a:extLst>
              <a:ext uri="{FF2B5EF4-FFF2-40B4-BE49-F238E27FC236}">
                <a16:creationId xmlns="" xmlns:a16="http://schemas.microsoft.com/office/drawing/2014/main" id="{59100A9F-4C0C-9241-AD6C-C4A82EC0CFE7}"/>
              </a:ext>
            </a:extLst>
          </p:cNvPr>
          <p:cNvSpPr/>
          <p:nvPr/>
        </p:nvSpPr>
        <p:spPr>
          <a:xfrm>
            <a:off x="1157895" y="6190137"/>
            <a:ext cx="592015" cy="201388"/>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20" name="타원 119">
            <a:extLst>
              <a:ext uri="{FF2B5EF4-FFF2-40B4-BE49-F238E27FC236}">
                <a16:creationId xmlns="" xmlns:a16="http://schemas.microsoft.com/office/drawing/2014/main" id="{67AF5D8F-20E4-EB4B-90EB-F01580F39042}"/>
              </a:ext>
            </a:extLst>
          </p:cNvPr>
          <p:cNvSpPr/>
          <p:nvPr/>
        </p:nvSpPr>
        <p:spPr>
          <a:xfrm>
            <a:off x="1025962" y="6105928"/>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1</a:t>
            </a:r>
            <a:endParaRPr lang="ko-KR" altLang="en-US" sz="800" b="1" dirty="0">
              <a:latin typeface="Times New Roman" pitchFamily="18" charset="0"/>
              <a:ea typeface="나눔고딕" pitchFamily="50" charset="-127"/>
              <a:cs typeface="Times New Roman" pitchFamily="18" charset="0"/>
            </a:endParaRPr>
          </a:p>
        </p:txBody>
      </p:sp>
      <p:sp>
        <p:nvSpPr>
          <p:cNvPr id="55" name="직사각형 54">
            <a:extLst>
              <a:ext uri="{FF2B5EF4-FFF2-40B4-BE49-F238E27FC236}">
                <a16:creationId xmlns="" xmlns:a16="http://schemas.microsoft.com/office/drawing/2014/main" id="{3159C083-40B9-7C4F-81F1-F942E5C223E4}"/>
              </a:ext>
            </a:extLst>
          </p:cNvPr>
          <p:cNvSpPr/>
          <p:nvPr/>
        </p:nvSpPr>
        <p:spPr>
          <a:xfrm>
            <a:off x="3692955" y="2642929"/>
            <a:ext cx="3079055" cy="3838129"/>
          </a:xfrm>
          <a:prstGeom prst="rect">
            <a:avLst/>
          </a:prstGeom>
          <a:solidFill>
            <a:schemeClr val="bg1"/>
          </a:solid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59" name="직사각형 58">
            <a:extLst>
              <a:ext uri="{FF2B5EF4-FFF2-40B4-BE49-F238E27FC236}">
                <a16:creationId xmlns="" xmlns:a16="http://schemas.microsoft.com/office/drawing/2014/main" id="{0CB66DBF-F1F2-B340-B027-01B83CA26302}"/>
              </a:ext>
            </a:extLst>
          </p:cNvPr>
          <p:cNvSpPr/>
          <p:nvPr/>
        </p:nvSpPr>
        <p:spPr>
          <a:xfrm>
            <a:off x="3692955" y="2649870"/>
            <a:ext cx="2745701" cy="362975"/>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60" name="직사각형 59">
            <a:extLst>
              <a:ext uri="{FF2B5EF4-FFF2-40B4-BE49-F238E27FC236}">
                <a16:creationId xmlns="" xmlns:a16="http://schemas.microsoft.com/office/drawing/2014/main" id="{767BD1FD-640E-4D4E-91B2-F8CBF176F9B0}"/>
              </a:ext>
            </a:extLst>
          </p:cNvPr>
          <p:cNvSpPr/>
          <p:nvPr/>
        </p:nvSpPr>
        <p:spPr>
          <a:xfrm>
            <a:off x="5135529" y="2710083"/>
            <a:ext cx="1189749" cy="369332"/>
          </a:xfrm>
          <a:prstGeom prst="rect">
            <a:avLst/>
          </a:prstGeom>
        </p:spPr>
        <p:txBody>
          <a:bodyPr wrap="none">
            <a:spAutoFit/>
          </a:bodyPr>
          <a:lstStyle/>
          <a:p>
            <a:pPr algn="ctr"/>
            <a:r>
              <a:rPr lang="en-US" altLang="ko-KR" sz="900" b="1"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Chính </a:t>
            </a:r>
            <a:r>
              <a:rPr lang="en-US" altLang="ko-KR" sz="900" b="1"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sách sử </a:t>
            </a:r>
            <a:r>
              <a:rPr lang="en-US" altLang="ko-KR" sz="900" b="1"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dụng </a:t>
            </a:r>
            <a:endParaRPr lang="en-US" altLang="ko-KR" sz="900" b="1" smtClean="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p>
            <a:pPr algn="ctr"/>
            <a:r>
              <a:rPr lang="en-US" altLang="ko-KR" sz="900" b="1"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thông </a:t>
            </a:r>
            <a:r>
              <a:rPr lang="en-US" altLang="ko-KR" sz="900" b="1"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tin cá nhân</a:t>
            </a:r>
            <a:endParaRPr lang="en-US" altLang="ko-KR" sz="900" b="1" dirty="0">
              <a:latin typeface="Times New Roman" pitchFamily="18" charset="0"/>
              <a:ea typeface="Nanum Gothic" panose="020D0604000000000000" pitchFamily="34" charset="-127"/>
              <a:cs typeface="Times New Roman" pitchFamily="18" charset="0"/>
            </a:endParaRPr>
          </a:p>
        </p:txBody>
      </p:sp>
      <p:cxnSp>
        <p:nvCxnSpPr>
          <p:cNvPr id="61" name="직선 연결선[R] 60">
            <a:extLst>
              <a:ext uri="{FF2B5EF4-FFF2-40B4-BE49-F238E27FC236}">
                <a16:creationId xmlns="" xmlns:a16="http://schemas.microsoft.com/office/drawing/2014/main" id="{75867D8F-2DE4-1D43-903F-3C7ECE447C01}"/>
              </a:ext>
            </a:extLst>
          </p:cNvPr>
          <p:cNvCxnSpPr>
            <a:cxnSpLocks/>
          </p:cNvCxnSpPr>
          <p:nvPr/>
        </p:nvCxnSpPr>
        <p:spPr>
          <a:xfrm>
            <a:off x="3779728" y="2991116"/>
            <a:ext cx="1101264" cy="0"/>
          </a:xfrm>
          <a:prstGeom prst="line">
            <a:avLst/>
          </a:prstGeom>
          <a:ln w="3810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직사각형 63">
            <a:extLst>
              <a:ext uri="{FF2B5EF4-FFF2-40B4-BE49-F238E27FC236}">
                <a16:creationId xmlns="" xmlns:a16="http://schemas.microsoft.com/office/drawing/2014/main" id="{CE314DDF-B35D-A945-B9A8-15786FBF6975}"/>
              </a:ext>
            </a:extLst>
          </p:cNvPr>
          <p:cNvSpPr/>
          <p:nvPr/>
        </p:nvSpPr>
        <p:spPr>
          <a:xfrm>
            <a:off x="3706031" y="2710083"/>
            <a:ext cx="1202573" cy="230832"/>
          </a:xfrm>
          <a:prstGeom prst="rect">
            <a:avLst/>
          </a:prstGeom>
        </p:spPr>
        <p:txBody>
          <a:bodyPr wrap="none">
            <a:spAutoFit/>
          </a:bodyPr>
          <a:lstStyle/>
          <a:p>
            <a:pPr algn="ctr"/>
            <a:r>
              <a:rPr lang="en-US" altLang="ko-KR" sz="900" b="1" smtClean="0">
                <a:solidFill>
                  <a:srgbClr val="FF0000"/>
                </a:solidFill>
                <a:latin typeface="Times New Roman" pitchFamily="18" charset="0"/>
                <a:ea typeface="Nanum Gothic" panose="020D0604000000000000" pitchFamily="34" charset="-127"/>
                <a:cs typeface="Times New Roman" pitchFamily="18" charset="0"/>
                <a:sym typeface="Wingdings" pitchFamily="2" charset="2"/>
              </a:rPr>
              <a:t> </a:t>
            </a:r>
            <a:r>
              <a:rPr lang="en-US" altLang="ko-KR" sz="900" b="1" smtClean="0">
                <a:solidFill>
                  <a:srgbClr val="FF0000"/>
                </a:solidFill>
                <a:latin typeface="Times New Roman" pitchFamily="18" charset="0"/>
                <a:ea typeface="Nanum Gothic" panose="020D0604000000000000" pitchFamily="34" charset="-127"/>
                <a:cs typeface="Times New Roman" pitchFamily="18" charset="0"/>
                <a:sym typeface="Wingdings" pitchFamily="2" charset="2"/>
              </a:rPr>
              <a:t>Đ</a:t>
            </a:r>
            <a:r>
              <a:rPr lang="en-US" altLang="ko-KR" sz="900" b="1" smtClean="0">
                <a:solidFill>
                  <a:srgbClr val="FF0000"/>
                </a:solidFill>
                <a:latin typeface="Times New Roman" pitchFamily="18" charset="0"/>
                <a:ea typeface="Nanum Gothic" panose="020D0604000000000000" pitchFamily="34" charset="-127"/>
                <a:cs typeface="Times New Roman" pitchFamily="18" charset="0"/>
                <a:sym typeface="Wingdings" pitchFamily="2" charset="2"/>
              </a:rPr>
              <a:t>iều </a:t>
            </a:r>
            <a:r>
              <a:rPr lang="en-US" altLang="ko-KR" sz="900" b="1" smtClean="0">
                <a:solidFill>
                  <a:srgbClr val="FF0000"/>
                </a:solidFill>
                <a:latin typeface="Times New Roman" pitchFamily="18" charset="0"/>
                <a:ea typeface="Nanum Gothic" panose="020D0604000000000000" pitchFamily="34" charset="-127"/>
                <a:cs typeface="Times New Roman" pitchFamily="18" charset="0"/>
                <a:sym typeface="Wingdings" pitchFamily="2" charset="2"/>
              </a:rPr>
              <a:t>khoản sử dụng</a:t>
            </a:r>
            <a:endParaRPr lang="en-US" altLang="ko-KR" sz="900" b="1" dirty="0">
              <a:solidFill>
                <a:srgbClr val="FF0000"/>
              </a:solidFill>
              <a:latin typeface="Times New Roman" pitchFamily="18" charset="0"/>
              <a:ea typeface="Nanum Gothic" panose="020D0604000000000000" pitchFamily="34" charset="-127"/>
              <a:cs typeface="Times New Roman" pitchFamily="18" charset="0"/>
            </a:endParaRPr>
          </a:p>
        </p:txBody>
      </p:sp>
      <p:sp>
        <p:nvSpPr>
          <p:cNvPr id="68" name="타원 67">
            <a:extLst>
              <a:ext uri="{FF2B5EF4-FFF2-40B4-BE49-F238E27FC236}">
                <a16:creationId xmlns="" xmlns:a16="http://schemas.microsoft.com/office/drawing/2014/main" id="{DFB9369D-7050-B54B-A78E-426DC759306A}"/>
              </a:ext>
            </a:extLst>
          </p:cNvPr>
          <p:cNvSpPr/>
          <p:nvPr/>
        </p:nvSpPr>
        <p:spPr>
          <a:xfrm>
            <a:off x="3609043" y="2741587"/>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1</a:t>
            </a:r>
            <a:endParaRPr lang="ko-KR" altLang="en-US" sz="800" b="1" dirty="0">
              <a:latin typeface="Times New Roman" pitchFamily="18" charset="0"/>
              <a:ea typeface="나눔고딕" pitchFamily="50" charset="-127"/>
              <a:cs typeface="Times New Roman" pitchFamily="18" charset="0"/>
            </a:endParaRPr>
          </a:p>
        </p:txBody>
      </p:sp>
      <p:sp>
        <p:nvSpPr>
          <p:cNvPr id="69" name="TextBox 68">
            <a:extLst>
              <a:ext uri="{FF2B5EF4-FFF2-40B4-BE49-F238E27FC236}">
                <a16:creationId xmlns="" xmlns:a16="http://schemas.microsoft.com/office/drawing/2014/main" id="{D7C2DFAD-BCE3-A84A-B5FC-3D4CB9BABC10}"/>
              </a:ext>
            </a:extLst>
          </p:cNvPr>
          <p:cNvSpPr txBox="1"/>
          <p:nvPr/>
        </p:nvSpPr>
        <p:spPr>
          <a:xfrm>
            <a:off x="6444872" y="2649870"/>
            <a:ext cx="332142" cy="338554"/>
          </a:xfrm>
          <a:prstGeom prst="rect">
            <a:avLst/>
          </a:prstGeom>
          <a:noFill/>
        </p:spPr>
        <p:txBody>
          <a:bodyPr wrap="none" rtlCol="0">
            <a:spAutoFit/>
          </a:bodyPr>
          <a:lstStyle/>
          <a:p>
            <a:r>
              <a:rPr lang="en-US" altLang="ko-KR" sz="1600" b="1" dirty="0">
                <a:latin typeface="Times New Roman" pitchFamily="18" charset="0"/>
                <a:ea typeface="Nanum Gothic" panose="020D0604000000000000" pitchFamily="34" charset="-127"/>
                <a:cs typeface="Times New Roman" pitchFamily="18" charset="0"/>
              </a:rPr>
              <a:t>X</a:t>
            </a:r>
            <a:endParaRPr lang="ko-KR" altLang="en-US" sz="1600" b="1" dirty="0">
              <a:latin typeface="Times New Roman" pitchFamily="18" charset="0"/>
              <a:ea typeface="Nanum Gothic" panose="020D0604000000000000" pitchFamily="34" charset="-127"/>
              <a:cs typeface="Times New Roman" pitchFamily="18" charset="0"/>
            </a:endParaRPr>
          </a:p>
        </p:txBody>
      </p:sp>
      <p:sp>
        <p:nvSpPr>
          <p:cNvPr id="76" name="직사각형 75">
            <a:extLst>
              <a:ext uri="{FF2B5EF4-FFF2-40B4-BE49-F238E27FC236}">
                <a16:creationId xmlns="" xmlns:a16="http://schemas.microsoft.com/office/drawing/2014/main" id="{4FC5B24A-1872-064E-9FF0-0D68C6CD632E}"/>
              </a:ext>
            </a:extLst>
          </p:cNvPr>
          <p:cNvSpPr/>
          <p:nvPr/>
        </p:nvSpPr>
        <p:spPr>
          <a:xfrm>
            <a:off x="6440797" y="2655661"/>
            <a:ext cx="324998" cy="362975"/>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82" name="직사각형 81">
            <a:extLst>
              <a:ext uri="{FF2B5EF4-FFF2-40B4-BE49-F238E27FC236}">
                <a16:creationId xmlns="" xmlns:a16="http://schemas.microsoft.com/office/drawing/2014/main" id="{69AF1BF6-D6AA-614D-B3D3-99D6D2FCEF96}"/>
              </a:ext>
            </a:extLst>
          </p:cNvPr>
          <p:cNvSpPr/>
          <p:nvPr/>
        </p:nvSpPr>
        <p:spPr>
          <a:xfrm>
            <a:off x="3852741" y="3181394"/>
            <a:ext cx="2684435" cy="30100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ko-KR" sz="800" smtClean="0">
                <a:solidFill>
                  <a:schemeClr val="tx1"/>
                </a:solidFill>
                <a:latin typeface="Times New Roman" pitchFamily="18" charset="0"/>
                <a:ea typeface="Nanum Gothic" panose="020D0604000000000000" pitchFamily="34" charset="-127"/>
                <a:cs typeface="Times New Roman" pitchFamily="18" charset="0"/>
              </a:rPr>
              <a:t>Nội dung chi tiết của điều khoản sử dụng.</a:t>
            </a: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Tree>
    <p:extLst>
      <p:ext uri="{BB962C8B-B14F-4D97-AF65-F5344CB8AC3E}">
        <p14:creationId xmlns="" xmlns:p14="http://schemas.microsoft.com/office/powerpoint/2010/main" val="326619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13">
            <a:extLst>
              <a:ext uri="{FF2B5EF4-FFF2-40B4-BE49-F238E27FC236}">
                <a16:creationId xmlns="" xmlns:a16="http://schemas.microsoft.com/office/drawing/2014/main" id="{C67B0FEB-BF29-CE48-A91B-106958018731}"/>
              </a:ext>
            </a:extLst>
          </p:cNvPr>
          <p:cNvGrpSpPr/>
          <p:nvPr/>
        </p:nvGrpSpPr>
        <p:grpSpPr>
          <a:xfrm>
            <a:off x="65578" y="3948238"/>
            <a:ext cx="3376813" cy="2664296"/>
            <a:chOff x="3812378" y="2436988"/>
            <a:chExt cx="3456384" cy="5367922"/>
          </a:xfrm>
        </p:grpSpPr>
        <p:sp>
          <p:nvSpPr>
            <p:cNvPr id="48" name="직사각형 47">
              <a:extLst>
                <a:ext uri="{FF2B5EF4-FFF2-40B4-BE49-F238E27FC236}">
                  <a16:creationId xmlns="" xmlns:a16="http://schemas.microsoft.com/office/drawing/2014/main" id="{CA12A624-D984-2745-9178-E9FFB37D9316}"/>
                </a:ext>
              </a:extLst>
            </p:cNvPr>
            <p:cNvSpPr/>
            <p:nvPr/>
          </p:nvSpPr>
          <p:spPr>
            <a:xfrm>
              <a:off x="3971252" y="2436988"/>
              <a:ext cx="3297510" cy="5367922"/>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a:solidFill>
                  <a:schemeClr val="tx1"/>
                </a:solidFill>
                <a:latin typeface="Times New Roman" pitchFamily="18" charset="0"/>
                <a:ea typeface="Nanum Gothic" panose="020D0604000000000000" pitchFamily="34" charset="-127"/>
                <a:cs typeface="Times New Roman" pitchFamily="18" charset="0"/>
              </a:endParaRPr>
            </a:p>
          </p:txBody>
        </p:sp>
        <p:cxnSp>
          <p:nvCxnSpPr>
            <p:cNvPr id="65" name="직선 연결선[R] 64">
              <a:extLst>
                <a:ext uri="{FF2B5EF4-FFF2-40B4-BE49-F238E27FC236}">
                  <a16:creationId xmlns="" xmlns:a16="http://schemas.microsoft.com/office/drawing/2014/main" id="{AA3283A6-DA75-2A45-BA21-79533C5D5715}"/>
                </a:ext>
              </a:extLst>
            </p:cNvPr>
            <p:cNvCxnSpPr>
              <a:cxnSpLocks/>
            </p:cNvCxnSpPr>
            <p:nvPr/>
          </p:nvCxnSpPr>
          <p:spPr>
            <a:xfrm>
              <a:off x="3812378" y="2436988"/>
              <a:ext cx="3456384"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 name="그룹 12">
            <a:extLst>
              <a:ext uri="{FF2B5EF4-FFF2-40B4-BE49-F238E27FC236}">
                <a16:creationId xmlns="" xmlns:a16="http://schemas.microsoft.com/office/drawing/2014/main" id="{E61AEF09-253D-FF42-80C5-2E17817FBB4F}"/>
              </a:ext>
            </a:extLst>
          </p:cNvPr>
          <p:cNvGrpSpPr/>
          <p:nvPr/>
        </p:nvGrpSpPr>
        <p:grpSpPr>
          <a:xfrm>
            <a:off x="223825" y="1053987"/>
            <a:ext cx="3218903" cy="2629867"/>
            <a:chOff x="223825" y="1429266"/>
            <a:chExt cx="3456384" cy="3738062"/>
          </a:xfrm>
        </p:grpSpPr>
        <p:sp>
          <p:nvSpPr>
            <p:cNvPr id="93" name="직사각형 92">
              <a:extLst>
                <a:ext uri="{FF2B5EF4-FFF2-40B4-BE49-F238E27FC236}">
                  <a16:creationId xmlns="" xmlns:a16="http://schemas.microsoft.com/office/drawing/2014/main" id="{EB161DE0-B224-844A-8200-790428F7686A}"/>
                </a:ext>
              </a:extLst>
            </p:cNvPr>
            <p:cNvSpPr/>
            <p:nvPr/>
          </p:nvSpPr>
          <p:spPr>
            <a:xfrm>
              <a:off x="223825" y="1429266"/>
              <a:ext cx="3456384" cy="3738062"/>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700">
                <a:solidFill>
                  <a:schemeClr val="tx1"/>
                </a:solidFill>
                <a:latin typeface="Times New Roman" pitchFamily="18" charset="0"/>
                <a:ea typeface="Nanum Gothic" panose="020D0604000000000000" pitchFamily="34" charset="-127"/>
                <a:cs typeface="Times New Roman" pitchFamily="18" charset="0"/>
              </a:endParaRPr>
            </a:p>
          </p:txBody>
        </p:sp>
        <p:cxnSp>
          <p:nvCxnSpPr>
            <p:cNvPr id="72" name="직선 연결선[R] 71">
              <a:extLst>
                <a:ext uri="{FF2B5EF4-FFF2-40B4-BE49-F238E27FC236}">
                  <a16:creationId xmlns="" xmlns:a16="http://schemas.microsoft.com/office/drawing/2014/main" id="{115847D2-F4B8-A848-9FEA-741A6ECDEB4A}"/>
                </a:ext>
              </a:extLst>
            </p:cNvPr>
            <p:cNvCxnSpPr>
              <a:cxnSpLocks/>
            </p:cNvCxnSpPr>
            <p:nvPr/>
          </p:nvCxnSpPr>
          <p:spPr>
            <a:xfrm>
              <a:off x="223825" y="5167328"/>
              <a:ext cx="3456384" cy="0"/>
            </a:xfrm>
            <a:prstGeom prst="line">
              <a:avLst/>
            </a:prstGeom>
            <a:ln w="31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제목 1"/>
          <p:cNvSpPr>
            <a:spLocks noGrp="1"/>
          </p:cNvSpPr>
          <p:nvPr>
            <p:ph type="title"/>
          </p:nvPr>
        </p:nvSpPr>
        <p:spPr/>
        <p:txBody>
          <a:bodyPr>
            <a:normAutofit/>
          </a:bodyPr>
          <a:lstStyle/>
          <a:p>
            <a:r>
              <a:rPr lang="en-US" altLang="ko-KR" smtClean="0">
                <a:latin typeface="Times New Roman" pitchFamily="18" charset="0"/>
                <a:ea typeface="Nanum Gothic" panose="020D0604000000000000" pitchFamily="34" charset="-127"/>
                <a:cs typeface="Times New Roman" pitchFamily="18" charset="0"/>
              </a:rPr>
              <a:t>Footer</a:t>
            </a:r>
            <a:r>
              <a:rPr lang="ko-KR" altLang="en-US" smtClean="0">
                <a:latin typeface="Times New Roman" pitchFamily="18" charset="0"/>
                <a:ea typeface="Nanum Gothic" panose="020D0604000000000000" pitchFamily="34" charset="-127"/>
                <a:cs typeface="Times New Roman" pitchFamily="18" charset="0"/>
              </a:rPr>
              <a:t> </a:t>
            </a:r>
            <a:r>
              <a:rPr lang="en-US" altLang="ko-KR" smtClean="0">
                <a:latin typeface="Times New Roman" pitchFamily="18" charset="0"/>
                <a:ea typeface="Nanum Gothic" panose="020D0604000000000000" pitchFamily="34" charset="-127"/>
                <a:cs typeface="Times New Roman" pitchFamily="18" charset="0"/>
              </a:rPr>
              <a:t>&gt;</a:t>
            </a:r>
            <a:r>
              <a:rPr lang="ko-KR" altLang="en-US" smtClean="0">
                <a:latin typeface="Times New Roman" pitchFamily="18" charset="0"/>
                <a:ea typeface="Nanum Gothic" panose="020D0604000000000000" pitchFamily="34" charset="-127"/>
                <a:cs typeface="Times New Roman" pitchFamily="18" charset="0"/>
              </a:rPr>
              <a:t> </a:t>
            </a:r>
            <a:r>
              <a:rPr lang="en-US" altLang="ko-KR" smtClean="0">
                <a:latin typeface="Times New Roman" pitchFamily="18" charset="0"/>
                <a:ea typeface="Nanum Gothic" panose="020D0604000000000000" pitchFamily="34" charset="-127"/>
                <a:cs typeface="Times New Roman" pitchFamily="18" charset="0"/>
              </a:rPr>
              <a:t>Chính sách sử dụng thông tin </a:t>
            </a:r>
            <a:r>
              <a:rPr lang="en-US" altLang="ko-KR" smtClean="0">
                <a:latin typeface="Times New Roman" pitchFamily="18" charset="0"/>
                <a:ea typeface="Nanum Gothic" panose="020D0604000000000000" pitchFamily="34" charset="-127"/>
                <a:cs typeface="Times New Roman" pitchFamily="18" charset="0"/>
              </a:rPr>
              <a:t>cá </a:t>
            </a:r>
            <a:r>
              <a:rPr lang="en-US" altLang="ko-KR" smtClean="0">
                <a:latin typeface="Times New Roman" pitchFamily="18" charset="0"/>
                <a:ea typeface="Nanum Gothic" panose="020D0604000000000000" pitchFamily="34" charset="-127"/>
                <a:cs typeface="Times New Roman" pitchFamily="18" charset="0"/>
              </a:rPr>
              <a:t>nhân</a:t>
            </a:r>
            <a:endParaRPr lang="ko-KR" altLang="en-US" dirty="0">
              <a:latin typeface="Times New Roman" pitchFamily="18" charset="0"/>
              <a:ea typeface="Nanum Gothic" panose="020D0604000000000000" pitchFamily="34" charset="-127"/>
              <a:cs typeface="Times New Roman" pitchFamily="18" charset="0"/>
            </a:endParaRPr>
          </a:p>
        </p:txBody>
      </p:sp>
      <p:graphicFrame>
        <p:nvGraphicFramePr>
          <p:cNvPr id="89" name="표 88">
            <a:extLst>
              <a:ext uri="{FF2B5EF4-FFF2-40B4-BE49-F238E27FC236}">
                <a16:creationId xmlns="" xmlns:a16="http://schemas.microsoft.com/office/drawing/2014/main" id="{2C10C65E-0E9E-844F-B1E1-6039F2D08D34}"/>
              </a:ext>
            </a:extLst>
          </p:cNvPr>
          <p:cNvGraphicFramePr>
            <a:graphicFrameLocks noGrp="1"/>
          </p:cNvGraphicFramePr>
          <p:nvPr>
            <p:extLst>
              <p:ext uri="{D42A27DB-BD31-4B8C-83A1-F6EECF244321}">
                <p14:modId xmlns="" xmlns:p14="http://schemas.microsoft.com/office/powerpoint/2010/main" val="1013583953"/>
              </p:ext>
            </p:extLst>
          </p:nvPr>
        </p:nvGraphicFramePr>
        <p:xfrm>
          <a:off x="7453089" y="807470"/>
          <a:ext cx="2357214" cy="346320"/>
        </p:xfrm>
        <a:graphic>
          <a:graphicData uri="http://schemas.openxmlformats.org/drawingml/2006/table">
            <a:tbl>
              <a:tblPr firstRow="1" bandRow="1">
                <a:tableStyleId>{5940675A-B579-460E-94D1-54222C63F5DA}</a:tableStyleId>
              </a:tblPr>
              <a:tblGrid>
                <a:gridCol w="196974">
                  <a:extLst>
                    <a:ext uri="{9D8B030D-6E8A-4147-A177-3AD203B41FA5}">
                      <a16:colId xmlns="" xmlns:a16="http://schemas.microsoft.com/office/drawing/2014/main" val="20000"/>
                    </a:ext>
                  </a:extLst>
                </a:gridCol>
                <a:gridCol w="2160240">
                  <a:extLst>
                    <a:ext uri="{9D8B030D-6E8A-4147-A177-3AD203B41FA5}">
                      <a16:colId xmlns="" xmlns:a16="http://schemas.microsoft.com/office/drawing/2014/main" val="20001"/>
                    </a:ext>
                  </a:extLst>
                </a:gridCol>
              </a:tblGrid>
              <a:tr h="140794">
                <a:tc>
                  <a:txBody>
                    <a:bodyPr/>
                    <a:lstStyle/>
                    <a:p>
                      <a:pPr algn="ctr" latinLnBrk="1"/>
                      <a:r>
                        <a:rPr lang="en-US" altLang="ko-KR" sz="900" b="1" dirty="0">
                          <a:solidFill>
                            <a:srgbClr val="0070C0"/>
                          </a:solidFill>
                          <a:latin typeface="Times New Roman" pitchFamily="18" charset="0"/>
                          <a:ea typeface="Nanum Gothic" panose="020D0604000000000000" pitchFamily="34" charset="-127"/>
                          <a:cs typeface="Times New Roman" pitchFamily="18" charset="0"/>
                        </a:rPr>
                        <a:t>1</a:t>
                      </a:r>
                      <a:endParaRPr lang="ko-KR" altLang="en-US" sz="900" b="1" dirty="0">
                        <a:solidFill>
                          <a:srgbClr val="0070C0"/>
                        </a:solidFill>
                        <a:latin typeface="Times New Roman" pitchFamily="18" charset="0"/>
                        <a:ea typeface="Nanum Gothic" panose="020D0604000000000000" pitchFamily="34" charset="-127"/>
                        <a:cs typeface="Times New Roman" pitchFamily="18" charset="0"/>
                      </a:endParaRPr>
                    </a:p>
                  </a:txBody>
                  <a:tcPr marL="0" marR="0" marT="36000" marB="0">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8900" marR="0" lvl="0" indent="-889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en-US" altLang="ko-KR" sz="900" b="0" baseline="0"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Mặc định là chọn tab chính sách sử dụng thông tin cá nhân</a:t>
                      </a:r>
                      <a:endParaRPr lang="en-US" altLang="ko-KR" sz="900" b="0" baseline="0" dirty="0">
                        <a:solidFill>
                          <a:schemeClr val="tx1"/>
                        </a:solidFill>
                        <a:latin typeface="Times New Roman" pitchFamily="18" charset="0"/>
                        <a:ea typeface="Nanum Gothic" panose="020D0604000000000000" pitchFamily="34" charset="-127"/>
                        <a:cs typeface="Times New Roman" pitchFamily="18" charset="0"/>
                        <a:sym typeface="Wingdings" pitchFamily="2" charset="2"/>
                      </a:endParaRPr>
                    </a:p>
                  </a:txBody>
                  <a:tcPr marL="36000" marR="36000" marT="36000" marB="36000" anchor="ctr">
                    <a:lnL w="12700" cmpd="sng">
                      <a:noFill/>
                    </a:lnL>
                    <a:lnR w="12700" cmpd="sng">
                      <a:noFill/>
                    </a:lnR>
                    <a:lnT w="3175" cap="flat" cmpd="sng" algn="ctr">
                      <a:solidFill>
                        <a:schemeClr val="bg1">
                          <a:lumMod val="85000"/>
                        </a:schemeClr>
                      </a:solidFill>
                      <a:prstDash val="solid"/>
                      <a:round/>
                      <a:headEnd type="none" w="med" len="med"/>
                      <a:tailEnd type="none" w="med" len="med"/>
                    </a:lnT>
                    <a:lnB w="31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617679740"/>
                  </a:ext>
                </a:extLst>
              </a:tr>
            </a:tbl>
          </a:graphicData>
        </a:graphic>
      </p:graphicFrame>
      <p:sp>
        <p:nvSpPr>
          <p:cNvPr id="155" name="직사각형 154">
            <a:extLst>
              <a:ext uri="{FF2B5EF4-FFF2-40B4-BE49-F238E27FC236}">
                <a16:creationId xmlns="" xmlns:a16="http://schemas.microsoft.com/office/drawing/2014/main" id="{68890253-EF97-D34A-A33A-EDA2DD64AC1A}"/>
              </a:ext>
            </a:extLst>
          </p:cNvPr>
          <p:cNvSpPr/>
          <p:nvPr/>
        </p:nvSpPr>
        <p:spPr>
          <a:xfrm>
            <a:off x="1178294" y="718123"/>
            <a:ext cx="2174550" cy="254981"/>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rPr>
              <a:t>이름</a:t>
            </a:r>
            <a:r>
              <a:rPr lang="en-US" altLang="ko-KR" sz="1050" dirty="0">
                <a:solidFill>
                  <a:schemeClr val="bg1">
                    <a:lumMod val="75000"/>
                  </a:schemeClr>
                </a:solidFill>
                <a:latin typeface="Times New Roman" pitchFamily="18" charset="0"/>
                <a:ea typeface="Nanum Gothic" panose="020D0604000000000000" pitchFamily="34" charset="-127"/>
                <a:cs typeface="Times New Roman" pitchFamily="18" charset="0"/>
              </a:rPr>
              <a:t>/</a:t>
            </a:r>
            <a:r>
              <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rPr>
              <a:t>전화번호</a:t>
            </a:r>
            <a:r>
              <a:rPr lang="en-US" altLang="ko-KR" sz="1050" dirty="0">
                <a:solidFill>
                  <a:schemeClr val="bg1">
                    <a:lumMod val="75000"/>
                  </a:schemeClr>
                </a:solidFill>
                <a:latin typeface="Times New Roman" pitchFamily="18" charset="0"/>
                <a:ea typeface="Nanum Gothic" panose="020D0604000000000000" pitchFamily="34" charset="-127"/>
                <a:cs typeface="Times New Roman" pitchFamily="18" charset="0"/>
              </a:rPr>
              <a:t>/</a:t>
            </a:r>
            <a:r>
              <a:rPr lang="ko-KR" altLang="en-US" sz="1050" dirty="0" err="1">
                <a:solidFill>
                  <a:schemeClr val="bg1">
                    <a:lumMod val="75000"/>
                  </a:schemeClr>
                </a:solidFill>
                <a:latin typeface="Times New Roman" pitchFamily="18" charset="0"/>
                <a:ea typeface="Nanum Gothic" panose="020D0604000000000000" pitchFamily="34" charset="-127"/>
                <a:cs typeface="Times New Roman" pitchFamily="18" charset="0"/>
              </a:rPr>
              <a:t>티켓번호</a:t>
            </a:r>
            <a:r>
              <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rPr>
              <a:t> 검색</a:t>
            </a:r>
          </a:p>
        </p:txBody>
      </p:sp>
      <p:pic>
        <p:nvPicPr>
          <p:cNvPr id="7" name="그림 6">
            <a:extLst>
              <a:ext uri="{FF2B5EF4-FFF2-40B4-BE49-F238E27FC236}">
                <a16:creationId xmlns="" xmlns:a16="http://schemas.microsoft.com/office/drawing/2014/main" id="{AF7F93BC-A3C3-884A-9C56-3A6BAAC261B6}"/>
              </a:ext>
            </a:extLst>
          </p:cNvPr>
          <p:cNvPicPr>
            <a:picLocks noChangeAspect="1"/>
          </p:cNvPicPr>
          <p:nvPr/>
        </p:nvPicPr>
        <p:blipFill>
          <a:blip r:embed="rId2" cstate="print"/>
          <a:stretch>
            <a:fillRect/>
          </a:stretch>
        </p:blipFill>
        <p:spPr>
          <a:xfrm>
            <a:off x="3112843" y="745692"/>
            <a:ext cx="196891" cy="196891"/>
          </a:xfrm>
          <a:prstGeom prst="rect">
            <a:avLst/>
          </a:prstGeom>
        </p:spPr>
      </p:pic>
      <p:sp>
        <p:nvSpPr>
          <p:cNvPr id="36" name="TextBox 35">
            <a:extLst>
              <a:ext uri="{FF2B5EF4-FFF2-40B4-BE49-F238E27FC236}">
                <a16:creationId xmlns="" xmlns:a16="http://schemas.microsoft.com/office/drawing/2014/main" id="{CD1E7185-70DA-744B-9543-1B134F2EBEDC}"/>
              </a:ext>
            </a:extLst>
          </p:cNvPr>
          <p:cNvSpPr txBox="1"/>
          <p:nvPr/>
        </p:nvSpPr>
        <p:spPr>
          <a:xfrm>
            <a:off x="345553" y="1200861"/>
            <a:ext cx="1179662" cy="307777"/>
          </a:xfrm>
          <a:prstGeom prst="rect">
            <a:avLst/>
          </a:prstGeom>
          <a:noFill/>
        </p:spPr>
        <p:txBody>
          <a:bodyPr wrap="square" rtlCol="0">
            <a:spAutoFit/>
          </a:bodyPr>
          <a:lstStyle/>
          <a:p>
            <a:pPr algn="ctr"/>
            <a:r>
              <a:rPr lang="ko-KR" altLang="en-US" sz="1400" b="1" dirty="0">
                <a:latin typeface="Times New Roman" pitchFamily="18" charset="0"/>
                <a:ea typeface="Nanum Gothic" panose="020D0604000000000000" pitchFamily="34" charset="-127"/>
                <a:cs typeface="Times New Roman" pitchFamily="18" charset="0"/>
              </a:rPr>
              <a:t>에버랜드 님</a:t>
            </a:r>
            <a:r>
              <a:rPr lang="en-US" altLang="ko-KR" sz="1400" b="1" dirty="0">
                <a:latin typeface="Times New Roman" pitchFamily="18" charset="0"/>
                <a:ea typeface="Nanum Gothic" panose="020D0604000000000000" pitchFamily="34" charset="-127"/>
                <a:cs typeface="Times New Roman" pitchFamily="18" charset="0"/>
              </a:rPr>
              <a:t>,</a:t>
            </a:r>
            <a:endParaRPr lang="ko-KR" altLang="en-US" sz="1400" b="1" dirty="0">
              <a:latin typeface="Times New Roman" pitchFamily="18" charset="0"/>
              <a:ea typeface="Nanum Gothic" panose="020D0604000000000000" pitchFamily="34" charset="-127"/>
              <a:cs typeface="Times New Roman" pitchFamily="18" charset="0"/>
            </a:endParaRPr>
          </a:p>
        </p:txBody>
      </p:sp>
      <p:sp>
        <p:nvSpPr>
          <p:cNvPr id="41" name="TextBox 40">
            <a:extLst>
              <a:ext uri="{FF2B5EF4-FFF2-40B4-BE49-F238E27FC236}">
                <a16:creationId xmlns="" xmlns:a16="http://schemas.microsoft.com/office/drawing/2014/main" id="{2D956A21-9311-204C-ABE8-436CE286F1B8}"/>
              </a:ext>
            </a:extLst>
          </p:cNvPr>
          <p:cNvSpPr txBox="1"/>
          <p:nvPr/>
        </p:nvSpPr>
        <p:spPr>
          <a:xfrm>
            <a:off x="2265569" y="1262416"/>
            <a:ext cx="793942" cy="215444"/>
          </a:xfrm>
          <a:prstGeom prst="rect">
            <a:avLst/>
          </a:prstGeom>
          <a:noFill/>
        </p:spPr>
        <p:txBody>
          <a:bodyPr wrap="square" rtlCol="0">
            <a:spAutoFit/>
          </a:bodyPr>
          <a:lstStyle/>
          <a:p>
            <a:pPr algn="ctr"/>
            <a:r>
              <a:rPr lang="ko-KR" altLang="en-US" sz="800" dirty="0">
                <a:latin typeface="Times New Roman" pitchFamily="18" charset="0"/>
                <a:ea typeface="Nanum Gothic" panose="020D0604000000000000" pitchFamily="34" charset="-127"/>
                <a:cs typeface="Times New Roman" pitchFamily="18" charset="0"/>
              </a:rPr>
              <a:t>최근 </a:t>
            </a:r>
            <a:r>
              <a:rPr lang="en-US" altLang="ko-KR" sz="800" dirty="0">
                <a:latin typeface="Times New Roman" pitchFamily="18" charset="0"/>
                <a:ea typeface="Nanum Gothic" panose="020D0604000000000000" pitchFamily="34" charset="-127"/>
                <a:cs typeface="Times New Roman" pitchFamily="18" charset="0"/>
              </a:rPr>
              <a:t>01:39</a:t>
            </a:r>
            <a:endParaRPr lang="ko-KR" altLang="en-US" sz="800" dirty="0">
              <a:latin typeface="Times New Roman" pitchFamily="18" charset="0"/>
              <a:ea typeface="Nanum Gothic" panose="020D0604000000000000" pitchFamily="34" charset="-127"/>
              <a:cs typeface="Times New Roman" pitchFamily="18" charset="0"/>
            </a:endParaRPr>
          </a:p>
        </p:txBody>
      </p:sp>
      <p:pic>
        <p:nvPicPr>
          <p:cNvPr id="3" name="그림 2">
            <a:extLst>
              <a:ext uri="{FF2B5EF4-FFF2-40B4-BE49-F238E27FC236}">
                <a16:creationId xmlns="" xmlns:a16="http://schemas.microsoft.com/office/drawing/2014/main" id="{E0C8D162-6FEF-EC42-84F7-1B782D515B52}"/>
              </a:ext>
            </a:extLst>
          </p:cNvPr>
          <p:cNvPicPr>
            <a:picLocks noChangeAspect="1"/>
          </p:cNvPicPr>
          <p:nvPr/>
        </p:nvPicPr>
        <p:blipFill>
          <a:blip r:embed="rId3" cstate="print"/>
          <a:stretch>
            <a:fillRect/>
          </a:stretch>
        </p:blipFill>
        <p:spPr>
          <a:xfrm>
            <a:off x="3061200" y="1262759"/>
            <a:ext cx="200003" cy="200003"/>
          </a:xfrm>
          <a:prstGeom prst="rect">
            <a:avLst/>
          </a:prstGeom>
        </p:spPr>
      </p:pic>
      <p:sp>
        <p:nvSpPr>
          <p:cNvPr id="66" name="TextBox 65">
            <a:extLst>
              <a:ext uri="{FF2B5EF4-FFF2-40B4-BE49-F238E27FC236}">
                <a16:creationId xmlns="" xmlns:a16="http://schemas.microsoft.com/office/drawing/2014/main" id="{2B9ADF2C-C78F-1240-96AD-8B051CD3AC0E}"/>
              </a:ext>
            </a:extLst>
          </p:cNvPr>
          <p:cNvSpPr txBox="1"/>
          <p:nvPr/>
        </p:nvSpPr>
        <p:spPr>
          <a:xfrm>
            <a:off x="528093" y="1584439"/>
            <a:ext cx="1026008" cy="477054"/>
          </a:xfrm>
          <a:prstGeom prst="rect">
            <a:avLst/>
          </a:prstGeom>
          <a:noFill/>
        </p:spPr>
        <p:txBody>
          <a:bodyPr wrap="square" rtlCol="0">
            <a:spAutoFit/>
          </a:bodyPr>
          <a:lstStyle/>
          <a:p>
            <a:pPr algn="ctr"/>
            <a:r>
              <a:rPr kumimoji="1" lang="en-US" altLang="ko-KR" sz="1400" b="1" u="sng" dirty="0">
                <a:latin typeface="Times New Roman" pitchFamily="18" charset="0"/>
                <a:ea typeface="Nanum Gothic" panose="020D0604000000000000" pitchFamily="34" charset="-127"/>
                <a:cs typeface="Times New Roman" pitchFamily="18" charset="0"/>
              </a:rPr>
              <a:t>60 </a:t>
            </a:r>
            <a:r>
              <a:rPr kumimoji="1" lang="ko-KR" altLang="en-US" sz="1400" b="1" u="sng" dirty="0">
                <a:latin typeface="Times New Roman" pitchFamily="18" charset="0"/>
                <a:ea typeface="Nanum Gothic" panose="020D0604000000000000" pitchFamily="34" charset="-127"/>
                <a:cs typeface="Times New Roman" pitchFamily="18" charset="0"/>
              </a:rPr>
              <a:t>건</a:t>
            </a:r>
            <a:endParaRPr kumimoji="1" lang="en-US" altLang="ko-KR" sz="1400" b="1" u="sng" dirty="0">
              <a:latin typeface="Times New Roman" pitchFamily="18" charset="0"/>
              <a:ea typeface="Nanum Gothic" panose="020D0604000000000000" pitchFamily="34" charset="-127"/>
              <a:cs typeface="Times New Roman" pitchFamily="18" charset="0"/>
            </a:endParaRPr>
          </a:p>
          <a:p>
            <a:pPr algn="ctr"/>
            <a:r>
              <a:rPr kumimoji="1" lang="ko-KR" altLang="en-US" sz="1050" b="1" dirty="0" err="1">
                <a:latin typeface="Times New Roman" pitchFamily="18" charset="0"/>
                <a:ea typeface="Nanum Gothic" panose="020D0604000000000000" pitchFamily="34" charset="-127"/>
                <a:cs typeface="Times New Roman" pitchFamily="18" charset="0"/>
              </a:rPr>
              <a:t>미사용티켓</a:t>
            </a:r>
            <a:endParaRPr kumimoji="1" lang="en-US" altLang="ko-KR" sz="1400" b="1" dirty="0">
              <a:latin typeface="Times New Roman" pitchFamily="18" charset="0"/>
              <a:ea typeface="Nanum Gothic" panose="020D0604000000000000" pitchFamily="34" charset="-127"/>
              <a:cs typeface="Times New Roman" pitchFamily="18" charset="0"/>
            </a:endParaRPr>
          </a:p>
        </p:txBody>
      </p:sp>
      <p:sp>
        <p:nvSpPr>
          <p:cNvPr id="47" name="TextBox 46">
            <a:extLst>
              <a:ext uri="{FF2B5EF4-FFF2-40B4-BE49-F238E27FC236}">
                <a16:creationId xmlns="" xmlns:a16="http://schemas.microsoft.com/office/drawing/2014/main" id="{BB19FF7E-724C-2D4D-8487-1A565E3F3F4C}"/>
              </a:ext>
            </a:extLst>
          </p:cNvPr>
          <p:cNvSpPr txBox="1"/>
          <p:nvPr/>
        </p:nvSpPr>
        <p:spPr>
          <a:xfrm>
            <a:off x="2110243" y="1598636"/>
            <a:ext cx="1026008" cy="477054"/>
          </a:xfrm>
          <a:prstGeom prst="rect">
            <a:avLst/>
          </a:prstGeom>
          <a:noFill/>
        </p:spPr>
        <p:txBody>
          <a:bodyPr wrap="square" rtlCol="0">
            <a:spAutoFit/>
          </a:bodyPr>
          <a:lstStyle/>
          <a:p>
            <a:pPr algn="ctr"/>
            <a:r>
              <a:rPr kumimoji="1" lang="en-US" altLang="ko-KR" sz="1400" b="1" u="sng" dirty="0">
                <a:latin typeface="Times New Roman" pitchFamily="18" charset="0"/>
                <a:ea typeface="Nanum Gothic" panose="020D0604000000000000" pitchFamily="34" charset="-127"/>
                <a:cs typeface="Times New Roman" pitchFamily="18" charset="0"/>
              </a:rPr>
              <a:t>10 </a:t>
            </a:r>
            <a:r>
              <a:rPr kumimoji="1" lang="ko-KR" altLang="en-US" sz="1400" b="1" u="sng" dirty="0">
                <a:latin typeface="Times New Roman" pitchFamily="18" charset="0"/>
                <a:ea typeface="Nanum Gothic" panose="020D0604000000000000" pitchFamily="34" charset="-127"/>
                <a:cs typeface="Times New Roman" pitchFamily="18" charset="0"/>
              </a:rPr>
              <a:t>건</a:t>
            </a:r>
            <a:endParaRPr kumimoji="1" lang="en-US" altLang="ko-KR" sz="1400" b="1" u="sng" dirty="0">
              <a:latin typeface="Times New Roman" pitchFamily="18" charset="0"/>
              <a:ea typeface="Nanum Gothic" panose="020D0604000000000000" pitchFamily="34" charset="-127"/>
              <a:cs typeface="Times New Roman" pitchFamily="18" charset="0"/>
            </a:endParaRPr>
          </a:p>
          <a:p>
            <a:pPr algn="ctr"/>
            <a:r>
              <a:rPr kumimoji="1" lang="ko-KR" altLang="en-US" sz="1050" b="1" dirty="0" err="1">
                <a:latin typeface="Times New Roman" pitchFamily="18" charset="0"/>
                <a:ea typeface="Nanum Gothic" panose="020D0604000000000000" pitchFamily="34" charset="-127"/>
                <a:cs typeface="Times New Roman" pitchFamily="18" charset="0"/>
              </a:rPr>
              <a:t>미답변문의</a:t>
            </a:r>
            <a:endParaRPr kumimoji="1" lang="en-US" altLang="ko-KR" sz="1400" b="1" dirty="0">
              <a:latin typeface="Times New Roman" pitchFamily="18" charset="0"/>
              <a:ea typeface="Nanum Gothic" panose="020D0604000000000000" pitchFamily="34" charset="-127"/>
              <a:cs typeface="Times New Roman" pitchFamily="18" charset="0"/>
            </a:endParaRPr>
          </a:p>
        </p:txBody>
      </p:sp>
      <p:sp>
        <p:nvSpPr>
          <p:cNvPr id="37" name="직사각형 36">
            <a:extLst>
              <a:ext uri="{FF2B5EF4-FFF2-40B4-BE49-F238E27FC236}">
                <a16:creationId xmlns="" xmlns:a16="http://schemas.microsoft.com/office/drawing/2014/main" id="{7CDE39A9-3A7A-854A-AAD3-57B909C94452}"/>
              </a:ext>
            </a:extLst>
          </p:cNvPr>
          <p:cNvSpPr/>
          <p:nvPr/>
        </p:nvSpPr>
        <p:spPr>
          <a:xfrm>
            <a:off x="372054" y="4003010"/>
            <a:ext cx="2854709" cy="1440159"/>
          </a:xfrm>
          <a:prstGeom prst="rect">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r>
              <a:rPr lang="ko-KR" altLang="en-US" sz="1200" b="1" dirty="0">
                <a:solidFill>
                  <a:schemeClr val="tx1"/>
                </a:solidFill>
                <a:latin typeface="Times New Roman" pitchFamily="18" charset="0"/>
                <a:ea typeface="Nanum Gothic" panose="020D0604000000000000" pitchFamily="34" charset="-127"/>
                <a:cs typeface="Times New Roman" pitchFamily="18" charset="0"/>
              </a:rPr>
              <a:t>공지사항</a:t>
            </a:r>
          </a:p>
        </p:txBody>
      </p:sp>
      <p:sp>
        <p:nvSpPr>
          <p:cNvPr id="38" name="TextBox 37">
            <a:extLst>
              <a:ext uri="{FF2B5EF4-FFF2-40B4-BE49-F238E27FC236}">
                <a16:creationId xmlns="" xmlns:a16="http://schemas.microsoft.com/office/drawing/2014/main" id="{C3032864-2E5D-5C41-AC69-CDEF29D3B006}"/>
              </a:ext>
            </a:extLst>
          </p:cNvPr>
          <p:cNvSpPr txBox="1"/>
          <p:nvPr/>
        </p:nvSpPr>
        <p:spPr>
          <a:xfrm>
            <a:off x="406897" y="4282218"/>
            <a:ext cx="230907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03.02  </a:t>
            </a:r>
            <a:r>
              <a:rPr lang="ko-KR" altLang="en-US" sz="900" u="sng" dirty="0">
                <a:latin typeface="Times New Roman" pitchFamily="18" charset="0"/>
                <a:ea typeface="Nanum Gothic" panose="020D0604000000000000" pitchFamily="34" charset="-127"/>
                <a:cs typeface="Times New Roman" pitchFamily="18" charset="0"/>
              </a:rPr>
              <a:t>수수료가 변경되었습니다</a:t>
            </a:r>
            <a:r>
              <a:rPr lang="en-US" altLang="ko-KR" sz="900" u="sng" dirty="0">
                <a:latin typeface="Times New Roman" pitchFamily="18" charset="0"/>
                <a:ea typeface="Nanum Gothic" panose="020D0604000000000000" pitchFamily="34" charset="-127"/>
                <a:cs typeface="Times New Roman" pitchFamily="18" charset="0"/>
              </a:rPr>
              <a:t>.</a:t>
            </a:r>
            <a:r>
              <a:rPr lang="ko-KR" altLang="en-US" sz="900" u="sng" dirty="0">
                <a:latin typeface="Times New Roman" pitchFamily="18" charset="0"/>
                <a:ea typeface="Nanum Gothic" panose="020D0604000000000000" pitchFamily="34" charset="-127"/>
                <a:cs typeface="Times New Roman" pitchFamily="18" charset="0"/>
              </a:rPr>
              <a:t> </a:t>
            </a:r>
            <a:endParaRPr lang="en-US" altLang="ko-KR" sz="900" u="sng" dirty="0">
              <a:latin typeface="Times New Roman" pitchFamily="18" charset="0"/>
              <a:ea typeface="Nanum Gothic" panose="020D0604000000000000" pitchFamily="34" charset="-127"/>
              <a:cs typeface="Times New Roman" pitchFamily="18" charset="0"/>
            </a:endParaRPr>
          </a:p>
        </p:txBody>
      </p:sp>
      <p:sp>
        <p:nvSpPr>
          <p:cNvPr id="39" name="TextBox 38">
            <a:extLst>
              <a:ext uri="{FF2B5EF4-FFF2-40B4-BE49-F238E27FC236}">
                <a16:creationId xmlns="" xmlns:a16="http://schemas.microsoft.com/office/drawing/2014/main" id="{D5AE94C2-E709-5144-8BDE-E1EDEE4EF761}"/>
              </a:ext>
            </a:extLst>
          </p:cNvPr>
          <p:cNvSpPr txBox="1"/>
          <p:nvPr/>
        </p:nvSpPr>
        <p:spPr>
          <a:xfrm>
            <a:off x="406897" y="4501942"/>
            <a:ext cx="2760762"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02.28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(2.28 00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40" name="TextBox 39">
            <a:extLst>
              <a:ext uri="{FF2B5EF4-FFF2-40B4-BE49-F238E27FC236}">
                <a16:creationId xmlns="" xmlns:a16="http://schemas.microsoft.com/office/drawing/2014/main" id="{B9B6E15F-BEAE-A240-9C1F-7F9D924BDB63}"/>
              </a:ext>
            </a:extLst>
          </p:cNvPr>
          <p:cNvSpPr txBox="1"/>
          <p:nvPr/>
        </p:nvSpPr>
        <p:spPr>
          <a:xfrm>
            <a:off x="409682" y="4725370"/>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01.27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70" name="직사각형 69">
            <a:extLst>
              <a:ext uri="{FF2B5EF4-FFF2-40B4-BE49-F238E27FC236}">
                <a16:creationId xmlns="" xmlns:a16="http://schemas.microsoft.com/office/drawing/2014/main" id="{AFFC39C3-1006-314B-B094-3CC84DB6B9D8}"/>
              </a:ext>
            </a:extLst>
          </p:cNvPr>
          <p:cNvSpPr/>
          <p:nvPr/>
        </p:nvSpPr>
        <p:spPr>
          <a:xfrm>
            <a:off x="376147" y="1532072"/>
            <a:ext cx="1414410" cy="59510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sp>
        <p:nvSpPr>
          <p:cNvPr id="71" name="직사각형 70">
            <a:extLst>
              <a:ext uri="{FF2B5EF4-FFF2-40B4-BE49-F238E27FC236}">
                <a16:creationId xmlns="" xmlns:a16="http://schemas.microsoft.com/office/drawing/2014/main" id="{AAC2BAE9-0F90-E445-B358-06155B364027}"/>
              </a:ext>
            </a:extLst>
          </p:cNvPr>
          <p:cNvSpPr/>
          <p:nvPr/>
        </p:nvSpPr>
        <p:spPr>
          <a:xfrm>
            <a:off x="1949843" y="1534366"/>
            <a:ext cx="1338457" cy="595101"/>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1050" dirty="0">
              <a:solidFill>
                <a:schemeClr val="bg1">
                  <a:lumMod val="75000"/>
                </a:schemeClr>
              </a:solidFill>
              <a:latin typeface="Times New Roman" pitchFamily="18" charset="0"/>
              <a:ea typeface="Nanum Gothic" panose="020D0604000000000000" pitchFamily="34" charset="-127"/>
              <a:cs typeface="Times New Roman" pitchFamily="18" charset="0"/>
            </a:endParaRPr>
          </a:p>
        </p:txBody>
      </p:sp>
      <p:graphicFrame>
        <p:nvGraphicFramePr>
          <p:cNvPr id="5" name="표 4">
            <a:extLst>
              <a:ext uri="{FF2B5EF4-FFF2-40B4-BE49-F238E27FC236}">
                <a16:creationId xmlns="" xmlns:a16="http://schemas.microsoft.com/office/drawing/2014/main" id="{68675B5C-7EE7-8E4B-A825-EDA2DB23B658}"/>
              </a:ext>
            </a:extLst>
          </p:cNvPr>
          <p:cNvGraphicFramePr>
            <a:graphicFrameLocks noGrp="1"/>
          </p:cNvGraphicFramePr>
          <p:nvPr/>
        </p:nvGraphicFramePr>
        <p:xfrm>
          <a:off x="448882" y="2642929"/>
          <a:ext cx="2762407" cy="974406"/>
        </p:xfrm>
        <a:graphic>
          <a:graphicData uri="http://schemas.openxmlformats.org/drawingml/2006/table">
            <a:tbl>
              <a:tblPr/>
              <a:tblGrid>
                <a:gridCol w="946451">
                  <a:extLst>
                    <a:ext uri="{9D8B030D-6E8A-4147-A177-3AD203B41FA5}">
                      <a16:colId xmlns="" xmlns:a16="http://schemas.microsoft.com/office/drawing/2014/main" val="952546124"/>
                    </a:ext>
                  </a:extLst>
                </a:gridCol>
                <a:gridCol w="700221">
                  <a:extLst>
                    <a:ext uri="{9D8B030D-6E8A-4147-A177-3AD203B41FA5}">
                      <a16:colId xmlns="" xmlns:a16="http://schemas.microsoft.com/office/drawing/2014/main" val="90297832"/>
                    </a:ext>
                  </a:extLst>
                </a:gridCol>
                <a:gridCol w="207757">
                  <a:extLst>
                    <a:ext uri="{9D8B030D-6E8A-4147-A177-3AD203B41FA5}">
                      <a16:colId xmlns="" xmlns:a16="http://schemas.microsoft.com/office/drawing/2014/main" val="259899389"/>
                    </a:ext>
                  </a:extLst>
                </a:gridCol>
                <a:gridCol w="700221">
                  <a:extLst>
                    <a:ext uri="{9D8B030D-6E8A-4147-A177-3AD203B41FA5}">
                      <a16:colId xmlns="" xmlns:a16="http://schemas.microsoft.com/office/drawing/2014/main" val="3395975015"/>
                    </a:ext>
                  </a:extLst>
                </a:gridCol>
                <a:gridCol w="207757">
                  <a:extLst>
                    <a:ext uri="{9D8B030D-6E8A-4147-A177-3AD203B41FA5}">
                      <a16:colId xmlns="" xmlns:a16="http://schemas.microsoft.com/office/drawing/2014/main" val="213868304"/>
                    </a:ext>
                  </a:extLst>
                </a:gridCol>
              </a:tblGrid>
              <a:tr h="222634">
                <a:tc>
                  <a:txBody>
                    <a:bodyPr/>
                    <a:lstStyle/>
                    <a:p>
                      <a:pPr algn="l" fontAlgn="ctr"/>
                      <a:endParaRPr lang="ko-KR" altLang="en-US" sz="900" b="0" i="0" u="none" strike="noStrike">
                        <a:solidFill>
                          <a:srgbClr val="000000"/>
                        </a:solidFill>
                        <a:effectLst/>
                        <a:latin typeface="맑은 고딕" panose="020B0503020000020004" pitchFamily="34" charset="-127"/>
                        <a:ea typeface="맑은 고딕" panose="020B0503020000020004" pitchFamily="34" charset="-127"/>
                      </a:endParaRPr>
                    </a:p>
                  </a:txBody>
                  <a:tcPr marL="7831" marR="7831" marT="783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2">
                  <a:txBody>
                    <a:bodyPr/>
                    <a:lstStyle/>
                    <a:p>
                      <a:pPr algn="ctr" fontAlgn="ctr"/>
                      <a:r>
                        <a:rPr lang="ko-KR" altLang="en-US" sz="900" b="1" i="0" u="none" strike="noStrike" dirty="0">
                          <a:solidFill>
                            <a:schemeClr val="bg1"/>
                          </a:solidFill>
                          <a:effectLst/>
                          <a:latin typeface="맑은 고딕" panose="020B0503020000020004" pitchFamily="34" charset="-127"/>
                          <a:ea typeface="맑은 고딕" panose="020B0503020000020004" pitchFamily="34" charset="-127"/>
                        </a:rPr>
                        <a:t>어제</a:t>
                      </a:r>
                      <a:r>
                        <a:rPr lang="en-US" altLang="ko-KR" sz="900" b="1" i="0" u="none" strike="noStrike" dirty="0">
                          <a:solidFill>
                            <a:schemeClr val="bg1"/>
                          </a:solidFill>
                          <a:effectLst/>
                          <a:latin typeface="맑은 고딕" panose="020B0503020000020004" pitchFamily="34" charset="-127"/>
                          <a:ea typeface="맑은 고딕" panose="020B0503020000020004" pitchFamily="34" charset="-127"/>
                        </a:rPr>
                        <a:t>(04.01)</a:t>
                      </a:r>
                    </a:p>
                  </a:txBody>
                  <a:tcPr marL="85157" marR="85157" marT="42579" marB="425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latinLnBrk="1"/>
                      <a:endParaRPr lang="ko-KR" altLang="en-US"/>
                    </a:p>
                  </a:txBody>
                  <a:tcPr/>
                </a:tc>
                <a:tc gridSpan="2">
                  <a:txBody>
                    <a:bodyPr/>
                    <a:lstStyle/>
                    <a:p>
                      <a:pPr algn="ctr" fontAlgn="ctr"/>
                      <a:r>
                        <a:rPr lang="ko-KR" altLang="en-US" sz="900" b="1" i="0" u="none" strike="noStrike" dirty="0">
                          <a:solidFill>
                            <a:schemeClr val="bg1"/>
                          </a:solidFill>
                          <a:effectLst/>
                          <a:latin typeface="맑은 고딕" panose="020B0503020000020004" pitchFamily="34" charset="-127"/>
                          <a:ea typeface="맑은 고딕" panose="020B0503020000020004" pitchFamily="34" charset="-127"/>
                        </a:rPr>
                        <a:t>오늘</a:t>
                      </a:r>
                      <a:r>
                        <a:rPr lang="en-US" altLang="ko-KR" sz="900" b="1" i="0" u="none" strike="noStrike" dirty="0">
                          <a:solidFill>
                            <a:schemeClr val="bg1"/>
                          </a:solidFill>
                          <a:effectLst/>
                          <a:latin typeface="맑은 고딕" panose="020B0503020000020004" pitchFamily="34" charset="-127"/>
                          <a:ea typeface="맑은 고딕" panose="020B0503020000020004" pitchFamily="34" charset="-127"/>
                        </a:rPr>
                        <a:t>(04.02)</a:t>
                      </a:r>
                    </a:p>
                  </a:txBody>
                  <a:tcPr marL="85157" marR="85157" marT="42579" marB="42579"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pPr latinLnBrk="1"/>
                      <a:endParaRPr lang="ko-KR" altLang="en-US"/>
                    </a:p>
                  </a:txBody>
                  <a:tcPr/>
                </a:tc>
                <a:extLst>
                  <a:ext uri="{0D108BD9-81ED-4DB2-BD59-A6C34878D82A}">
                    <a16:rowId xmlns="" xmlns:a16="http://schemas.microsoft.com/office/drawing/2014/main" val="3890285501"/>
                  </a:ext>
                </a:extLst>
              </a:tr>
              <a:tr h="187943">
                <a:tc>
                  <a:txBody>
                    <a:bodyPr/>
                    <a:lstStyle/>
                    <a:p>
                      <a:pPr algn="l" fontAlgn="ctr"/>
                      <a:r>
                        <a:rPr lang="ko-KR" altLang="en-US" sz="900" b="1" i="0" u="none" strike="noStrike">
                          <a:solidFill>
                            <a:srgbClr val="000000"/>
                          </a:solidFill>
                          <a:effectLst/>
                          <a:latin typeface="맑은 고딕" panose="020B0503020000020004" pitchFamily="34" charset="-127"/>
                          <a:ea typeface="맑은 고딕" panose="020B0503020000020004" pitchFamily="34" charset="-127"/>
                        </a:rPr>
                        <a:t>실판매금액</a:t>
                      </a: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2,000,000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1,500,000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033295670"/>
                  </a:ext>
                </a:extLst>
              </a:tr>
              <a:tr h="187943">
                <a:tc>
                  <a:txBody>
                    <a:bodyPr/>
                    <a:lstStyle/>
                    <a:p>
                      <a:pPr algn="l" fontAlgn="ctr"/>
                      <a:r>
                        <a:rPr lang="ko-KR" altLang="en-US" sz="900" b="1" i="0" u="none" strike="noStrike">
                          <a:solidFill>
                            <a:srgbClr val="000000"/>
                          </a:solidFill>
                          <a:effectLst/>
                          <a:latin typeface="맑은 고딕" panose="020B0503020000020004" pitchFamily="34" charset="-127"/>
                          <a:ea typeface="맑은 고딕" panose="020B0503020000020004" pitchFamily="34" charset="-127"/>
                        </a:rPr>
                        <a:t>사용처리금액</a:t>
                      </a: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100,000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50,000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원</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677613152"/>
                  </a:ext>
                </a:extLst>
              </a:tr>
              <a:tr h="187943">
                <a:tc>
                  <a:txBody>
                    <a:bodyPr/>
                    <a:lstStyle/>
                    <a:p>
                      <a:pPr algn="l" fontAlgn="ctr"/>
                      <a:r>
                        <a:rPr lang="ko-KR" altLang="en-US" sz="900" b="1" i="0" u="none" strike="noStrike">
                          <a:solidFill>
                            <a:srgbClr val="000000"/>
                          </a:solidFill>
                          <a:effectLst/>
                          <a:latin typeface="맑은 고딕" panose="020B0503020000020004" pitchFamily="34" charset="-127"/>
                          <a:ea typeface="맑은 고딕" panose="020B0503020000020004" pitchFamily="34" charset="-127"/>
                        </a:rPr>
                        <a:t>판매티켓수</a:t>
                      </a: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80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30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715718042"/>
                  </a:ext>
                </a:extLst>
              </a:tr>
              <a:tr h="187943">
                <a:tc>
                  <a:txBody>
                    <a:bodyPr/>
                    <a:lstStyle/>
                    <a:p>
                      <a:pPr algn="l" fontAlgn="ctr"/>
                      <a:r>
                        <a:rPr lang="ko-KR" altLang="en-US" sz="900" b="1" i="0" u="none" strike="noStrike">
                          <a:solidFill>
                            <a:srgbClr val="000000"/>
                          </a:solidFill>
                          <a:effectLst/>
                          <a:latin typeface="맑은 고딕" panose="020B0503020000020004" pitchFamily="34" charset="-127"/>
                          <a:ea typeface="맑은 고딕" panose="020B0503020000020004" pitchFamily="34" charset="-127"/>
                        </a:rPr>
                        <a:t>사용완료티켓수</a:t>
                      </a:r>
                    </a:p>
                  </a:txBody>
                  <a:tcPr marL="7831" marR="7831" marT="78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r>
                        <a:rPr lang="en-US" altLang="ko-KR" sz="900" b="0" i="0" u="none" strike="noStrike">
                          <a:solidFill>
                            <a:srgbClr val="000000"/>
                          </a:solidFill>
                          <a:effectLst/>
                          <a:latin typeface="맑은 고딕" panose="020B0503020000020004" pitchFamily="34" charset="-127"/>
                          <a:ea typeface="맑은 고딕" panose="020B0503020000020004" pitchFamily="34" charset="-127"/>
                        </a:rPr>
                        <a:t>20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a:solidFill>
                            <a:srgbClr val="000000"/>
                          </a:solidFill>
                          <a:effectLst/>
                          <a:latin typeface="맑은 고딕" panose="020B0503020000020004" pitchFamily="34" charset="-127"/>
                          <a:ea typeface="맑은 고딕" panose="020B0503020000020004" pitchFamily="34" charset="-127"/>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ko-KR" sz="900" b="0" i="0" u="none" strike="noStrike" dirty="0">
                          <a:solidFill>
                            <a:srgbClr val="000000"/>
                          </a:solidFill>
                          <a:effectLst/>
                          <a:latin typeface="맑은 고딕" panose="020B0503020000020004" pitchFamily="34" charset="-127"/>
                          <a:ea typeface="맑은 고딕" panose="020B0503020000020004" pitchFamily="34" charset="-127"/>
                        </a:rPr>
                        <a:t>0</a:t>
                      </a:r>
                    </a:p>
                  </a:txBody>
                  <a:tcPr marL="7831" marR="7831" marT="7831"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ko-KR" altLang="en-US" sz="900" b="0" i="0" u="none" strike="noStrike" dirty="0">
                          <a:solidFill>
                            <a:srgbClr val="000000"/>
                          </a:solidFill>
                          <a:effectLst/>
                          <a:latin typeface="맑은 고딕" panose="020B0503020000020004" pitchFamily="34" charset="-127"/>
                          <a:ea typeface="맑은 고딕" panose="020B0503020000020004" pitchFamily="34" charset="-127"/>
                        </a:rPr>
                        <a:t>개</a:t>
                      </a:r>
                    </a:p>
                  </a:txBody>
                  <a:tcPr marL="7831" marR="7831" marT="7831"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87530513"/>
                  </a:ext>
                </a:extLst>
              </a:tr>
            </a:tbl>
          </a:graphicData>
        </a:graphic>
      </p:graphicFrame>
      <p:sp>
        <p:nvSpPr>
          <p:cNvPr id="49" name="TextBox 48">
            <a:extLst>
              <a:ext uri="{FF2B5EF4-FFF2-40B4-BE49-F238E27FC236}">
                <a16:creationId xmlns="" xmlns:a16="http://schemas.microsoft.com/office/drawing/2014/main" id="{C9899BD5-6BA4-2C4C-B3CB-6DF0B6398BB9}"/>
              </a:ext>
            </a:extLst>
          </p:cNvPr>
          <p:cNvSpPr txBox="1"/>
          <p:nvPr/>
        </p:nvSpPr>
        <p:spPr>
          <a:xfrm>
            <a:off x="396879" y="2283419"/>
            <a:ext cx="1027729" cy="261610"/>
          </a:xfrm>
          <a:prstGeom prst="rect">
            <a:avLst/>
          </a:prstGeom>
          <a:noFill/>
        </p:spPr>
        <p:txBody>
          <a:bodyPr wrap="square" rtlCol="0">
            <a:spAutoFit/>
          </a:bodyPr>
          <a:lstStyle/>
          <a:p>
            <a:r>
              <a:rPr lang="ko-KR" altLang="en-US" sz="1100" b="1" dirty="0">
                <a:latin typeface="Times New Roman" pitchFamily="18" charset="0"/>
                <a:ea typeface="Nanum Gothic" panose="020D0604000000000000" pitchFamily="34" charset="-127"/>
                <a:cs typeface="Times New Roman" pitchFamily="18" charset="0"/>
              </a:rPr>
              <a:t>판매현황</a:t>
            </a:r>
          </a:p>
        </p:txBody>
      </p:sp>
      <p:cxnSp>
        <p:nvCxnSpPr>
          <p:cNvPr id="9" name="직선 연결선[R] 8">
            <a:extLst>
              <a:ext uri="{FF2B5EF4-FFF2-40B4-BE49-F238E27FC236}">
                <a16:creationId xmlns="" xmlns:a16="http://schemas.microsoft.com/office/drawing/2014/main" id="{731EC9C4-C10A-8F45-8E9D-A26883AFE792}"/>
              </a:ext>
            </a:extLst>
          </p:cNvPr>
          <p:cNvCxnSpPr>
            <a:cxnSpLocks/>
          </p:cNvCxnSpPr>
          <p:nvPr/>
        </p:nvCxnSpPr>
        <p:spPr>
          <a:xfrm>
            <a:off x="432510" y="2541419"/>
            <a:ext cx="2727073" cy="1"/>
          </a:xfrm>
          <a:prstGeom prst="line">
            <a:avLst/>
          </a:prstGeom>
          <a:ln w="3175">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6" name="직사각형 85">
            <a:extLst>
              <a:ext uri="{FF2B5EF4-FFF2-40B4-BE49-F238E27FC236}">
                <a16:creationId xmlns="" xmlns:a16="http://schemas.microsoft.com/office/drawing/2014/main" id="{5FF15A04-5CCD-AD42-A16B-D1509C58D9D2}"/>
              </a:ext>
            </a:extLst>
          </p:cNvPr>
          <p:cNvSpPr/>
          <p:nvPr/>
        </p:nvSpPr>
        <p:spPr>
          <a:xfrm>
            <a:off x="1188070" y="6391526"/>
            <a:ext cx="611339" cy="163546"/>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ko-KR" altLang="en-US" sz="800" b="1" dirty="0">
                <a:solidFill>
                  <a:srgbClr val="C00000"/>
                </a:solidFill>
                <a:latin typeface="Times New Roman" pitchFamily="18" charset="0"/>
                <a:ea typeface="Nanum Gothic" panose="020D0604000000000000" pitchFamily="34" charset="-127"/>
                <a:cs typeface="Times New Roman" pitchFamily="18" charset="0"/>
              </a:rPr>
              <a:t>로그아웃</a:t>
            </a:r>
          </a:p>
        </p:txBody>
      </p:sp>
      <p:cxnSp>
        <p:nvCxnSpPr>
          <p:cNvPr id="87" name="직선 연결선[R] 86">
            <a:extLst>
              <a:ext uri="{FF2B5EF4-FFF2-40B4-BE49-F238E27FC236}">
                <a16:creationId xmlns="" xmlns:a16="http://schemas.microsoft.com/office/drawing/2014/main" id="{5BDE52D7-2901-AA48-98DA-7EFA961EC6E2}"/>
              </a:ext>
            </a:extLst>
          </p:cNvPr>
          <p:cNvCxnSpPr>
            <a:cxnSpLocks/>
          </p:cNvCxnSpPr>
          <p:nvPr/>
        </p:nvCxnSpPr>
        <p:spPr>
          <a:xfrm>
            <a:off x="345494" y="5625326"/>
            <a:ext cx="2942181" cy="0"/>
          </a:xfrm>
          <a:prstGeom prst="line">
            <a:avLst/>
          </a:prstGeom>
          <a:ln w="3175">
            <a:solidFill>
              <a:schemeClr val="bg1">
                <a:lumMod val="75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 name="그룹 21">
            <a:extLst>
              <a:ext uri="{FF2B5EF4-FFF2-40B4-BE49-F238E27FC236}">
                <a16:creationId xmlns="" xmlns:a16="http://schemas.microsoft.com/office/drawing/2014/main" id="{62E325F6-DC7F-4A4E-8723-7840F3478DE4}"/>
              </a:ext>
            </a:extLst>
          </p:cNvPr>
          <p:cNvGrpSpPr/>
          <p:nvPr/>
        </p:nvGrpSpPr>
        <p:grpSpPr>
          <a:xfrm>
            <a:off x="310185" y="750557"/>
            <a:ext cx="864167" cy="185630"/>
            <a:chOff x="266951" y="710204"/>
            <a:chExt cx="993277" cy="213364"/>
          </a:xfrm>
        </p:grpSpPr>
        <p:sp>
          <p:nvSpPr>
            <p:cNvPr id="153" name="TextBox 152">
              <a:extLst>
                <a:ext uri="{FF2B5EF4-FFF2-40B4-BE49-F238E27FC236}">
                  <a16:creationId xmlns="" xmlns:a16="http://schemas.microsoft.com/office/drawing/2014/main" id="{72EBB262-8287-494C-8729-325CCDB462B0}"/>
                </a:ext>
              </a:extLst>
            </p:cNvPr>
            <p:cNvSpPr txBox="1"/>
            <p:nvPr/>
          </p:nvSpPr>
          <p:spPr>
            <a:xfrm>
              <a:off x="266951" y="711311"/>
              <a:ext cx="213205" cy="212257"/>
            </a:xfrm>
            <a:prstGeom prst="rect">
              <a:avLst/>
            </a:prstGeom>
            <a:solidFill>
              <a:srgbClr val="C00000"/>
            </a:solidFill>
          </p:spPr>
          <p:txBody>
            <a:bodyPr wrap="square" lIns="36000" tIns="0" rIns="36000" bIns="0" rtlCol="0">
              <a:spAutoFit/>
            </a:bodyPr>
            <a:lstStyle/>
            <a:p>
              <a:pPr algn="ctr"/>
              <a:r>
                <a:rPr lang="en-US" altLang="ko-KR" sz="1200" b="1" dirty="0">
                  <a:solidFill>
                    <a:schemeClr val="bg1"/>
                  </a:solidFill>
                  <a:latin typeface="Times New Roman" pitchFamily="18" charset="0"/>
                  <a:ea typeface="Nanum Gothic" panose="020D0604000000000000" pitchFamily="34" charset="-127"/>
                  <a:cs typeface="Times New Roman" pitchFamily="18" charset="0"/>
                </a:rPr>
                <a:t>T</a:t>
              </a:r>
              <a:endParaRPr lang="ko-KR" altLang="en-US" sz="1200" b="1" dirty="0">
                <a:solidFill>
                  <a:schemeClr val="bg1"/>
                </a:solidFill>
                <a:latin typeface="Times New Roman" pitchFamily="18" charset="0"/>
                <a:ea typeface="Nanum Gothic" panose="020D0604000000000000" pitchFamily="34" charset="-127"/>
                <a:cs typeface="Times New Roman" pitchFamily="18" charset="0"/>
              </a:endParaRPr>
            </a:p>
          </p:txBody>
        </p:sp>
        <p:sp>
          <p:nvSpPr>
            <p:cNvPr id="88" name="TextBox 87">
              <a:extLst>
                <a:ext uri="{FF2B5EF4-FFF2-40B4-BE49-F238E27FC236}">
                  <a16:creationId xmlns="" xmlns:a16="http://schemas.microsoft.com/office/drawing/2014/main" id="{829ECABB-6336-3346-A5B9-5108B3D7E6AB}"/>
                </a:ext>
              </a:extLst>
            </p:cNvPr>
            <p:cNvSpPr txBox="1"/>
            <p:nvPr/>
          </p:nvSpPr>
          <p:spPr>
            <a:xfrm>
              <a:off x="362940" y="710204"/>
              <a:ext cx="897288" cy="212256"/>
            </a:xfrm>
            <a:prstGeom prst="rect">
              <a:avLst/>
            </a:prstGeom>
            <a:noFill/>
          </p:spPr>
          <p:txBody>
            <a:bodyPr wrap="square" lIns="36000" tIns="0" rIns="36000" bIns="0" rtlCol="0">
              <a:spAutoFit/>
            </a:bodyPr>
            <a:lstStyle/>
            <a:p>
              <a:pPr algn="ctr"/>
              <a:r>
                <a:rPr lang="en-US" altLang="ko-KR" sz="1200" b="1" dirty="0">
                  <a:latin typeface="Times New Roman" pitchFamily="18" charset="0"/>
                  <a:ea typeface="Nanum Gothic" panose="020D0604000000000000" pitchFamily="34" charset="-127"/>
                  <a:cs typeface="Times New Roman" pitchFamily="18" charset="0"/>
                </a:rPr>
                <a:t>BRIDGE</a:t>
              </a:r>
              <a:endParaRPr lang="ko-KR" altLang="en-US" sz="1200" b="1" dirty="0">
                <a:latin typeface="Times New Roman" pitchFamily="18" charset="0"/>
                <a:ea typeface="Nanum Gothic" panose="020D0604000000000000" pitchFamily="34" charset="-127"/>
                <a:cs typeface="Times New Roman" pitchFamily="18" charset="0"/>
              </a:endParaRPr>
            </a:p>
          </p:txBody>
        </p:sp>
      </p:grpSp>
      <p:sp>
        <p:nvSpPr>
          <p:cNvPr id="91" name="직사각형 90">
            <a:extLst>
              <a:ext uri="{FF2B5EF4-FFF2-40B4-BE49-F238E27FC236}">
                <a16:creationId xmlns="" xmlns:a16="http://schemas.microsoft.com/office/drawing/2014/main" id="{763F1B49-D132-8249-8EEA-D1C36406553C}"/>
              </a:ext>
            </a:extLst>
          </p:cNvPr>
          <p:cNvSpPr/>
          <p:nvPr/>
        </p:nvSpPr>
        <p:spPr>
          <a:xfrm>
            <a:off x="219014" y="630188"/>
            <a:ext cx="3223713" cy="42380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700">
              <a:solidFill>
                <a:schemeClr val="tx1"/>
              </a:solidFill>
              <a:latin typeface="Times New Roman" pitchFamily="18" charset="0"/>
              <a:ea typeface="Nanum Gothic" panose="020D0604000000000000" pitchFamily="34" charset="-127"/>
              <a:cs typeface="Times New Roman" pitchFamily="18" charset="0"/>
            </a:endParaRPr>
          </a:p>
        </p:txBody>
      </p:sp>
      <p:sp>
        <p:nvSpPr>
          <p:cNvPr id="92" name="TextBox 91">
            <a:extLst>
              <a:ext uri="{FF2B5EF4-FFF2-40B4-BE49-F238E27FC236}">
                <a16:creationId xmlns="" xmlns:a16="http://schemas.microsoft.com/office/drawing/2014/main" id="{58A6CC6F-90D4-7442-A655-02F3A53D49BF}"/>
              </a:ext>
            </a:extLst>
          </p:cNvPr>
          <p:cNvSpPr txBox="1"/>
          <p:nvPr/>
        </p:nvSpPr>
        <p:spPr>
          <a:xfrm>
            <a:off x="409682" y="4951518"/>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12.27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95" name="TextBox 94">
            <a:extLst>
              <a:ext uri="{FF2B5EF4-FFF2-40B4-BE49-F238E27FC236}">
                <a16:creationId xmlns="" xmlns:a16="http://schemas.microsoft.com/office/drawing/2014/main" id="{3CF43A68-3638-BA40-86AB-33F29384F271}"/>
              </a:ext>
            </a:extLst>
          </p:cNvPr>
          <p:cNvSpPr txBox="1"/>
          <p:nvPr/>
        </p:nvSpPr>
        <p:spPr>
          <a:xfrm>
            <a:off x="409682" y="5201218"/>
            <a:ext cx="2678983" cy="230832"/>
          </a:xfrm>
          <a:prstGeom prst="rect">
            <a:avLst/>
          </a:prstGeom>
          <a:noFill/>
        </p:spPr>
        <p:txBody>
          <a:bodyPr wrap="square" rtlCol="0">
            <a:spAutoFit/>
          </a:bodyPr>
          <a:lstStyle/>
          <a:p>
            <a:r>
              <a:rPr lang="en-US" altLang="ko-KR" sz="900" u="sng" dirty="0">
                <a:latin typeface="Times New Roman" pitchFamily="18" charset="0"/>
                <a:ea typeface="Nanum Gothic" panose="020D0604000000000000" pitchFamily="34" charset="-127"/>
                <a:cs typeface="Times New Roman" pitchFamily="18" charset="0"/>
              </a:rPr>
              <a:t>11.27  </a:t>
            </a:r>
            <a:r>
              <a:rPr lang="ko-KR" altLang="en-US" sz="900" u="sng" dirty="0">
                <a:latin typeface="Times New Roman" pitchFamily="18" charset="0"/>
                <a:ea typeface="Nanum Gothic" panose="020D0604000000000000" pitchFamily="34" charset="-127"/>
                <a:cs typeface="Times New Roman" pitchFamily="18" charset="0"/>
              </a:rPr>
              <a:t>시스템 점검 안내 </a:t>
            </a:r>
            <a:r>
              <a:rPr lang="en-US" altLang="ko-KR" sz="900" u="sng" dirty="0">
                <a:latin typeface="Times New Roman" pitchFamily="18" charset="0"/>
                <a:ea typeface="Nanum Gothic" panose="020D0604000000000000" pitchFamily="34" charset="-127"/>
                <a:cs typeface="Times New Roman" pitchFamily="18" charset="0"/>
              </a:rPr>
              <a:t>(1.27 00</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~02</a:t>
            </a:r>
            <a:r>
              <a:rPr lang="ko-KR" altLang="en-US" sz="900" u="sng" dirty="0">
                <a:latin typeface="Times New Roman" pitchFamily="18" charset="0"/>
                <a:ea typeface="Nanum Gothic" panose="020D0604000000000000" pitchFamily="34" charset="-127"/>
                <a:cs typeface="Times New Roman" pitchFamily="18" charset="0"/>
              </a:rPr>
              <a:t>시</a:t>
            </a:r>
            <a:r>
              <a:rPr lang="en-US" altLang="ko-KR" sz="900" u="sng" dirty="0">
                <a:latin typeface="Times New Roman" pitchFamily="18" charset="0"/>
                <a:ea typeface="Nanum Gothic" panose="020D0604000000000000" pitchFamily="34" charset="-127"/>
                <a:cs typeface="Times New Roman" pitchFamily="18" charset="0"/>
              </a:rPr>
              <a:t>)</a:t>
            </a:r>
          </a:p>
        </p:txBody>
      </p:sp>
      <p:sp>
        <p:nvSpPr>
          <p:cNvPr id="97" name="TextBox 96">
            <a:extLst>
              <a:ext uri="{FF2B5EF4-FFF2-40B4-BE49-F238E27FC236}">
                <a16:creationId xmlns="" xmlns:a16="http://schemas.microsoft.com/office/drawing/2014/main" id="{36340991-E862-EF44-ADA4-74F3B2C4C03E}"/>
              </a:ext>
            </a:extLst>
          </p:cNvPr>
          <p:cNvSpPr txBox="1"/>
          <p:nvPr/>
        </p:nvSpPr>
        <p:spPr>
          <a:xfrm>
            <a:off x="410734" y="5747750"/>
            <a:ext cx="2760762" cy="415498"/>
          </a:xfrm>
          <a:prstGeom prst="rect">
            <a:avLst/>
          </a:prstGeom>
          <a:noFill/>
        </p:spPr>
        <p:txBody>
          <a:bodyPr wrap="square" rtlCol="0">
            <a:spAutoFit/>
          </a:bodyPr>
          <a:lstStyle/>
          <a:p>
            <a:pPr algn="ctr"/>
            <a:r>
              <a:rPr lang="ko-KR" altLang="en-US" sz="700" dirty="0" err="1">
                <a:solidFill>
                  <a:schemeClr val="bg1">
                    <a:lumMod val="50000"/>
                  </a:schemeClr>
                </a:solidFill>
                <a:latin typeface="Times New Roman" pitchFamily="18" charset="0"/>
                <a:ea typeface="Nanum Gothic" panose="020D0604000000000000" pitchFamily="34" charset="-127"/>
                <a:cs typeface="Times New Roman" pitchFamily="18" charset="0"/>
              </a:rPr>
              <a:t>티브리지</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주</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대표이사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a:t>
            </a:r>
          </a:p>
          <a:p>
            <a:pPr algn="ct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사업자 등록번호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000-00-00000</a:t>
            </a:r>
          </a:p>
          <a:p>
            <a:pPr algn="ct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서울시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r>
              <a:rPr lang="en-US" altLang="ko-KR" sz="700" dirty="0">
                <a:solidFill>
                  <a:schemeClr val="bg1">
                    <a:lumMod val="50000"/>
                  </a:schemeClr>
                </a:solidFill>
                <a:latin typeface="Times New Roman" pitchFamily="18" charset="0"/>
                <a:ea typeface="Nanum Gothic" panose="020D0604000000000000" pitchFamily="34" charset="-127"/>
                <a:cs typeface="Times New Roman" pitchFamily="18" charset="0"/>
              </a:rPr>
              <a:t>00000</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a:t>
            </a:r>
          </a:p>
        </p:txBody>
      </p:sp>
      <p:sp>
        <p:nvSpPr>
          <p:cNvPr id="99" name="직사각형 98">
            <a:extLst>
              <a:ext uri="{FF2B5EF4-FFF2-40B4-BE49-F238E27FC236}">
                <a16:creationId xmlns="" xmlns:a16="http://schemas.microsoft.com/office/drawing/2014/main" id="{F2F95130-28E8-1F4E-98D1-94A0FCAF5B31}"/>
              </a:ext>
            </a:extLst>
          </p:cNvPr>
          <p:cNvSpPr/>
          <p:nvPr/>
        </p:nvSpPr>
        <p:spPr>
          <a:xfrm>
            <a:off x="1874127" y="6391526"/>
            <a:ext cx="611339" cy="163546"/>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bIns="72000" rtlCol="0" anchor="ctr" anchorCtr="1"/>
          <a:lstStyle/>
          <a:p>
            <a:pPr algn="ctr">
              <a:lnSpc>
                <a:spcPct val="150000"/>
              </a:lnSpc>
            </a:pPr>
            <a:r>
              <a:rPr lang="en-US" altLang="ko-KR" sz="800" b="1" dirty="0">
                <a:solidFill>
                  <a:srgbClr val="C00000"/>
                </a:solidFill>
                <a:latin typeface="Times New Roman" pitchFamily="18" charset="0"/>
                <a:ea typeface="Nanum Gothic" panose="020D0604000000000000" pitchFamily="34" charset="-127"/>
                <a:cs typeface="Times New Roman" pitchFamily="18" charset="0"/>
              </a:rPr>
              <a:t>PC</a:t>
            </a:r>
            <a:r>
              <a:rPr lang="ko-KR" altLang="en-US" sz="800" b="1" dirty="0">
                <a:solidFill>
                  <a:srgbClr val="C00000"/>
                </a:solidFill>
                <a:latin typeface="Times New Roman" pitchFamily="18" charset="0"/>
                <a:ea typeface="Nanum Gothic" panose="020D0604000000000000" pitchFamily="34" charset="-127"/>
                <a:cs typeface="Times New Roman" pitchFamily="18" charset="0"/>
              </a:rPr>
              <a:t>버전</a:t>
            </a:r>
          </a:p>
        </p:txBody>
      </p:sp>
      <p:sp>
        <p:nvSpPr>
          <p:cNvPr id="100" name="TextBox 99">
            <a:extLst>
              <a:ext uri="{FF2B5EF4-FFF2-40B4-BE49-F238E27FC236}">
                <a16:creationId xmlns="" xmlns:a16="http://schemas.microsoft.com/office/drawing/2014/main" id="{901D33A7-EB60-5F4E-8195-30BAD66A76D0}"/>
              </a:ext>
            </a:extLst>
          </p:cNvPr>
          <p:cNvSpPr txBox="1"/>
          <p:nvPr/>
        </p:nvSpPr>
        <p:spPr>
          <a:xfrm>
            <a:off x="469838" y="6191470"/>
            <a:ext cx="2760762" cy="200055"/>
          </a:xfrm>
          <a:prstGeom prst="rect">
            <a:avLst/>
          </a:prstGeom>
          <a:noFill/>
        </p:spPr>
        <p:txBody>
          <a:bodyPr wrap="square" rtlCol="0">
            <a:spAutoFit/>
          </a:bodyPr>
          <a:lstStyle/>
          <a:p>
            <a:pPr algn="ctr"/>
            <a:r>
              <a:rPr lang="ko-KR" altLang="en-US" sz="700" u="sng" dirty="0">
                <a:solidFill>
                  <a:schemeClr val="bg1">
                    <a:lumMod val="50000"/>
                  </a:schemeClr>
                </a:solidFill>
                <a:latin typeface="Times New Roman" pitchFamily="18" charset="0"/>
                <a:ea typeface="Nanum Gothic" panose="020D0604000000000000" pitchFamily="34" charset="-127"/>
                <a:cs typeface="Times New Roman" pitchFamily="18" charset="0"/>
              </a:rPr>
              <a:t>이용약관</a:t>
            </a:r>
            <a:r>
              <a:rPr lang="ko-KR" altLang="en-US" sz="700" dirty="0">
                <a:solidFill>
                  <a:schemeClr val="bg1">
                    <a:lumMod val="50000"/>
                  </a:schemeClr>
                </a:solidFill>
                <a:latin typeface="Times New Roman" pitchFamily="18" charset="0"/>
                <a:ea typeface="Nanum Gothic" panose="020D0604000000000000" pitchFamily="34" charset="-127"/>
                <a:cs typeface="Times New Roman" pitchFamily="18" charset="0"/>
              </a:rPr>
              <a:t>   ⏐    </a:t>
            </a:r>
            <a:r>
              <a:rPr lang="ko-KR" altLang="en-US" sz="700" u="sng" dirty="0">
                <a:solidFill>
                  <a:schemeClr val="bg1">
                    <a:lumMod val="50000"/>
                  </a:schemeClr>
                </a:solidFill>
                <a:latin typeface="Times New Roman" pitchFamily="18" charset="0"/>
                <a:ea typeface="Nanum Gothic" panose="020D0604000000000000" pitchFamily="34" charset="-127"/>
                <a:cs typeface="Times New Roman" pitchFamily="18" charset="0"/>
              </a:rPr>
              <a:t>개인정보 처리 방침 </a:t>
            </a:r>
          </a:p>
        </p:txBody>
      </p:sp>
      <p:cxnSp>
        <p:nvCxnSpPr>
          <p:cNvPr id="83" name="꺾인 연결선[E] 82">
            <a:extLst>
              <a:ext uri="{FF2B5EF4-FFF2-40B4-BE49-F238E27FC236}">
                <a16:creationId xmlns="" xmlns:a16="http://schemas.microsoft.com/office/drawing/2014/main" id="{76D95C3C-79D0-9949-9609-E59171700A2C}"/>
              </a:ext>
            </a:extLst>
          </p:cNvPr>
          <p:cNvCxnSpPr>
            <a:cxnSpLocks/>
            <a:stCxn id="84" idx="0"/>
            <a:endCxn id="55" idx="1"/>
          </p:cNvCxnSpPr>
          <p:nvPr/>
        </p:nvCxnSpPr>
        <p:spPr>
          <a:xfrm rot="5400000" flipH="1" flipV="1">
            <a:off x="2090326" y="4587509"/>
            <a:ext cx="1628143" cy="1577115"/>
          </a:xfrm>
          <a:prstGeom prst="bentConnector2">
            <a:avLst/>
          </a:prstGeom>
          <a:ln w="3175">
            <a:solidFill>
              <a:srgbClr val="0070C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4" name="직사각형 83">
            <a:extLst>
              <a:ext uri="{FF2B5EF4-FFF2-40B4-BE49-F238E27FC236}">
                <a16:creationId xmlns="" xmlns:a16="http://schemas.microsoft.com/office/drawing/2014/main" id="{59100A9F-4C0C-9241-AD6C-C4A82EC0CFE7}"/>
              </a:ext>
            </a:extLst>
          </p:cNvPr>
          <p:cNvSpPr/>
          <p:nvPr/>
        </p:nvSpPr>
        <p:spPr>
          <a:xfrm>
            <a:off x="1714038" y="6190137"/>
            <a:ext cx="803603" cy="201388"/>
          </a:xfrm>
          <a:prstGeom prst="rect">
            <a:avLst/>
          </a:prstGeom>
          <a:noFill/>
          <a:ln w="3175">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ko-KR" altLang="en-US" sz="700">
              <a:solidFill>
                <a:schemeClr val="tx1"/>
              </a:solidFill>
              <a:latin typeface="Times New Roman" pitchFamily="18" charset="0"/>
              <a:cs typeface="Times New Roman" pitchFamily="18" charset="0"/>
            </a:endParaRPr>
          </a:p>
        </p:txBody>
      </p:sp>
      <p:sp>
        <p:nvSpPr>
          <p:cNvPr id="120" name="타원 119">
            <a:extLst>
              <a:ext uri="{FF2B5EF4-FFF2-40B4-BE49-F238E27FC236}">
                <a16:creationId xmlns="" xmlns:a16="http://schemas.microsoft.com/office/drawing/2014/main" id="{67AF5D8F-20E4-EB4B-90EB-F01580F39042}"/>
              </a:ext>
            </a:extLst>
          </p:cNvPr>
          <p:cNvSpPr/>
          <p:nvPr/>
        </p:nvSpPr>
        <p:spPr>
          <a:xfrm>
            <a:off x="1582105" y="6105928"/>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1</a:t>
            </a:r>
            <a:endParaRPr lang="ko-KR" altLang="en-US" sz="800" b="1" dirty="0">
              <a:latin typeface="Times New Roman" pitchFamily="18" charset="0"/>
              <a:ea typeface="나눔고딕" pitchFamily="50" charset="-127"/>
              <a:cs typeface="Times New Roman" pitchFamily="18" charset="0"/>
            </a:endParaRPr>
          </a:p>
        </p:txBody>
      </p:sp>
      <p:sp>
        <p:nvSpPr>
          <p:cNvPr id="55" name="직사각형 54">
            <a:extLst>
              <a:ext uri="{FF2B5EF4-FFF2-40B4-BE49-F238E27FC236}">
                <a16:creationId xmlns="" xmlns:a16="http://schemas.microsoft.com/office/drawing/2014/main" id="{3159C083-40B9-7C4F-81F1-F942E5C223E4}"/>
              </a:ext>
            </a:extLst>
          </p:cNvPr>
          <p:cNvSpPr/>
          <p:nvPr/>
        </p:nvSpPr>
        <p:spPr>
          <a:xfrm>
            <a:off x="3692955" y="2642929"/>
            <a:ext cx="3079055" cy="3838129"/>
          </a:xfrm>
          <a:prstGeom prst="rect">
            <a:avLst/>
          </a:prstGeom>
          <a:solidFill>
            <a:schemeClr val="bg1"/>
          </a:solid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59" name="직사각형 58">
            <a:extLst>
              <a:ext uri="{FF2B5EF4-FFF2-40B4-BE49-F238E27FC236}">
                <a16:creationId xmlns="" xmlns:a16="http://schemas.microsoft.com/office/drawing/2014/main" id="{0CB66DBF-F1F2-B340-B027-01B83CA26302}"/>
              </a:ext>
            </a:extLst>
          </p:cNvPr>
          <p:cNvSpPr/>
          <p:nvPr/>
        </p:nvSpPr>
        <p:spPr>
          <a:xfrm>
            <a:off x="3692955" y="2649870"/>
            <a:ext cx="2745701" cy="362975"/>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60" name="직사각형 59">
            <a:extLst>
              <a:ext uri="{FF2B5EF4-FFF2-40B4-BE49-F238E27FC236}">
                <a16:creationId xmlns="" xmlns:a16="http://schemas.microsoft.com/office/drawing/2014/main" id="{767BD1FD-640E-4D4E-91B2-F8CBF176F9B0}"/>
              </a:ext>
            </a:extLst>
          </p:cNvPr>
          <p:cNvSpPr/>
          <p:nvPr/>
        </p:nvSpPr>
        <p:spPr>
          <a:xfrm>
            <a:off x="5135529" y="2666015"/>
            <a:ext cx="1189749" cy="369332"/>
          </a:xfrm>
          <a:prstGeom prst="rect">
            <a:avLst/>
          </a:prstGeom>
        </p:spPr>
        <p:txBody>
          <a:bodyPr wrap="none">
            <a:spAutoFit/>
          </a:bodyPr>
          <a:lstStyle/>
          <a:p>
            <a:pPr algn="ctr"/>
            <a:r>
              <a:rPr lang="en-US" altLang="ko-KR" sz="900" b="1" smtClean="0">
                <a:solidFill>
                  <a:srgbClr val="C00000"/>
                </a:solidFill>
                <a:latin typeface="Times New Roman" pitchFamily="18" charset="0"/>
                <a:ea typeface="Nanum Gothic" panose="020D0604000000000000" pitchFamily="34" charset="-127"/>
                <a:cs typeface="Times New Roman" pitchFamily="18" charset="0"/>
                <a:sym typeface="Wingdings" pitchFamily="2" charset="2"/>
              </a:rPr>
              <a:t>Chính sách sử dụng </a:t>
            </a:r>
          </a:p>
          <a:p>
            <a:pPr algn="ctr"/>
            <a:r>
              <a:rPr lang="en-US" altLang="ko-KR" sz="900" b="1" smtClean="0">
                <a:solidFill>
                  <a:srgbClr val="C00000"/>
                </a:solidFill>
                <a:latin typeface="Times New Roman" pitchFamily="18" charset="0"/>
                <a:ea typeface="Nanum Gothic" panose="020D0604000000000000" pitchFamily="34" charset="-127"/>
                <a:cs typeface="Times New Roman" pitchFamily="18" charset="0"/>
                <a:sym typeface="Wingdings" pitchFamily="2" charset="2"/>
              </a:rPr>
              <a:t>thông tin cá nhân</a:t>
            </a:r>
            <a:endParaRPr lang="en-US" altLang="ko-KR" sz="900" b="1" dirty="0">
              <a:solidFill>
                <a:srgbClr val="C00000"/>
              </a:solidFill>
              <a:latin typeface="Times New Roman" pitchFamily="18" charset="0"/>
              <a:ea typeface="Nanum Gothic" panose="020D0604000000000000" pitchFamily="34" charset="-127"/>
              <a:cs typeface="Times New Roman" pitchFamily="18" charset="0"/>
            </a:endParaRPr>
          </a:p>
        </p:txBody>
      </p:sp>
      <p:cxnSp>
        <p:nvCxnSpPr>
          <p:cNvPr id="61" name="직선 연결선[R] 60">
            <a:extLst>
              <a:ext uri="{FF2B5EF4-FFF2-40B4-BE49-F238E27FC236}">
                <a16:creationId xmlns="" xmlns:a16="http://schemas.microsoft.com/office/drawing/2014/main" id="{75867D8F-2DE4-1D43-903F-3C7ECE447C01}"/>
              </a:ext>
            </a:extLst>
          </p:cNvPr>
          <p:cNvCxnSpPr>
            <a:cxnSpLocks/>
          </p:cNvCxnSpPr>
          <p:nvPr/>
        </p:nvCxnSpPr>
        <p:spPr>
          <a:xfrm>
            <a:off x="5173519" y="2991116"/>
            <a:ext cx="1101264" cy="0"/>
          </a:xfrm>
          <a:prstGeom prst="line">
            <a:avLst/>
          </a:prstGeom>
          <a:ln w="3810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직사각형 63">
            <a:extLst>
              <a:ext uri="{FF2B5EF4-FFF2-40B4-BE49-F238E27FC236}">
                <a16:creationId xmlns="" xmlns:a16="http://schemas.microsoft.com/office/drawing/2014/main" id="{CE314DDF-B35D-A945-B9A8-15786FBF6975}"/>
              </a:ext>
            </a:extLst>
          </p:cNvPr>
          <p:cNvSpPr/>
          <p:nvPr/>
        </p:nvSpPr>
        <p:spPr>
          <a:xfrm>
            <a:off x="3706031" y="2710083"/>
            <a:ext cx="1202573" cy="230832"/>
          </a:xfrm>
          <a:prstGeom prst="rect">
            <a:avLst/>
          </a:prstGeom>
        </p:spPr>
        <p:txBody>
          <a:bodyPr wrap="none">
            <a:spAutoFit/>
          </a:bodyPr>
          <a:lstStyle/>
          <a:p>
            <a:pPr algn="ctr"/>
            <a:r>
              <a:rPr lang="en-US" altLang="ko-KR" sz="900" b="1" smtClean="0">
                <a:solidFill>
                  <a:schemeClr val="tx1"/>
                </a:solidFill>
                <a:latin typeface="Times New Roman" pitchFamily="18" charset="0"/>
                <a:ea typeface="Nanum Gothic" panose="020D0604000000000000" pitchFamily="34" charset="-127"/>
                <a:cs typeface="Times New Roman" pitchFamily="18" charset="0"/>
                <a:sym typeface="Wingdings" pitchFamily="2" charset="2"/>
              </a:rPr>
              <a:t> Điều khoản sử dụng</a:t>
            </a:r>
            <a:endParaRPr lang="en-US" altLang="ko-KR" sz="900" b="1" dirty="0">
              <a:solidFill>
                <a:schemeClr val="tx1"/>
              </a:solidFill>
              <a:latin typeface="Times New Roman" pitchFamily="18" charset="0"/>
              <a:ea typeface="Nanum Gothic" panose="020D0604000000000000" pitchFamily="34" charset="-127"/>
              <a:cs typeface="Times New Roman" pitchFamily="18" charset="0"/>
            </a:endParaRPr>
          </a:p>
        </p:txBody>
      </p:sp>
      <p:sp>
        <p:nvSpPr>
          <p:cNvPr id="68" name="타원 67">
            <a:extLst>
              <a:ext uri="{FF2B5EF4-FFF2-40B4-BE49-F238E27FC236}">
                <a16:creationId xmlns="" xmlns:a16="http://schemas.microsoft.com/office/drawing/2014/main" id="{DFB9369D-7050-B54B-A78E-426DC759306A}"/>
              </a:ext>
            </a:extLst>
          </p:cNvPr>
          <p:cNvSpPr/>
          <p:nvPr/>
        </p:nvSpPr>
        <p:spPr>
          <a:xfrm>
            <a:off x="3609043" y="2741587"/>
            <a:ext cx="167824" cy="16782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ko-KR" sz="800" b="1" dirty="0">
                <a:latin typeface="Times New Roman" pitchFamily="18" charset="0"/>
                <a:ea typeface="나눔고딕" pitchFamily="50" charset="-127"/>
                <a:cs typeface="Times New Roman" pitchFamily="18" charset="0"/>
              </a:rPr>
              <a:t>1</a:t>
            </a:r>
            <a:endParaRPr lang="ko-KR" altLang="en-US" sz="800" b="1" dirty="0">
              <a:latin typeface="Times New Roman" pitchFamily="18" charset="0"/>
              <a:ea typeface="나눔고딕" pitchFamily="50" charset="-127"/>
              <a:cs typeface="Times New Roman" pitchFamily="18" charset="0"/>
            </a:endParaRPr>
          </a:p>
        </p:txBody>
      </p:sp>
      <p:sp>
        <p:nvSpPr>
          <p:cNvPr id="69" name="TextBox 68">
            <a:extLst>
              <a:ext uri="{FF2B5EF4-FFF2-40B4-BE49-F238E27FC236}">
                <a16:creationId xmlns="" xmlns:a16="http://schemas.microsoft.com/office/drawing/2014/main" id="{D7C2DFAD-BCE3-A84A-B5FC-3D4CB9BABC10}"/>
              </a:ext>
            </a:extLst>
          </p:cNvPr>
          <p:cNvSpPr txBox="1"/>
          <p:nvPr/>
        </p:nvSpPr>
        <p:spPr>
          <a:xfrm>
            <a:off x="6444872" y="2649870"/>
            <a:ext cx="332142" cy="338554"/>
          </a:xfrm>
          <a:prstGeom prst="rect">
            <a:avLst/>
          </a:prstGeom>
          <a:noFill/>
        </p:spPr>
        <p:txBody>
          <a:bodyPr wrap="none" rtlCol="0">
            <a:spAutoFit/>
          </a:bodyPr>
          <a:lstStyle/>
          <a:p>
            <a:r>
              <a:rPr lang="en-US" altLang="ko-KR" sz="1600" b="1" dirty="0">
                <a:latin typeface="Times New Roman" pitchFamily="18" charset="0"/>
                <a:ea typeface="Nanum Gothic" panose="020D0604000000000000" pitchFamily="34" charset="-127"/>
                <a:cs typeface="Times New Roman" pitchFamily="18" charset="0"/>
              </a:rPr>
              <a:t>X</a:t>
            </a:r>
            <a:endParaRPr lang="ko-KR" altLang="en-US" sz="1600" b="1" dirty="0">
              <a:latin typeface="Times New Roman" pitchFamily="18" charset="0"/>
              <a:ea typeface="Nanum Gothic" panose="020D0604000000000000" pitchFamily="34" charset="-127"/>
              <a:cs typeface="Times New Roman" pitchFamily="18" charset="0"/>
            </a:endParaRPr>
          </a:p>
        </p:txBody>
      </p:sp>
      <p:sp>
        <p:nvSpPr>
          <p:cNvPr id="76" name="직사각형 75">
            <a:extLst>
              <a:ext uri="{FF2B5EF4-FFF2-40B4-BE49-F238E27FC236}">
                <a16:creationId xmlns="" xmlns:a16="http://schemas.microsoft.com/office/drawing/2014/main" id="{4FC5B24A-1872-064E-9FF0-0D68C6CD632E}"/>
              </a:ext>
            </a:extLst>
          </p:cNvPr>
          <p:cNvSpPr/>
          <p:nvPr/>
        </p:nvSpPr>
        <p:spPr>
          <a:xfrm>
            <a:off x="6440797" y="2655661"/>
            <a:ext cx="324998" cy="362975"/>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
        <p:nvSpPr>
          <p:cNvPr id="82" name="직사각형 81">
            <a:extLst>
              <a:ext uri="{FF2B5EF4-FFF2-40B4-BE49-F238E27FC236}">
                <a16:creationId xmlns="" xmlns:a16="http://schemas.microsoft.com/office/drawing/2014/main" id="{69AF1BF6-D6AA-614D-B3D3-99D6D2FCEF96}"/>
              </a:ext>
            </a:extLst>
          </p:cNvPr>
          <p:cNvSpPr/>
          <p:nvPr/>
        </p:nvSpPr>
        <p:spPr>
          <a:xfrm>
            <a:off x="3852741" y="3181394"/>
            <a:ext cx="2684435" cy="30100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ko-KR" sz="800" smtClean="0">
                <a:solidFill>
                  <a:schemeClr val="tx1"/>
                </a:solidFill>
                <a:latin typeface="Times New Roman" pitchFamily="18" charset="0"/>
                <a:ea typeface="Nanum Gothic" panose="020D0604000000000000" pitchFamily="34" charset="-127"/>
                <a:cs typeface="Times New Roman" pitchFamily="18" charset="0"/>
              </a:rPr>
              <a:t>Nội dung chính sách sử dụng thông tin cá nhân.</a:t>
            </a:r>
            <a:endParaRPr lang="ko-KR" altLang="en-US" sz="800" dirty="0">
              <a:solidFill>
                <a:schemeClr val="tx1"/>
              </a:solidFill>
              <a:latin typeface="Times New Roman" pitchFamily="18" charset="0"/>
              <a:ea typeface="Nanum Gothic" panose="020D0604000000000000" pitchFamily="34" charset="-127"/>
              <a:cs typeface="Times New Roman" pitchFamily="18" charset="0"/>
            </a:endParaRPr>
          </a:p>
        </p:txBody>
      </p:sp>
    </p:spTree>
    <p:extLst>
      <p:ext uri="{BB962C8B-B14F-4D97-AF65-F5344CB8AC3E}">
        <p14:creationId xmlns="" xmlns:p14="http://schemas.microsoft.com/office/powerpoint/2010/main" val="2230015353"/>
      </p:ext>
    </p:extLst>
  </p:cSld>
  <p:clrMapOvr>
    <a:masterClrMapping/>
  </p:clrMapOvr>
</p:sld>
</file>

<file path=ppt/theme/theme1.xml><?xml version="1.0" encoding="utf-8"?>
<a:theme xmlns:a="http://schemas.openxmlformats.org/drawingml/2006/main" name="Office 테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469</TotalTime>
  <Words>4396</Words>
  <Application>Microsoft Office PowerPoint</Application>
  <PresentationFormat>A4 Paper (210x297 mm)</PresentationFormat>
  <Paragraphs>1108</Paragraphs>
  <Slides>17</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Times New Roman</vt:lpstr>
      <vt:lpstr>Nanum Gothic</vt:lpstr>
      <vt:lpstr>Malgun Gothic</vt:lpstr>
      <vt:lpstr>Wingdings</vt:lpstr>
      <vt:lpstr>apple sd gothic neo</vt:lpstr>
      <vt:lpstr>나눔고딕</vt:lpstr>
      <vt:lpstr>Office 테마</vt:lpstr>
      <vt:lpstr> T-BRIDGE MOBILE</vt:lpstr>
      <vt:lpstr>Chính sách</vt:lpstr>
      <vt:lpstr>Kịch bản di chuyển trên màn hình chính</vt:lpstr>
      <vt:lpstr>Kịch bản di chuyển tìm kiếm tổng hợp</vt:lpstr>
      <vt:lpstr>Refresh giao diện</vt:lpstr>
      <vt:lpstr>Login</vt:lpstr>
      <vt:lpstr>Main</vt:lpstr>
      <vt:lpstr>Main</vt:lpstr>
      <vt:lpstr>Main &gt; Quản lý đơn hàng</vt:lpstr>
      <vt:lpstr>Main &gt; Quản lý đơn hàng</vt:lpstr>
      <vt:lpstr>Main &gt; Quản lý đơn hàng</vt:lpstr>
      <vt:lpstr>Main &gt; Quản lý đơn hàng&gt; Filter (Modal pop-up: Che hết toàn bộ màn hình)</vt:lpstr>
      <vt:lpstr>Main &gt; Quản lý đơn hàng &gt; Filter (Modal pop-up) &gt; Nhập trực tiếp thời gian</vt:lpstr>
      <vt:lpstr>Main &gt; Câu hỏi chưa trả lời</vt:lpstr>
      <vt:lpstr>Main &gt; Xem thông báo (Modal pop-up: che hết toàn bộ màn hình)</vt:lpstr>
      <vt:lpstr>Footer &gt; Xem điều khoản sử dụng</vt:lpstr>
      <vt:lpstr>Footer &gt; Chính sách sử dụng thông tin cá nhân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티브리지 티켓 통합 솔루션 _모바일</dc:title>
  <dc:creator>박근철</dc:creator>
  <cp:lastModifiedBy>Admin</cp:lastModifiedBy>
  <cp:revision>33</cp:revision>
  <dcterms:created xsi:type="dcterms:W3CDTF">2012-03-06T23:59:53Z</dcterms:created>
  <dcterms:modified xsi:type="dcterms:W3CDTF">2020-07-06T09:42:01Z</dcterms:modified>
</cp:coreProperties>
</file>